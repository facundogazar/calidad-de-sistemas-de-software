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5.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657" r:id="rId1"/>
    <p:sldMasterId id="2147484685" r:id="rId2"/>
    <p:sldMasterId id="2147484702" r:id="rId3"/>
    <p:sldMasterId id="2147484721" r:id="rId4"/>
    <p:sldMasterId id="2147484740" r:id="rId5"/>
    <p:sldMasterId id="2147484759" r:id="rId6"/>
  </p:sldMasterIdLst>
  <p:notesMasterIdLst>
    <p:notesMasterId r:id="rId32"/>
  </p:notesMasterIdLst>
  <p:handoutMasterIdLst>
    <p:handoutMasterId r:id="rId33"/>
  </p:handoutMasterIdLst>
  <p:sldIdLst>
    <p:sldId id="256" r:id="rId7"/>
    <p:sldId id="409" r:id="rId8"/>
    <p:sldId id="380" r:id="rId9"/>
    <p:sldId id="408" r:id="rId10"/>
    <p:sldId id="381" r:id="rId11"/>
    <p:sldId id="382" r:id="rId12"/>
    <p:sldId id="383" r:id="rId13"/>
    <p:sldId id="384" r:id="rId14"/>
    <p:sldId id="385" r:id="rId15"/>
    <p:sldId id="386" r:id="rId16"/>
    <p:sldId id="387" r:id="rId17"/>
    <p:sldId id="388" r:id="rId18"/>
    <p:sldId id="411" r:id="rId19"/>
    <p:sldId id="412" r:id="rId20"/>
    <p:sldId id="413" r:id="rId21"/>
    <p:sldId id="414" r:id="rId22"/>
    <p:sldId id="420" r:id="rId23"/>
    <p:sldId id="415" r:id="rId24"/>
    <p:sldId id="416" r:id="rId25"/>
    <p:sldId id="417" r:id="rId26"/>
    <p:sldId id="418" r:id="rId27"/>
    <p:sldId id="421" r:id="rId28"/>
    <p:sldId id="419" r:id="rId29"/>
    <p:sldId id="410" r:id="rId30"/>
    <p:sldId id="407" r:id="rId31"/>
  </p:sldIdLst>
  <p:sldSz cx="12192000" cy="6858000"/>
  <p:notesSz cx="9144000" cy="6858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70" autoAdjust="0"/>
  </p:normalViewPr>
  <p:slideViewPr>
    <p:cSldViewPr>
      <p:cViewPr varScale="1">
        <p:scale>
          <a:sx n="72" d="100"/>
          <a:sy n="72" d="100"/>
        </p:scale>
        <p:origin x="660" y="72"/>
      </p:cViewPr>
      <p:guideLst>
        <p:guide orient="horz" pos="2160"/>
        <p:guide pos="3840"/>
      </p:guideLst>
    </p:cSldViewPr>
  </p:slideViewPr>
  <p:notesTextViewPr>
    <p:cViewPr>
      <p:scale>
        <a:sx n="100" d="100"/>
        <a:sy n="100" d="100"/>
      </p:scale>
      <p:origin x="0" y="0"/>
    </p:cViewPr>
  </p:notesTextViewPr>
  <p:notesViewPr>
    <p:cSldViewPr>
      <p:cViewPr varScale="1">
        <p:scale>
          <a:sx n="61" d="100"/>
          <a:sy n="61" d="100"/>
        </p:scale>
        <p:origin x="193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962400" cy="3429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r>
              <a:rPr lang="es-ES"/>
              <a:t>CSSPyME 2009</a:t>
            </a:r>
          </a:p>
        </p:txBody>
      </p:sp>
      <p:sp>
        <p:nvSpPr>
          <p:cNvPr id="3" name="2 Marcador de fecha"/>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DB015C0F-43A5-4A09-8EFE-A59B62EEF966}" type="datetimeFigureOut">
              <a:rPr lang="es-ES"/>
              <a:pPr>
                <a:defRPr/>
              </a:pPr>
              <a:t>16/09/2024</a:t>
            </a:fld>
            <a:endParaRPr lang="es-ES"/>
          </a:p>
        </p:txBody>
      </p:sp>
      <p:sp>
        <p:nvSpPr>
          <p:cNvPr id="4" name="3 Marcador de pie de página"/>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s-ES"/>
              <a:t>Clase 1</a:t>
            </a:r>
          </a:p>
        </p:txBody>
      </p:sp>
      <p:sp>
        <p:nvSpPr>
          <p:cNvPr id="5" name="4 Marcador de número de diapositiva"/>
          <p:cNvSpPr>
            <a:spLocks noGrp="1"/>
          </p:cNvSpPr>
          <p:nvPr>
            <p:ph type="sldNum" sz="quarter" idx="3"/>
          </p:nvPr>
        </p:nvSpPr>
        <p:spPr>
          <a:xfrm>
            <a:off x="5179484" y="6513910"/>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72C9784D-779E-4AA0-9063-9ABB461F68C5}" type="slidenum">
              <a:rPr lang="es-ES" altLang="es-AR"/>
              <a:pPr>
                <a:defRPr/>
              </a:pPr>
              <a:t>‹Nº›</a:t>
            </a:fld>
            <a:endParaRPr lang="es-ES" altLang="es-AR"/>
          </a:p>
        </p:txBody>
      </p:sp>
    </p:spTree>
    <p:extLst>
      <p:ext uri="{BB962C8B-B14F-4D97-AF65-F5344CB8AC3E}">
        <p14:creationId xmlns:p14="http://schemas.microsoft.com/office/powerpoint/2010/main" val="326636578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962400" cy="3429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r>
              <a:rPr lang="es-ES"/>
              <a:t>CSSPyME 2009</a:t>
            </a:r>
          </a:p>
        </p:txBody>
      </p:sp>
      <p:sp>
        <p:nvSpPr>
          <p:cNvPr id="3" name="2 Marcador de fecha"/>
          <p:cNvSpPr>
            <a:spLocks noGrp="1"/>
          </p:cNvSpPr>
          <p:nvPr>
            <p:ph type="dt" idx="1"/>
          </p:nvPr>
        </p:nvSpPr>
        <p:spPr>
          <a:xfrm>
            <a:off x="5179484" y="0"/>
            <a:ext cx="3962400" cy="3429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0D31D085-524C-40E2-9A01-625F1F6AEEF6}" type="datetimeFigureOut">
              <a:rPr lang="es-ES"/>
              <a:pPr>
                <a:defRPr/>
              </a:pPr>
              <a:t>16/09/2024</a:t>
            </a:fld>
            <a:endParaRPr lang="es-ES"/>
          </a:p>
        </p:txBody>
      </p:sp>
      <p:sp>
        <p:nvSpPr>
          <p:cNvPr id="4" name="3 Marcador de imagen de diapositiva"/>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pPr lvl="0"/>
            <a:endParaRPr lang="es-ES" noProof="0"/>
          </a:p>
        </p:txBody>
      </p:sp>
      <p:sp>
        <p:nvSpPr>
          <p:cNvPr id="5" name="4 Marcador de notas"/>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 name="5 Marcador de pie de página"/>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s-ES"/>
              <a:t>Clase 1</a:t>
            </a:r>
          </a:p>
        </p:txBody>
      </p:sp>
      <p:sp>
        <p:nvSpPr>
          <p:cNvPr id="7" name="6 Marcador de número de diapositiva"/>
          <p:cNvSpPr>
            <a:spLocks noGrp="1"/>
          </p:cNvSpPr>
          <p:nvPr>
            <p:ph type="sldNum" sz="quarter" idx="5"/>
          </p:nvPr>
        </p:nvSpPr>
        <p:spPr>
          <a:xfrm>
            <a:off x="5179484" y="6513910"/>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B581877-5E09-4CD7-B714-5375D6F20D11}" type="slidenum">
              <a:rPr lang="es-ES" altLang="es-AR"/>
              <a:pPr>
                <a:defRPr/>
              </a:pPr>
              <a:t>‹Nº›</a:t>
            </a:fld>
            <a:endParaRPr lang="es-ES" altLang="es-AR"/>
          </a:p>
        </p:txBody>
      </p:sp>
    </p:spTree>
    <p:extLst>
      <p:ext uri="{BB962C8B-B14F-4D97-AF65-F5344CB8AC3E}">
        <p14:creationId xmlns:p14="http://schemas.microsoft.com/office/powerpoint/2010/main" val="402766968"/>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Marcador de imagen de diapositiva"/>
          <p:cNvSpPr>
            <a:spLocks noGrp="1" noRot="1" noChangeAspect="1" noTextEdit="1"/>
          </p:cNvSpPr>
          <p:nvPr>
            <p:ph type="sldImg"/>
          </p:nvPr>
        </p:nvSpPr>
        <p:spPr bwMode="auto">
          <a:xfrm>
            <a:off x="2286000" y="514350"/>
            <a:ext cx="4572000" cy="25717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AR"/>
          </a:p>
        </p:txBody>
      </p:sp>
      <p:sp>
        <p:nvSpPr>
          <p:cNvPr id="26628"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9FDC19-041A-428F-B683-6236151A8662}" type="slidenum">
              <a:rPr lang="es-ES" altLang="es-AR" smtClean="0">
                <a:latin typeface="Calibri" panose="020F0502020204030204" pitchFamily="34" charset="0"/>
              </a:rPr>
              <a:pPr/>
              <a:t>1</a:t>
            </a:fld>
            <a:endParaRPr lang="es-ES" altLang="es-AR">
              <a:latin typeface="Calibri" panose="020F0502020204030204" pitchFamily="34" charset="0"/>
            </a:endParaRPr>
          </a:p>
        </p:txBody>
      </p:sp>
      <p:sp>
        <p:nvSpPr>
          <p:cNvPr id="50181" name="4 Marcador de pie de página"/>
          <p:cNvSpPr>
            <a:spLocks noGrp="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s-ES"/>
              <a:t>Clase 1</a:t>
            </a:r>
          </a:p>
        </p:txBody>
      </p:sp>
      <p:sp>
        <p:nvSpPr>
          <p:cNvPr id="50182" name="5 Marcador de encabezado"/>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s-ES"/>
              <a:t>CSSPyME 2009</a:t>
            </a:r>
          </a:p>
        </p:txBody>
      </p:sp>
    </p:spTree>
    <p:extLst>
      <p:ext uri="{BB962C8B-B14F-4D97-AF65-F5344CB8AC3E}">
        <p14:creationId xmlns:p14="http://schemas.microsoft.com/office/powerpoint/2010/main" val="2553300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8" name="2 Marcador de contenido"/>
          <p:cNvSpPr>
            <a:spLocks noGrp="1"/>
          </p:cNvSpPr>
          <p:nvPr>
            <p:ph idx="1" hasCustomPrompt="1"/>
          </p:nvPr>
        </p:nvSpPr>
        <p:spPr>
          <a:xfrm>
            <a:off x="335360" y="1124745"/>
            <a:ext cx="7200800" cy="820685"/>
          </a:xfrm>
          <a:prstGeom prst="rect">
            <a:avLst/>
          </a:prstGeom>
        </p:spPr>
        <p:txBody>
          <a:bodyPr lIns="76197" tIns="38098" rIns="76197" bIns="38098"/>
          <a:lstStyle>
            <a:lvl1pPr>
              <a:buNone/>
              <a:defRPr sz="2000" b="0" i="0" baseline="0">
                <a:solidFill>
                  <a:srgbClr val="8A1D1A"/>
                </a:solidFill>
                <a:effectLst/>
                <a:latin typeface="Arial Black" pitchFamily="34" charset="0"/>
                <a:ea typeface="Open Sans Semibold" pitchFamily="34" charset="0"/>
                <a:cs typeface="Open Sans Semibold" pitchFamily="34" charset="0"/>
              </a:defRPr>
            </a:lvl1pPr>
            <a:lvl2pPr marL="0" indent="0" algn="l">
              <a:buNone/>
              <a:defRPr sz="1700" b="1">
                <a:latin typeface="Arial" pitchFamily="34" charset="0"/>
                <a:cs typeface="Arial" pitchFamily="34" charset="0"/>
              </a:defRPr>
            </a:lvl2pPr>
            <a:lvl3pPr marL="0" indent="0" algn="l">
              <a:buNone/>
              <a:defRPr/>
            </a:lvl3pPr>
            <a:lvl4pPr marL="0" indent="0" algn="l">
              <a:buNone/>
              <a:defRPr/>
            </a:lvl4pPr>
            <a:lvl5pPr marL="0" indent="0" algn="l">
              <a:buNone/>
              <a:defRPr/>
            </a:lvl5pPr>
          </a:lstStyle>
          <a:p>
            <a:pPr lvl="0"/>
            <a:r>
              <a:rPr lang="es-ES" dirty="0"/>
              <a:t>TÍTULO NOVEDAD</a:t>
            </a:r>
          </a:p>
        </p:txBody>
      </p:sp>
      <p:sp>
        <p:nvSpPr>
          <p:cNvPr id="9" name="2 Marcador de contenido"/>
          <p:cNvSpPr>
            <a:spLocks noGrp="1"/>
          </p:cNvSpPr>
          <p:nvPr>
            <p:ph idx="13" hasCustomPrompt="1"/>
          </p:nvPr>
        </p:nvSpPr>
        <p:spPr>
          <a:xfrm>
            <a:off x="335360" y="1988841"/>
            <a:ext cx="7200800" cy="3840427"/>
          </a:xfrm>
          <a:prstGeom prst="rect">
            <a:avLst/>
          </a:prstGeom>
        </p:spPr>
        <p:txBody>
          <a:bodyPr lIns="76197" tIns="38098" rIns="76197" bIns="38098">
            <a:normAutofit/>
          </a:bodyPr>
          <a:lstStyle>
            <a:lvl1pPr>
              <a:buNone/>
              <a:defRPr sz="1700" b="1">
                <a:solidFill>
                  <a:schemeClr val="tx1"/>
                </a:solidFill>
                <a:latin typeface="Arial" pitchFamily="34" charset="0"/>
                <a:ea typeface="Open Sans Semibold" pitchFamily="34" charset="0"/>
                <a:cs typeface="Arial" pitchFamily="34" charset="0"/>
              </a:defRPr>
            </a:lvl1pPr>
            <a:lvl2pPr marL="0" indent="0" algn="l">
              <a:buNone/>
              <a:defRPr sz="1700" b="1">
                <a:latin typeface="Arial" pitchFamily="34" charset="0"/>
                <a:cs typeface="Arial" pitchFamily="34" charset="0"/>
              </a:defRPr>
            </a:lvl2pPr>
            <a:lvl3pPr marL="0" indent="0" algn="l">
              <a:buNone/>
              <a:defRPr/>
            </a:lvl3pPr>
            <a:lvl4pPr marL="0" indent="0" algn="l">
              <a:buNone/>
              <a:defRPr/>
            </a:lvl4pPr>
            <a:lvl5pPr marL="0" indent="0" algn="l">
              <a:buNone/>
              <a:defRPr/>
            </a:lvl5pPr>
          </a:lstStyle>
          <a:p>
            <a:pPr lvl="0"/>
            <a:r>
              <a:rPr lang="es-ES" dirty="0"/>
              <a:t>Texto</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Diapositiva de título">
    <p:bg>
      <p:bgRef idx="1002">
        <a:schemeClr val="bg1"/>
      </p:bgRef>
    </p:bg>
    <p:spTree>
      <p:nvGrpSpPr>
        <p:cNvPr id="1" name=""/>
        <p:cNvGrpSpPr/>
        <p:nvPr/>
      </p:nvGrpSpPr>
      <p:grpSpPr>
        <a:xfrm>
          <a:off x="0" y="0"/>
          <a:ext cx="0" cy="0"/>
          <a:chOff x="0" y="0"/>
          <a:chExt cx="0" cy="0"/>
        </a:xfrm>
      </p:grpSpPr>
      <p:sp>
        <p:nvSpPr>
          <p:cNvPr id="12" name="11 Título"/>
          <p:cNvSpPr>
            <a:spLocks noGrp="1"/>
          </p:cNvSpPr>
          <p:nvPr>
            <p:ph type="ctrTitle"/>
          </p:nvPr>
        </p:nvSpPr>
        <p:spPr>
          <a:xfrm>
            <a:off x="4489157" y="533400"/>
            <a:ext cx="6807200" cy="2868168"/>
          </a:xfrm>
          <a:prstGeom prst="rect">
            <a:avLst/>
          </a:prstGeom>
        </p:spPr>
        <p:txBody>
          <a:bodyPr lIns="45720" tIns="0" rIns="45720">
            <a:noAutofit/>
          </a:bodyPr>
          <a:lstStyle>
            <a:lvl1pPr algn="r">
              <a:defRPr sz="4200" b="1"/>
            </a:lvl1pPr>
            <a:extLst/>
          </a:lstStyle>
          <a:p>
            <a:r>
              <a:rPr kumimoji="0" lang="es-ES"/>
              <a:t>Haga clic para modificar el estilo de título del patrón</a:t>
            </a:r>
            <a:endParaRPr kumimoji="0" lang="en-US"/>
          </a:p>
        </p:txBody>
      </p:sp>
      <p:sp>
        <p:nvSpPr>
          <p:cNvPr id="25" name="24 Subtítulo"/>
          <p:cNvSpPr>
            <a:spLocks noGrp="1"/>
          </p:cNvSpPr>
          <p:nvPr>
            <p:ph type="subTitle" idx="1"/>
          </p:nvPr>
        </p:nvSpPr>
        <p:spPr>
          <a:xfrm>
            <a:off x="4472589" y="3539864"/>
            <a:ext cx="6819704" cy="1101248"/>
          </a:xfrm>
          <a:prstGeom prst="rect">
            <a:avLst/>
          </a:prstGeo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a:t>Haga clic para modificar el estilo de subtítulo del patrón</a:t>
            </a:r>
            <a:endParaRPr kumimoji="0" lang="en-US"/>
          </a:p>
        </p:txBody>
      </p:sp>
      <p:sp>
        <p:nvSpPr>
          <p:cNvPr id="31" name="30 Marcador de fecha"/>
          <p:cNvSpPr>
            <a:spLocks noGrp="1"/>
          </p:cNvSpPr>
          <p:nvPr>
            <p:ph type="dt" sz="half" idx="10"/>
          </p:nvPr>
        </p:nvSpPr>
        <p:spPr>
          <a:xfrm>
            <a:off x="7828299" y="6557946"/>
            <a:ext cx="2669952" cy="226902"/>
          </a:xfrm>
          <a:prstGeom prst="rect">
            <a:avLst/>
          </a:prstGeom>
        </p:spPr>
        <p:txBody>
          <a:bodyPr/>
          <a:lstStyle>
            <a:lvl1pPr>
              <a:defRPr lang="en-US" smtClean="0">
                <a:solidFill>
                  <a:srgbClr val="FFFFFF"/>
                </a:solidFill>
              </a:defRPr>
            </a:lvl1pPr>
            <a:extLst/>
          </a:lstStyle>
          <a:p>
            <a:pPr>
              <a:defRPr/>
            </a:pPr>
            <a:endParaRPr lang="es-AR"/>
          </a:p>
        </p:txBody>
      </p:sp>
      <p:sp>
        <p:nvSpPr>
          <p:cNvPr id="18" name="17 Marcador de pie de página"/>
          <p:cNvSpPr>
            <a:spLocks noGrp="1"/>
          </p:cNvSpPr>
          <p:nvPr>
            <p:ph type="ftr" sz="quarter" idx="11"/>
          </p:nvPr>
        </p:nvSpPr>
        <p:spPr>
          <a:xfrm>
            <a:off x="3759200" y="6557946"/>
            <a:ext cx="3903629" cy="228600"/>
          </a:xfrm>
          <a:prstGeom prst="rect">
            <a:avLst/>
          </a:prstGeom>
        </p:spPr>
        <p:txBody>
          <a:bodyPr/>
          <a:lstStyle>
            <a:lvl1pPr>
              <a:defRPr lang="en-US" dirty="0">
                <a:solidFill>
                  <a:srgbClr val="FFFFFF"/>
                </a:solidFill>
              </a:defRPr>
            </a:lvl1pPr>
            <a:extLst/>
          </a:lstStyle>
          <a:p>
            <a:pPr>
              <a:defRPr/>
            </a:pPr>
            <a:r>
              <a:rPr lang="es-ES"/>
              <a:t>Calidad de Sistemas de Software  - 2019</a:t>
            </a:r>
            <a:endParaRPr lang="es-AR"/>
          </a:p>
        </p:txBody>
      </p:sp>
      <p:sp>
        <p:nvSpPr>
          <p:cNvPr id="29" name="28 Marcador de número de diapositiva"/>
          <p:cNvSpPr>
            <a:spLocks noGrp="1"/>
          </p:cNvSpPr>
          <p:nvPr>
            <p:ph type="sldNum" sz="quarter" idx="12"/>
          </p:nvPr>
        </p:nvSpPr>
        <p:spPr>
          <a:xfrm>
            <a:off x="10507845" y="6556248"/>
            <a:ext cx="784448" cy="228600"/>
          </a:xfrm>
          <a:prstGeom prst="rect">
            <a:avLst/>
          </a:prstGeom>
        </p:spPr>
        <p:txBody>
          <a:bodyPr/>
          <a:lstStyle>
            <a:lvl1pPr>
              <a:defRPr lang="en-US" smtClean="0">
                <a:solidFill>
                  <a:srgbClr val="FFFFFF"/>
                </a:solidFill>
              </a:defRPr>
            </a:lvl1pPr>
            <a:extLst/>
          </a:lstStyle>
          <a:p>
            <a:pPr>
              <a:defRPr/>
            </a:pPr>
            <a:fld id="{AEFEF9E6-BDE9-43EA-B603-1D3B262229B2}" type="slidenum">
              <a:rPr lang="es-ES" altLang="es-AR" smtClean="0"/>
              <a:pPr>
                <a:defRPr/>
              </a:pPr>
              <a:t>‹Nº›</a:t>
            </a:fld>
            <a:endParaRPr lang="es-ES" altLang="es-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os objetos">
    <p:spTree>
      <p:nvGrpSpPr>
        <p:cNvPr id="1" name=""/>
        <p:cNvGrpSpPr/>
        <p:nvPr/>
      </p:nvGrpSpPr>
      <p:grpSpPr>
        <a:xfrm>
          <a:off x="0" y="0"/>
          <a:ext cx="0" cy="0"/>
          <a:chOff x="0" y="0"/>
          <a:chExt cx="0" cy="0"/>
        </a:xfrm>
      </p:grpSpPr>
      <p:sp>
        <p:nvSpPr>
          <p:cNvPr id="6" name="17 CuadroTexto"/>
          <p:cNvSpPr txBox="1"/>
          <p:nvPr/>
        </p:nvSpPr>
        <p:spPr>
          <a:xfrm>
            <a:off x="5176317" y="6484431"/>
            <a:ext cx="662361" cy="219291"/>
          </a:xfrm>
          <a:prstGeom prst="rect">
            <a:avLst/>
          </a:prstGeom>
          <a:noFill/>
        </p:spPr>
        <p:txBody>
          <a:bodyPr>
            <a:spAutoFit/>
          </a:bodyPr>
          <a:lstStyle/>
          <a:p>
            <a:pPr fontAlgn="auto">
              <a:spcBef>
                <a:spcPts val="0"/>
              </a:spcBef>
              <a:spcAft>
                <a:spcPts val="0"/>
              </a:spcAft>
              <a:defRPr/>
            </a:pPr>
            <a:r>
              <a:rPr lang="es-ES" sz="825">
                <a:solidFill>
                  <a:schemeClr val="tx1">
                    <a:tint val="75000"/>
                    <a:alpha val="60000"/>
                  </a:schemeClr>
                </a:solidFill>
                <a:latin typeface="Arial" charset="0"/>
                <a:cs typeface="+mn-cs"/>
              </a:rPr>
              <a:t>Fuente:</a:t>
            </a:r>
            <a:endParaRPr lang="es-AR" sz="825">
              <a:solidFill>
                <a:schemeClr val="bg2"/>
              </a:solidFill>
              <a:latin typeface="+mn-lt"/>
              <a:cs typeface="+mn-cs"/>
            </a:endParaRPr>
          </a:p>
        </p:txBody>
      </p:sp>
      <p:sp>
        <p:nvSpPr>
          <p:cNvPr id="2" name="Title 1"/>
          <p:cNvSpPr>
            <a:spLocks noGrp="1"/>
          </p:cNvSpPr>
          <p:nvPr>
            <p:ph type="title"/>
          </p:nvPr>
        </p:nvSpPr>
        <p:spPr/>
        <p:txBody>
          <a:bodyPr>
            <a:normAutofit/>
          </a:bodyPr>
          <a:lstStyle>
            <a:lvl1pPr>
              <a:defRPr sz="3000"/>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6656" y="1998134"/>
            <a:ext cx="4663440" cy="3767328"/>
          </a:xfrm>
        </p:spPr>
        <p:txBody>
          <a:bodyPr/>
          <a:lstStyle>
            <a:lvl1pPr marL="68580" indent="-68580">
              <a:buClr>
                <a:srgbClr val="C00000"/>
              </a:buClr>
              <a:buFont typeface="Arial" panose="020B0604020202020204" pitchFamily="34" charset="0"/>
              <a:buChar char="»"/>
              <a:defRPr sz="1800"/>
            </a:lvl1pPr>
            <a:lvl2pPr marL="260604" indent="-257175">
              <a:buClr>
                <a:srgbClr val="C00000"/>
              </a:buClr>
              <a:buFont typeface="Arial" panose="020B0604020202020204" pitchFamily="34" charset="0"/>
              <a:buChar char=" "/>
              <a:defRPr sz="1500"/>
            </a:lvl2pPr>
            <a:lvl3pPr marL="411480" indent="-411480">
              <a:buClr>
                <a:srgbClr val="C00000"/>
              </a:buClr>
              <a:buFont typeface="Arial" panose="020B0604020202020204" pitchFamily="34" charset="0"/>
              <a:buChar char=" "/>
              <a:defRPr sz="1350"/>
            </a:lvl3pPr>
            <a:lvl4pPr marL="617220" indent="-617220">
              <a:buClr>
                <a:srgbClr val="C00000"/>
              </a:buClr>
              <a:buFont typeface="Arial" panose="020B0604020202020204" pitchFamily="34" charset="0"/>
              <a:buChar char=" "/>
              <a:defRPr sz="1200"/>
            </a:lvl4pPr>
            <a:lvl5pPr marL="822960" indent="-822960">
              <a:buClr>
                <a:srgbClr val="C00000"/>
              </a:buClr>
              <a:buFont typeface="Arial" panose="020B0604020202020204" pitchFamily="34" charset="0"/>
              <a:buChar char=" "/>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011331" y="1998134"/>
            <a:ext cx="4663440" cy="3767328"/>
          </a:xfrm>
        </p:spPr>
        <p:txBody>
          <a:bodyPr/>
          <a:lstStyle>
            <a:lvl1pPr marL="68580" indent="-68580">
              <a:buClr>
                <a:srgbClr val="C00000"/>
              </a:buClr>
              <a:buFont typeface="Arial" panose="020B0604020202020204" pitchFamily="34" charset="0"/>
              <a:buChar char="»"/>
              <a:defRPr sz="1800"/>
            </a:lvl1pPr>
            <a:lvl2pPr marL="260604" indent="-257175">
              <a:buClr>
                <a:srgbClr val="C00000"/>
              </a:buClr>
              <a:buFont typeface="Arial" panose="020B0604020202020204" pitchFamily="34" charset="0"/>
              <a:buChar char=" "/>
              <a:defRPr sz="1500"/>
            </a:lvl2pPr>
            <a:lvl3pPr marL="411480" indent="-411480">
              <a:buClr>
                <a:srgbClr val="C00000"/>
              </a:buClr>
              <a:buFont typeface="Arial" panose="020B0604020202020204" pitchFamily="34" charset="0"/>
              <a:buChar char=" "/>
              <a:defRPr sz="1350"/>
            </a:lvl3pPr>
            <a:lvl4pPr marL="617220" indent="-617220">
              <a:buClr>
                <a:srgbClr val="C00000"/>
              </a:buClr>
              <a:buFont typeface="Arial" panose="020B0604020202020204" pitchFamily="34" charset="0"/>
              <a:buChar char=" "/>
              <a:defRPr sz="1200"/>
            </a:lvl4pPr>
            <a:lvl5pPr marL="822960" indent="-822960">
              <a:buClr>
                <a:srgbClr val="C00000"/>
              </a:buClr>
              <a:buFont typeface="Arial" panose="020B0604020202020204" pitchFamily="34" charset="0"/>
              <a:buChar char=" "/>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15 Marcador de texto"/>
          <p:cNvSpPr>
            <a:spLocks noGrp="1"/>
          </p:cNvSpPr>
          <p:nvPr>
            <p:ph type="body" sz="quarter" idx="14"/>
          </p:nvPr>
        </p:nvSpPr>
        <p:spPr>
          <a:xfrm>
            <a:off x="5951985" y="6509540"/>
            <a:ext cx="2162515" cy="305415"/>
          </a:xfrm>
        </p:spPr>
        <p:txBody>
          <a:bodyPr>
            <a:noAutofit/>
          </a:bodyPr>
          <a:lstStyle>
            <a:lvl1pPr algn="l" rtl="0" fontAlgn="base">
              <a:spcBef>
                <a:spcPct val="0"/>
              </a:spcBef>
              <a:spcAft>
                <a:spcPct val="0"/>
              </a:spcAft>
              <a:buNone/>
              <a:defRPr lang="en-US" sz="825" b="0" i="0" kern="1200" dirty="0" smtClean="0">
                <a:solidFill>
                  <a:schemeClr val="tx1">
                    <a:tint val="75000"/>
                    <a:alpha val="60000"/>
                  </a:schemeClr>
                </a:solidFill>
                <a:latin typeface="Arial" charset="0"/>
                <a:ea typeface="+mn-ea"/>
                <a:cs typeface="+mn-cs"/>
              </a:defRPr>
            </a:lvl1pPr>
            <a:lvl2pPr>
              <a:buNone/>
              <a:defRPr sz="1050"/>
            </a:lvl2pPr>
            <a:lvl3pPr>
              <a:buNone/>
              <a:defRPr sz="1050"/>
            </a:lvl3pPr>
            <a:lvl4pPr>
              <a:buNone/>
              <a:defRPr sz="1050"/>
            </a:lvl4pPr>
            <a:lvl5pPr>
              <a:buNone/>
              <a:defRPr sz="1050"/>
            </a:lvl5pPr>
          </a:lstStyle>
          <a:p>
            <a:pPr lvl="0"/>
            <a:r>
              <a:rPr lang="es-ES"/>
              <a:t>Haga clic para modificar el estilo de texto del patrón</a:t>
            </a:r>
          </a:p>
        </p:txBody>
      </p:sp>
      <p:sp>
        <p:nvSpPr>
          <p:cNvPr id="7" name="4 Marcador de número de diapositiva"/>
          <p:cNvSpPr>
            <a:spLocks noGrp="1"/>
          </p:cNvSpPr>
          <p:nvPr>
            <p:ph type="sldNum" sz="quarter" idx="15"/>
          </p:nvPr>
        </p:nvSpPr>
        <p:spPr>
          <a:xfrm>
            <a:off x="9248775" y="2852738"/>
            <a:ext cx="2927351" cy="1047750"/>
          </a:xfrm>
        </p:spPr>
        <p:txBody>
          <a:bodyPr/>
          <a:lstStyle>
            <a:lvl1pPr>
              <a:defRPr/>
            </a:lvl1pPr>
          </a:lstStyle>
          <a:p>
            <a:pPr algn="ctr" eaLnBrk="1" latinLnBrk="0" hangingPunct="1"/>
            <a:fld id="{6F42FDE4-A7DD-41A7-A0A6-9B649FB43336}" type="slidenum">
              <a:rPr kumimoji="0" lang="en-US" smtClean="0"/>
              <a:pPr algn="ctr" eaLnBrk="1" latinLnBrk="0" hangingPunct="1"/>
              <a:t>‹Nº›</a:t>
            </a:fld>
            <a:endParaRPr kumimoji="0" lang="en-US" sz="1400">
              <a:solidFill>
                <a:srgbClr val="FFFFFF"/>
              </a:solidFill>
              <a:latin typeface="+mj-lt"/>
              <a:ea typeface="+mj-ea"/>
              <a:cs typeface="+mj-cs"/>
            </a:endParaRPr>
          </a:p>
        </p:txBody>
      </p:sp>
      <p:sp>
        <p:nvSpPr>
          <p:cNvPr id="8" name="Date Placeholder 1"/>
          <p:cNvSpPr>
            <a:spLocks noGrp="1"/>
          </p:cNvSpPr>
          <p:nvPr>
            <p:ph type="dt" sz="half" idx="16"/>
          </p:nvPr>
        </p:nvSpPr>
        <p:spPr>
          <a:xfrm>
            <a:off x="2898775" y="6511925"/>
            <a:ext cx="825500" cy="255588"/>
          </a:xfrm>
        </p:spPr>
        <p:txBody>
          <a:bodyPr/>
          <a:lstStyle>
            <a:lvl1pPr>
              <a:defRPr/>
            </a:lvl1pPr>
          </a:lstStyle>
          <a:p>
            <a:pPr algn="r" eaLnBrk="1" latinLnBrk="0" hangingPunct="1"/>
            <a:endParaRPr lang="en-US" sz="1400">
              <a:solidFill>
                <a:schemeClr val="tx2"/>
              </a:solidFill>
            </a:endParaRPr>
          </a:p>
        </p:txBody>
      </p:sp>
      <p:sp>
        <p:nvSpPr>
          <p:cNvPr id="9" name="Footer Placeholder 2"/>
          <p:cNvSpPr>
            <a:spLocks noGrp="1"/>
          </p:cNvSpPr>
          <p:nvPr>
            <p:ph type="ftr" sz="quarter" idx="17"/>
          </p:nvPr>
        </p:nvSpPr>
        <p:spPr/>
        <p:txBody>
          <a:bodyPr/>
          <a:lstStyle>
            <a:lvl1pPr>
              <a:defRPr/>
            </a:lvl1pPr>
          </a:lstStyle>
          <a:p>
            <a:r>
              <a:rPr kumimoji="0" lang="es-ES" sz="1400">
                <a:solidFill>
                  <a:schemeClr val="tx2"/>
                </a:solidFill>
              </a:rPr>
              <a:t>Calidad de Sistemas de Software  - 2019</a:t>
            </a:r>
            <a:endParaRPr kumimoji="0" lang="en-US" sz="1400">
              <a:solidFill>
                <a:schemeClr val="tx2"/>
              </a:solidFill>
            </a:endParaRPr>
          </a:p>
        </p:txBody>
      </p:sp>
    </p:spTree>
    <p:extLst>
      <p:ext uri="{BB962C8B-B14F-4D97-AF65-F5344CB8AC3E}">
        <p14:creationId xmlns:p14="http://schemas.microsoft.com/office/powerpoint/2010/main" val="328424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magen con título">
    <p:spTree>
      <p:nvGrpSpPr>
        <p:cNvPr id="1" name=""/>
        <p:cNvGrpSpPr/>
        <p:nvPr/>
      </p:nvGrpSpPr>
      <p:grpSpPr>
        <a:xfrm>
          <a:off x="0" y="0"/>
          <a:ext cx="0" cy="0"/>
          <a:chOff x="0" y="0"/>
          <a:chExt cx="0" cy="0"/>
        </a:xfrm>
      </p:grpSpPr>
      <p:pic>
        <p:nvPicPr>
          <p:cNvPr id="5" name="8 Imagen"/>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75" y="-6350"/>
            <a:ext cx="12192000" cy="451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53976" y="4737548"/>
            <a:ext cx="10780776" cy="613283"/>
          </a:xfrm>
        </p:spPr>
        <p:txBody>
          <a:bodyPr anchor="b"/>
          <a:lstStyle>
            <a:lvl1pPr>
              <a:defRPr sz="3300" b="0">
                <a:solidFill>
                  <a:srgbClr val="C00000"/>
                </a:solidFill>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53976" y="5487888"/>
            <a:ext cx="9229344" cy="533400"/>
          </a:xfrm>
        </p:spPr>
        <p:txBody>
          <a:bodyPr/>
          <a:lstStyle>
            <a:lvl1pPr marL="0" indent="0">
              <a:lnSpc>
                <a:spcPct val="90000"/>
              </a:lnSpc>
              <a:buNone/>
              <a:defRPr sz="1800">
                <a:solidFill>
                  <a:srgbClr val="C00000"/>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Haga clic para modificar el estilo de texto del patrón</a:t>
            </a:r>
          </a:p>
        </p:txBody>
      </p:sp>
      <p:sp>
        <p:nvSpPr>
          <p:cNvPr id="6" name="Date Placeholder 11"/>
          <p:cNvSpPr>
            <a:spLocks noGrp="1"/>
          </p:cNvSpPr>
          <p:nvPr>
            <p:ph type="dt" sz="half" idx="10"/>
          </p:nvPr>
        </p:nvSpPr>
        <p:spPr>
          <a:xfrm>
            <a:off x="3211513" y="6481763"/>
            <a:ext cx="4114800" cy="228600"/>
          </a:xfrm>
        </p:spPr>
        <p:txBody>
          <a:bodyPr/>
          <a:lstStyle>
            <a:lvl1pPr>
              <a:defRPr dirty="0">
                <a:solidFill>
                  <a:srgbClr val="C00000"/>
                </a:solidFill>
              </a:defRPr>
            </a:lvl1pPr>
          </a:lstStyle>
          <a:p>
            <a:pPr algn="r" eaLnBrk="1" latinLnBrk="0" hangingPunct="1"/>
            <a:endParaRPr lang="en-US" sz="1400">
              <a:solidFill>
                <a:schemeClr val="tx2"/>
              </a:solidFill>
            </a:endParaRPr>
          </a:p>
        </p:txBody>
      </p:sp>
      <p:sp>
        <p:nvSpPr>
          <p:cNvPr id="7" name="Footer Placeholder 12"/>
          <p:cNvSpPr>
            <a:spLocks noGrp="1"/>
          </p:cNvSpPr>
          <p:nvPr>
            <p:ph type="ftr" sz="quarter" idx="11"/>
          </p:nvPr>
        </p:nvSpPr>
        <p:spPr>
          <a:xfrm>
            <a:off x="685801" y="6481763"/>
            <a:ext cx="3249959" cy="301627"/>
          </a:xfrm>
        </p:spPr>
        <p:txBody>
          <a:bodyPr/>
          <a:lstStyle>
            <a:lvl1pPr>
              <a:defRPr>
                <a:solidFill>
                  <a:srgbClr val="C00000"/>
                </a:solidFill>
              </a:defRPr>
            </a:lvl1pPr>
          </a:lstStyle>
          <a:p>
            <a:r>
              <a:rPr kumimoji="0" lang="es-ES" sz="1400">
                <a:solidFill>
                  <a:schemeClr val="tx2"/>
                </a:solidFill>
              </a:rPr>
              <a:t>Calidad de Sistemas de Software  - 2019</a:t>
            </a:r>
            <a:endParaRPr kumimoji="0" lang="en-US" sz="1400">
              <a:solidFill>
                <a:schemeClr val="tx2"/>
              </a:solidFill>
            </a:endParaRPr>
          </a:p>
        </p:txBody>
      </p:sp>
      <p:sp>
        <p:nvSpPr>
          <p:cNvPr id="8" name="Slide Number Placeholder 13"/>
          <p:cNvSpPr>
            <a:spLocks noGrp="1"/>
          </p:cNvSpPr>
          <p:nvPr>
            <p:ph type="sldNum" sz="quarter" idx="12"/>
          </p:nvPr>
        </p:nvSpPr>
        <p:spPr/>
        <p:txBody>
          <a:bodyPr/>
          <a:lstStyle>
            <a:lvl1pPr>
              <a:defRPr smtClean="0">
                <a:solidFill>
                  <a:schemeClr val="accent6">
                    <a:alpha val="25000"/>
                  </a:schemeClr>
                </a:solidFill>
              </a:defRPr>
            </a:lvl1pPr>
          </a:lstStyle>
          <a:p>
            <a:pPr algn="ctr" eaLnBrk="1" latinLnBrk="0" hangingPunct="1"/>
            <a:fld id="{6F42FDE4-A7DD-41A7-A0A6-9B649FB43336}" type="slidenum">
              <a:rPr kumimoji="0" lang="en-US" smtClean="0"/>
              <a:pPr algn="ctr" eaLnBrk="1" latinLnBrk="0" hangingPunct="1"/>
              <a:t>‹Nº›</a:t>
            </a:fld>
            <a:endParaRPr kumimoji="0" lang="en-US" sz="1400">
              <a:solidFill>
                <a:srgbClr val="FFFFFF"/>
              </a:solidFill>
              <a:latin typeface="+mj-lt"/>
              <a:ea typeface="+mj-ea"/>
              <a:cs typeface="+mj-cs"/>
            </a:endParaRPr>
          </a:p>
        </p:txBody>
      </p:sp>
    </p:spTree>
    <p:extLst>
      <p:ext uri="{BB962C8B-B14F-4D97-AF65-F5344CB8AC3E}">
        <p14:creationId xmlns:p14="http://schemas.microsoft.com/office/powerpoint/2010/main" val="155934349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Normal con fuente ">
    <p:spTree>
      <p:nvGrpSpPr>
        <p:cNvPr id="1" name=""/>
        <p:cNvGrpSpPr/>
        <p:nvPr/>
      </p:nvGrpSpPr>
      <p:grpSpPr>
        <a:xfrm>
          <a:off x="0" y="0"/>
          <a:ext cx="0" cy="0"/>
          <a:chOff x="0" y="0"/>
          <a:chExt cx="0" cy="0"/>
        </a:xfrm>
      </p:grpSpPr>
      <p:sp>
        <p:nvSpPr>
          <p:cNvPr id="4" name="17 CuadroTexto"/>
          <p:cNvSpPr txBox="1"/>
          <p:nvPr/>
        </p:nvSpPr>
        <p:spPr>
          <a:xfrm>
            <a:off x="5176317" y="6484431"/>
            <a:ext cx="662361" cy="219291"/>
          </a:xfrm>
          <a:prstGeom prst="rect">
            <a:avLst/>
          </a:prstGeom>
          <a:noFill/>
        </p:spPr>
        <p:txBody>
          <a:bodyPr>
            <a:spAutoFit/>
          </a:bodyPr>
          <a:lstStyle/>
          <a:p>
            <a:pPr fontAlgn="auto">
              <a:spcBef>
                <a:spcPts val="0"/>
              </a:spcBef>
              <a:spcAft>
                <a:spcPts val="0"/>
              </a:spcAft>
              <a:defRPr/>
            </a:pPr>
            <a:r>
              <a:rPr lang="es-ES" sz="825">
                <a:solidFill>
                  <a:schemeClr val="tx1">
                    <a:tint val="75000"/>
                    <a:alpha val="60000"/>
                  </a:schemeClr>
                </a:solidFill>
                <a:latin typeface="+mn-lt"/>
                <a:cs typeface="+mn-cs"/>
              </a:rPr>
              <a:t>Fuente:</a:t>
            </a:r>
            <a:endParaRPr lang="es-AR" sz="825">
              <a:solidFill>
                <a:schemeClr val="bg2"/>
              </a:solidFill>
              <a:latin typeface="+mn-lt"/>
              <a:cs typeface="+mn-cs"/>
            </a:endParaRPr>
          </a:p>
        </p:txBody>
      </p:sp>
      <p:cxnSp>
        <p:nvCxnSpPr>
          <p:cNvPr id="5" name="Conector recto 11"/>
          <p:cNvCxnSpPr/>
          <p:nvPr/>
        </p:nvCxnSpPr>
        <p:spPr>
          <a:xfrm>
            <a:off x="623890" y="1773238"/>
            <a:ext cx="10772775"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17 CuadroTexto"/>
          <p:cNvSpPr txBox="1"/>
          <p:nvPr/>
        </p:nvSpPr>
        <p:spPr>
          <a:xfrm>
            <a:off x="5176317" y="6484431"/>
            <a:ext cx="662361" cy="219291"/>
          </a:xfrm>
          <a:prstGeom prst="rect">
            <a:avLst/>
          </a:prstGeom>
          <a:noFill/>
        </p:spPr>
        <p:txBody>
          <a:bodyPr>
            <a:spAutoFit/>
          </a:bodyPr>
          <a:lstStyle/>
          <a:p>
            <a:pPr fontAlgn="auto">
              <a:spcBef>
                <a:spcPts val="0"/>
              </a:spcBef>
              <a:spcAft>
                <a:spcPts val="0"/>
              </a:spcAft>
              <a:defRPr/>
            </a:pPr>
            <a:r>
              <a:rPr lang="es-ES" sz="825">
                <a:solidFill>
                  <a:schemeClr val="tx1">
                    <a:tint val="75000"/>
                    <a:alpha val="60000"/>
                  </a:schemeClr>
                </a:solidFill>
                <a:latin typeface="+mn-lt"/>
                <a:cs typeface="+mn-cs"/>
              </a:rPr>
              <a:t>Fuente:</a:t>
            </a:r>
            <a:endParaRPr lang="es-AR" sz="825">
              <a:solidFill>
                <a:schemeClr val="bg2"/>
              </a:solidFill>
              <a:latin typeface="+mn-lt"/>
              <a:cs typeface="+mn-cs"/>
            </a:endParaRPr>
          </a:p>
        </p:txBody>
      </p:sp>
      <p:cxnSp>
        <p:nvCxnSpPr>
          <p:cNvPr id="7" name="Conector recto 12"/>
          <p:cNvCxnSpPr/>
          <p:nvPr/>
        </p:nvCxnSpPr>
        <p:spPr>
          <a:xfrm>
            <a:off x="623890" y="1773238"/>
            <a:ext cx="10772775"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1 Título"/>
          <p:cNvSpPr>
            <a:spLocks noGrp="1"/>
          </p:cNvSpPr>
          <p:nvPr>
            <p:ph type="title"/>
          </p:nvPr>
        </p:nvSpPr>
        <p:spPr>
          <a:xfrm>
            <a:off x="623395" y="643372"/>
            <a:ext cx="10772775" cy="1129444"/>
          </a:xfrm>
          <a:ln>
            <a:noFill/>
          </a:ln>
          <a:effectLst/>
        </p:spPr>
        <p:txBody>
          <a:bodyPr>
            <a:normAutofit/>
          </a:bodyPr>
          <a:lstStyle>
            <a:lvl1pPr>
              <a:defRPr sz="3000"/>
            </a:lvl1pPr>
          </a:lstStyle>
          <a:p>
            <a:r>
              <a:rPr lang="es-ES"/>
              <a:t>Haga clic para modificar el estilo de título del patrón</a:t>
            </a:r>
            <a:endParaRPr lang="es-ES" dirty="0"/>
          </a:p>
        </p:txBody>
      </p:sp>
      <p:sp>
        <p:nvSpPr>
          <p:cNvPr id="8" name="6 Marcador de texto"/>
          <p:cNvSpPr>
            <a:spLocks noGrp="1"/>
          </p:cNvSpPr>
          <p:nvPr>
            <p:ph type="body" sz="quarter" idx="13"/>
          </p:nvPr>
        </p:nvSpPr>
        <p:spPr>
          <a:xfrm>
            <a:off x="623392" y="1902581"/>
            <a:ext cx="9793088" cy="4478753"/>
          </a:xfrm>
        </p:spPr>
        <p:txBody>
          <a:bodyPr/>
          <a:lstStyle>
            <a:lvl1pPr marL="68580" indent="-68580">
              <a:buClr>
                <a:srgbClr val="C00000"/>
              </a:buClr>
              <a:buFont typeface="Arial" panose="020B0604020202020204" pitchFamily="34" charset="0"/>
              <a:buChar char="»"/>
              <a:defRPr/>
            </a:lvl1pPr>
            <a:lvl2pPr>
              <a:defRPr/>
            </a:lvl2pPr>
            <a:lvl3pPr>
              <a:defRPr/>
            </a:lvl3pPr>
            <a:lvl4pPr>
              <a:defRPr/>
            </a:lvl4pPr>
            <a:lvl5pPr>
              <a:defRPr/>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AR" dirty="0"/>
          </a:p>
        </p:txBody>
      </p:sp>
      <p:sp>
        <p:nvSpPr>
          <p:cNvPr id="9" name="4 Marcador de número de diapositiva"/>
          <p:cNvSpPr>
            <a:spLocks noGrp="1"/>
          </p:cNvSpPr>
          <p:nvPr>
            <p:ph type="sldNum" sz="quarter" idx="14"/>
          </p:nvPr>
        </p:nvSpPr>
        <p:spPr>
          <a:xfrm>
            <a:off x="9248775" y="2852738"/>
            <a:ext cx="2927351" cy="1047750"/>
          </a:xfrm>
        </p:spPr>
        <p:txBody>
          <a:bodyPr/>
          <a:lstStyle>
            <a:lvl1pPr>
              <a:defRPr/>
            </a:lvl1pPr>
          </a:lstStyle>
          <a:p>
            <a:fld id="{A06DBA4C-BE2D-4FDA-A3F1-EFC03F3DB517}" type="slidenum">
              <a:rPr lang="es-ES" smtClean="0"/>
              <a:pPr/>
              <a:t>‹Nº›</a:t>
            </a:fld>
            <a:endParaRPr lang="es-ES"/>
          </a:p>
        </p:txBody>
      </p:sp>
      <p:sp>
        <p:nvSpPr>
          <p:cNvPr id="10" name="Date Placeholder 1"/>
          <p:cNvSpPr>
            <a:spLocks noGrp="1"/>
          </p:cNvSpPr>
          <p:nvPr>
            <p:ph type="dt" sz="half" idx="15"/>
          </p:nvPr>
        </p:nvSpPr>
        <p:spPr/>
        <p:txBody>
          <a:bodyPr/>
          <a:lstStyle>
            <a:lvl1pPr>
              <a:defRPr sz="1050" dirty="0">
                <a:solidFill>
                  <a:schemeClr val="bg1">
                    <a:lumMod val="75000"/>
                  </a:schemeClr>
                </a:solidFill>
                <a:latin typeface="+mn-lt"/>
              </a:defRPr>
            </a:lvl1pPr>
          </a:lstStyle>
          <a:p>
            <a:endParaRPr lang="es-ES"/>
          </a:p>
        </p:txBody>
      </p:sp>
      <p:sp>
        <p:nvSpPr>
          <p:cNvPr id="11" name="Footer Placeholder 2"/>
          <p:cNvSpPr>
            <a:spLocks noGrp="1"/>
          </p:cNvSpPr>
          <p:nvPr>
            <p:ph type="ftr" sz="quarter" idx="16"/>
          </p:nvPr>
        </p:nvSpPr>
        <p:spPr/>
        <p:txBody>
          <a:bodyPr/>
          <a:lstStyle>
            <a:lvl1pPr>
              <a:defRPr sz="1050">
                <a:solidFill>
                  <a:schemeClr val="bg1">
                    <a:lumMod val="75000"/>
                  </a:schemeClr>
                </a:solidFill>
                <a:latin typeface="+mn-lt"/>
              </a:defRPr>
            </a:lvl1pPr>
          </a:lstStyle>
          <a:p>
            <a:r>
              <a:rPr lang="es-ES"/>
              <a:t>Calidad de Sistemas de Software  - 2019</a:t>
            </a:r>
          </a:p>
        </p:txBody>
      </p:sp>
    </p:spTree>
    <p:extLst>
      <p:ext uri="{BB962C8B-B14F-4D97-AF65-F5344CB8AC3E}">
        <p14:creationId xmlns:p14="http://schemas.microsoft.com/office/powerpoint/2010/main" val="677522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número de diapositiva"/>
          <p:cNvSpPr>
            <a:spLocks noGrp="1"/>
          </p:cNvSpPr>
          <p:nvPr>
            <p:ph type="sldNum" sz="quarter" idx="10"/>
          </p:nvPr>
        </p:nvSpPr>
        <p:spPr/>
        <p:txBody>
          <a:bodyPr/>
          <a:lstStyle>
            <a:lvl1pPr>
              <a:defRPr sz="6000" smtClean="0"/>
            </a:lvl1pPr>
          </a:lstStyle>
          <a:p>
            <a:fld id="{A06DBA4C-BE2D-4FDA-A3F1-EFC03F3DB517}" type="slidenum">
              <a:rPr lang="es-ES" smtClean="0"/>
              <a:pPr/>
              <a:t>‹Nº›</a:t>
            </a:fld>
            <a:endParaRPr lang="es-ES"/>
          </a:p>
        </p:txBody>
      </p:sp>
      <p:sp>
        <p:nvSpPr>
          <p:cNvPr id="4" name="3 Marcador de fecha"/>
          <p:cNvSpPr>
            <a:spLocks noGrp="1"/>
          </p:cNvSpPr>
          <p:nvPr>
            <p:ph type="dt" sz="half" idx="11"/>
          </p:nvPr>
        </p:nvSpPr>
        <p:spPr/>
        <p:txBody>
          <a:bodyPr/>
          <a:lstStyle>
            <a:lvl1pPr>
              <a:defRPr/>
            </a:lvl1pPr>
          </a:lstStyle>
          <a:p>
            <a:endParaRPr lang="es-ES"/>
          </a:p>
        </p:txBody>
      </p:sp>
      <p:sp>
        <p:nvSpPr>
          <p:cNvPr id="5" name="4 Marcador de pie de página"/>
          <p:cNvSpPr>
            <a:spLocks noGrp="1"/>
          </p:cNvSpPr>
          <p:nvPr>
            <p:ph type="ftr" sz="quarter" idx="12"/>
          </p:nvPr>
        </p:nvSpPr>
        <p:spPr>
          <a:xfrm>
            <a:off x="168275" y="6554788"/>
            <a:ext cx="3335339" cy="303212"/>
          </a:xfrm>
        </p:spPr>
        <p:txBody>
          <a:bodyPr/>
          <a:lstStyle>
            <a:lvl1pPr>
              <a:defRPr/>
            </a:lvl1pPr>
          </a:lstStyle>
          <a:p>
            <a:r>
              <a:rPr lang="es-ES"/>
              <a:t>Calidad de Sistemas de Software  - 2019</a:t>
            </a:r>
          </a:p>
        </p:txBody>
      </p:sp>
    </p:spTree>
    <p:extLst>
      <p:ext uri="{BB962C8B-B14F-4D97-AF65-F5344CB8AC3E}">
        <p14:creationId xmlns:p14="http://schemas.microsoft.com/office/powerpoint/2010/main" val="199259817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Encabezado de Seccion ">
    <p:spTree>
      <p:nvGrpSpPr>
        <p:cNvPr id="1" name=""/>
        <p:cNvGrpSpPr/>
        <p:nvPr/>
      </p:nvGrpSpPr>
      <p:grpSpPr>
        <a:xfrm>
          <a:off x="0" y="0"/>
          <a:ext cx="0" cy="0"/>
          <a:chOff x="0" y="0"/>
          <a:chExt cx="0" cy="0"/>
        </a:xfrm>
      </p:grpSpPr>
      <p:pic>
        <p:nvPicPr>
          <p:cNvPr id="5" name="Picture 4" descr="2"/>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l="8463"/>
          <a:stretch>
            <a:fillRect/>
          </a:stretch>
        </p:blipFill>
        <p:spPr bwMode="auto">
          <a:xfrm>
            <a:off x="31749" y="115888"/>
            <a:ext cx="12160251"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2 Imagen"/>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313" y="-5815"/>
            <a:ext cx="12192000" cy="4514935"/>
          </a:xfrm>
          <a:prstGeom prst="rect">
            <a:avLst/>
          </a:prstGeom>
        </p:spPr>
      </p:pic>
      <p:sp>
        <p:nvSpPr>
          <p:cNvPr id="2" name="Title 1"/>
          <p:cNvSpPr>
            <a:spLocks noGrp="1"/>
          </p:cNvSpPr>
          <p:nvPr>
            <p:ph type="title"/>
          </p:nvPr>
        </p:nvSpPr>
        <p:spPr>
          <a:xfrm>
            <a:off x="551384" y="2051019"/>
            <a:ext cx="10780776" cy="613283"/>
          </a:xfrm>
        </p:spPr>
        <p:txBody>
          <a:bodyPr anchor="b"/>
          <a:lstStyle>
            <a:lvl1pPr>
              <a:defRPr sz="5400" b="0">
                <a:solidFill>
                  <a:srgbClr val="C00000"/>
                </a:solidFill>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551384" y="4359587"/>
            <a:ext cx="9229344" cy="533400"/>
          </a:xfrm>
        </p:spPr>
        <p:txBody>
          <a:bodyPr/>
          <a:lstStyle>
            <a:lvl1pPr marL="0" indent="0">
              <a:lnSpc>
                <a:spcPct val="90000"/>
              </a:lnSpc>
              <a:buNone/>
              <a:defRPr sz="1800">
                <a:solidFill>
                  <a:srgbClr val="C00000"/>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Haga clic para modificar el estilo de texto del patrón</a:t>
            </a:r>
          </a:p>
        </p:txBody>
      </p:sp>
      <p:sp>
        <p:nvSpPr>
          <p:cNvPr id="7" name="Date Placeholder 11"/>
          <p:cNvSpPr>
            <a:spLocks noGrp="1"/>
          </p:cNvSpPr>
          <p:nvPr>
            <p:ph type="dt" sz="half" idx="10"/>
          </p:nvPr>
        </p:nvSpPr>
        <p:spPr>
          <a:xfrm>
            <a:off x="3211513" y="6481763"/>
            <a:ext cx="4114800" cy="228600"/>
          </a:xfrm>
        </p:spPr>
        <p:txBody>
          <a:bodyPr/>
          <a:lstStyle>
            <a:lvl1pPr>
              <a:defRPr dirty="0">
                <a:solidFill>
                  <a:srgbClr val="C00000"/>
                </a:solidFill>
              </a:defRPr>
            </a:lvl1pPr>
          </a:lstStyle>
          <a:p>
            <a:endParaRPr lang="es-ES"/>
          </a:p>
        </p:txBody>
      </p:sp>
      <p:sp>
        <p:nvSpPr>
          <p:cNvPr id="8" name="Footer Placeholder 12"/>
          <p:cNvSpPr>
            <a:spLocks noGrp="1"/>
          </p:cNvSpPr>
          <p:nvPr>
            <p:ph type="ftr" sz="quarter" idx="11"/>
          </p:nvPr>
        </p:nvSpPr>
        <p:spPr>
          <a:xfrm>
            <a:off x="685800" y="6481765"/>
            <a:ext cx="2817813" cy="376237"/>
          </a:xfrm>
        </p:spPr>
        <p:txBody>
          <a:bodyPr/>
          <a:lstStyle>
            <a:lvl1pPr>
              <a:defRPr>
                <a:solidFill>
                  <a:srgbClr val="C00000"/>
                </a:solidFill>
              </a:defRPr>
            </a:lvl1pPr>
          </a:lstStyle>
          <a:p>
            <a:r>
              <a:rPr lang="es-ES"/>
              <a:t>Calidad de Sistemas de Software  - 2019</a:t>
            </a:r>
          </a:p>
        </p:txBody>
      </p:sp>
      <p:sp>
        <p:nvSpPr>
          <p:cNvPr id="9" name="Slide Number Placeholder 13"/>
          <p:cNvSpPr>
            <a:spLocks noGrp="1"/>
          </p:cNvSpPr>
          <p:nvPr>
            <p:ph type="sldNum" sz="quarter" idx="12"/>
          </p:nvPr>
        </p:nvSpPr>
        <p:spPr/>
        <p:txBody>
          <a:bodyPr/>
          <a:lstStyle>
            <a:lvl1pPr>
              <a:defRPr smtClean="0">
                <a:solidFill>
                  <a:schemeClr val="accent6">
                    <a:alpha val="25000"/>
                  </a:schemeClr>
                </a:solidFill>
              </a:defRPr>
            </a:lvl1pPr>
          </a:lstStyle>
          <a:p>
            <a:fld id="{A06DBA4C-BE2D-4FDA-A3F1-EFC03F3DB517}" type="slidenum">
              <a:rPr lang="es-ES" smtClean="0"/>
              <a:pPr/>
              <a:t>‹Nº›</a:t>
            </a:fld>
            <a:endParaRPr lang="es-ES"/>
          </a:p>
        </p:txBody>
      </p:sp>
    </p:spTree>
    <p:extLst>
      <p:ext uri="{BB962C8B-B14F-4D97-AF65-F5344CB8AC3E}">
        <p14:creationId xmlns:p14="http://schemas.microsoft.com/office/powerpoint/2010/main" val="369592477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número de diapositiva"/>
          <p:cNvSpPr>
            <a:spLocks noGrp="1"/>
          </p:cNvSpPr>
          <p:nvPr>
            <p:ph type="sldNum" sz="quarter" idx="10"/>
          </p:nvPr>
        </p:nvSpPr>
        <p:spPr/>
        <p:txBody>
          <a:bodyPr/>
          <a:lstStyle>
            <a:lvl1pPr>
              <a:defRPr sz="5400" smtClean="0"/>
            </a:lvl1pPr>
          </a:lstStyle>
          <a:p>
            <a:fld id="{A06DBA4C-BE2D-4FDA-A3F1-EFC03F3DB517}" type="slidenum">
              <a:rPr lang="es-ES" smtClean="0"/>
              <a:pPr/>
              <a:t>‹Nº›</a:t>
            </a:fld>
            <a:endParaRPr lang="es-ES"/>
          </a:p>
        </p:txBody>
      </p:sp>
      <p:sp>
        <p:nvSpPr>
          <p:cNvPr id="4" name="3 Marcador de fecha"/>
          <p:cNvSpPr>
            <a:spLocks noGrp="1"/>
          </p:cNvSpPr>
          <p:nvPr>
            <p:ph type="dt" sz="half" idx="11"/>
          </p:nvPr>
        </p:nvSpPr>
        <p:spPr/>
        <p:txBody>
          <a:bodyPr/>
          <a:lstStyle>
            <a:lvl1pPr>
              <a:defRPr/>
            </a:lvl1pPr>
          </a:lstStyle>
          <a:p>
            <a:endParaRPr lang="es-ES"/>
          </a:p>
        </p:txBody>
      </p:sp>
      <p:sp>
        <p:nvSpPr>
          <p:cNvPr id="5" name="4 Marcador de pie de página"/>
          <p:cNvSpPr>
            <a:spLocks noGrp="1"/>
          </p:cNvSpPr>
          <p:nvPr>
            <p:ph type="ftr" sz="quarter" idx="12"/>
          </p:nvPr>
        </p:nvSpPr>
        <p:spPr/>
        <p:txBody>
          <a:bodyPr/>
          <a:lstStyle>
            <a:lvl1pPr>
              <a:defRPr/>
            </a:lvl1pPr>
          </a:lstStyle>
          <a:p>
            <a:r>
              <a:rPr lang="es-ES"/>
              <a:t>Calidad de Sistemas de Software  - 2019</a:t>
            </a:r>
          </a:p>
        </p:txBody>
      </p:sp>
    </p:spTree>
    <p:extLst>
      <p:ext uri="{BB962C8B-B14F-4D97-AF65-F5344CB8AC3E}">
        <p14:creationId xmlns:p14="http://schemas.microsoft.com/office/powerpoint/2010/main" val="821710526"/>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cSld name="Título">
    <p:spTree>
      <p:nvGrpSpPr>
        <p:cNvPr id="1" name=""/>
        <p:cNvGrpSpPr/>
        <p:nvPr/>
      </p:nvGrpSpPr>
      <p:grpSpPr>
        <a:xfrm>
          <a:off x="0" y="0"/>
          <a:ext cx="0" cy="0"/>
          <a:chOff x="0" y="0"/>
          <a:chExt cx="0" cy="0"/>
        </a:xfrm>
      </p:grpSpPr>
      <p:sp>
        <p:nvSpPr>
          <p:cNvPr id="2" name="Rectangle 2"/>
          <p:cNvSpPr>
            <a:spLocks noGrp="1"/>
          </p:cNvSpPr>
          <p:nvPr>
            <p:ph type="ctrTitle"/>
          </p:nvPr>
        </p:nvSpPr>
        <p:spPr>
          <a:xfrm>
            <a:off x="304800" y="4114800"/>
            <a:ext cx="9652000" cy="533400"/>
          </a:xfrm>
          <a:noFill/>
        </p:spPr>
        <p:txBody>
          <a:bodyPr/>
          <a:lstStyle>
            <a:lvl1pPr algn="l" eaLnBrk="1" latinLnBrk="0" hangingPunct="1">
              <a:defRPr kumimoji="0" lang="es-ES" sz="2000" b="0" cap="all" spc="150" baseline="0">
                <a:solidFill>
                  <a:schemeClr val="bg1"/>
                </a:solidFill>
              </a:defRPr>
            </a:lvl1pPr>
            <a:extLst/>
          </a:lstStyle>
          <a:p>
            <a:r>
              <a:rPr lang="es-ES"/>
              <a:t>Haga clic para modificar el estilo de título del patrón</a:t>
            </a:r>
            <a:endParaRPr/>
          </a:p>
        </p:txBody>
      </p:sp>
      <p:sp>
        <p:nvSpPr>
          <p:cNvPr id="3" name="Rectangle 3"/>
          <p:cNvSpPr>
            <a:spLocks noGrp="1"/>
          </p:cNvSpPr>
          <p:nvPr>
            <p:ph type="subTitle" idx="1"/>
          </p:nvPr>
        </p:nvSpPr>
        <p:spPr>
          <a:xfrm>
            <a:off x="304800" y="4706112"/>
            <a:ext cx="9245600" cy="228600"/>
          </a:xfrm>
          <a:solidFill>
            <a:schemeClr val="bg1"/>
          </a:solidFill>
        </p:spPr>
        <p:txBody>
          <a:bodyPr/>
          <a:lstStyle>
            <a:lvl1pPr marL="0" indent="0" algn="l" eaLnBrk="1" latinLnBrk="0" hangingPunct="1">
              <a:buNone/>
              <a:defRPr kumimoji="0" lang="es-ES" sz="1100" b="1">
                <a:solidFill>
                  <a:schemeClr val="accent4">
                    <a:shade val="50000"/>
                  </a:schemeClr>
                </a:solidFill>
              </a:defRPr>
            </a:lvl1pPr>
            <a:lvl2pPr marL="457200" indent="0" algn="ctr" eaLnBrk="1" latinLnBrk="0" hangingPunct="1">
              <a:buNone/>
            </a:lvl2pPr>
            <a:lvl3pPr marL="914400" indent="0" algn="ctr" eaLnBrk="1" latinLnBrk="0" hangingPunct="1">
              <a:buNone/>
            </a:lvl3pPr>
            <a:lvl4pPr marL="1371600" indent="0" algn="ctr" eaLnBrk="1" latinLnBrk="0" hangingPunct="1">
              <a:buNone/>
            </a:lvl4pPr>
            <a:lvl5pPr marL="1828800" indent="0" algn="ctr" eaLnBrk="1" latinLnBrk="0" hangingPunct="1">
              <a:buNone/>
            </a:lvl5pPr>
            <a:lvl6pPr marL="2286000" indent="0" algn="ctr" eaLnBrk="1" latinLnBrk="0" hangingPunct="1">
              <a:buNone/>
            </a:lvl6pPr>
            <a:lvl7pPr marL="2743200" indent="0" algn="ctr" eaLnBrk="1" latinLnBrk="0" hangingPunct="1">
              <a:buNone/>
            </a:lvl7pPr>
            <a:lvl8pPr marL="3200400" indent="0" algn="ctr" eaLnBrk="1" latinLnBrk="0" hangingPunct="1">
              <a:buNone/>
            </a:lvl8pPr>
            <a:lvl9pPr marL="3657600" indent="0" algn="ctr" eaLnBrk="1" latinLnBrk="0" hangingPunct="1">
              <a:buNone/>
            </a:lvl9pPr>
            <a:extLst/>
          </a:lstStyle>
          <a:p>
            <a:r>
              <a:rPr lang="es-ES"/>
              <a:t>Haga clic para modificar el estilo de subtítulo del patrón</a:t>
            </a:r>
          </a:p>
        </p:txBody>
      </p:sp>
      <p:sp>
        <p:nvSpPr>
          <p:cNvPr id="4" name="Rectangle 15"/>
          <p:cNvSpPr>
            <a:spLocks noGrp="1"/>
          </p:cNvSpPr>
          <p:nvPr>
            <p:ph type="sldNum" sz="quarter" idx="10"/>
          </p:nvPr>
        </p:nvSpPr>
        <p:spPr>
          <a:xfrm>
            <a:off x="8636000" y="6477000"/>
            <a:ext cx="1360488" cy="304800"/>
          </a:xfrm>
        </p:spPr>
        <p:txBody>
          <a:bodyPr/>
          <a:lstStyle>
            <a:lvl1pPr>
              <a:defRPr smtClean="0"/>
            </a:lvl1pPr>
          </a:lstStyle>
          <a:p>
            <a:fld id="{A06DBA4C-BE2D-4FDA-A3F1-EFC03F3DB517}" type="slidenum">
              <a:rPr lang="es-ES" smtClean="0"/>
              <a:pPr/>
              <a:t>‹Nº›</a:t>
            </a:fld>
            <a:endParaRPr lang="es-ES"/>
          </a:p>
        </p:txBody>
      </p:sp>
      <p:sp>
        <p:nvSpPr>
          <p:cNvPr id="5" name="Rectangle 16"/>
          <p:cNvSpPr>
            <a:spLocks noGrp="1"/>
          </p:cNvSpPr>
          <p:nvPr>
            <p:ph type="ftr" sz="quarter" idx="11"/>
          </p:nvPr>
        </p:nvSpPr>
        <p:spPr/>
        <p:txBody>
          <a:bodyPr/>
          <a:lstStyle>
            <a:lvl1pPr>
              <a:defRPr/>
            </a:lvl1pPr>
            <a:extLst/>
          </a:lstStyle>
          <a:p>
            <a:r>
              <a:rPr lang="es-ES"/>
              <a:t>Calidad de Sistemas de Software  - 2019</a:t>
            </a:r>
          </a:p>
        </p:txBody>
      </p:sp>
      <p:sp>
        <p:nvSpPr>
          <p:cNvPr id="6" name="Date Placeholder 9"/>
          <p:cNvSpPr>
            <a:spLocks noGrp="1"/>
          </p:cNvSpPr>
          <p:nvPr>
            <p:ph type="dt" sz="half" idx="12"/>
          </p:nvPr>
        </p:nvSpPr>
        <p:spPr>
          <a:xfrm>
            <a:off x="304800" y="6477000"/>
            <a:ext cx="2133600" cy="304800"/>
          </a:xfrm>
        </p:spPr>
        <p:txBody>
          <a:bodyPr anchor="ctr"/>
          <a:lstStyle>
            <a:lvl1pPr algn="l" eaLnBrk="1" latinLnBrk="0" hangingPunct="1">
              <a:defRPr kumimoji="0" lang="es-ES" dirty="0">
                <a:solidFill>
                  <a:srgbClr val="A0A0A0"/>
                </a:solidFill>
              </a:defRPr>
            </a:lvl1pPr>
            <a:extLst/>
          </a:lstStyle>
          <a:p>
            <a:endParaRPr lang="es-ES"/>
          </a:p>
        </p:txBody>
      </p:sp>
    </p:spTree>
    <p:extLst>
      <p:ext uri="{BB962C8B-B14F-4D97-AF65-F5344CB8AC3E}">
        <p14:creationId xmlns:p14="http://schemas.microsoft.com/office/powerpoint/2010/main" val="220173814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7" name="6 Marcador de texto"/>
          <p:cNvSpPr>
            <a:spLocks noGrp="1"/>
          </p:cNvSpPr>
          <p:nvPr>
            <p:ph type="body" sz="quarter" idx="13"/>
          </p:nvPr>
        </p:nvSpPr>
        <p:spPr>
          <a:xfrm>
            <a:off x="335360" y="692696"/>
            <a:ext cx="10945216" cy="554461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dirty="0"/>
          </a:p>
        </p:txBody>
      </p:sp>
      <p:sp>
        <p:nvSpPr>
          <p:cNvPr id="16" name="15 Marcador de texto"/>
          <p:cNvSpPr>
            <a:spLocks noGrp="1"/>
          </p:cNvSpPr>
          <p:nvPr>
            <p:ph type="body" sz="quarter" idx="14"/>
          </p:nvPr>
        </p:nvSpPr>
        <p:spPr>
          <a:xfrm>
            <a:off x="527385" y="6309320"/>
            <a:ext cx="4190993" cy="357190"/>
          </a:xfrm>
        </p:spPr>
        <p:txBody>
          <a:bodyPr>
            <a:noAutofit/>
          </a:bodyPr>
          <a:lstStyle>
            <a:lvl1pPr>
              <a:buNone/>
              <a:defRPr sz="1400">
                <a:solidFill>
                  <a:schemeClr val="tx2"/>
                </a:solidFill>
              </a:defRPr>
            </a:lvl1pPr>
            <a:lvl2pPr>
              <a:buNone/>
              <a:defRPr sz="1400"/>
            </a:lvl2pPr>
            <a:lvl3pPr>
              <a:buNone/>
              <a:defRPr sz="1400"/>
            </a:lvl3pPr>
            <a:lvl4pPr>
              <a:buNone/>
              <a:defRPr sz="1400"/>
            </a:lvl4pPr>
            <a:lvl5pPr>
              <a:buNone/>
              <a:defRPr sz="1400"/>
            </a:lvl5pPr>
          </a:lstStyle>
          <a:p>
            <a:pPr lvl="0"/>
            <a:r>
              <a:rPr lang="es-ES"/>
              <a:t>Haga clic para modificar el estilo de texto del patrón</a:t>
            </a:r>
          </a:p>
        </p:txBody>
      </p:sp>
      <p:sp>
        <p:nvSpPr>
          <p:cNvPr id="8" name="22 Marcador de texto"/>
          <p:cNvSpPr>
            <a:spLocks noGrp="1"/>
          </p:cNvSpPr>
          <p:nvPr>
            <p:ph type="body" sz="quarter" idx="15"/>
          </p:nvPr>
        </p:nvSpPr>
        <p:spPr>
          <a:xfrm>
            <a:off x="335360" y="188640"/>
            <a:ext cx="10945216" cy="504056"/>
          </a:xfrm>
          <a:ln>
            <a:noFill/>
          </a:ln>
        </p:spPr>
        <p:txBody>
          <a:bodyPr/>
          <a:lstStyle>
            <a:lvl1pPr>
              <a:defRPr kumimoji="0" lang="es-ES" sz="2800" cap="small" spc="0" baseline="0" dirty="0" smtClean="0">
                <a:solidFill>
                  <a:schemeClr val="tx1"/>
                </a:solidFill>
                <a:latin typeface="+mj-lt"/>
                <a:ea typeface="+mj-ea"/>
                <a:cs typeface="+mj-cs"/>
              </a:defRPr>
            </a:lvl1pPr>
          </a:lstStyle>
          <a:p>
            <a:pPr lvl="0"/>
            <a:r>
              <a:rPr lang="es-ES"/>
              <a:t>Haga clic para modificar el estilo de texto del patrón</a:t>
            </a:r>
          </a:p>
        </p:txBody>
      </p:sp>
      <p:sp>
        <p:nvSpPr>
          <p:cNvPr id="6" name="3 Marcador de pie de página"/>
          <p:cNvSpPr>
            <a:spLocks noGrp="1"/>
          </p:cNvSpPr>
          <p:nvPr>
            <p:ph type="ftr" sz="quarter" idx="16"/>
          </p:nvPr>
        </p:nvSpPr>
        <p:spPr>
          <a:xfrm>
            <a:off x="6672263" y="6308727"/>
            <a:ext cx="4705351" cy="365125"/>
          </a:xfrm>
        </p:spPr>
        <p:txBody>
          <a:bodyPr/>
          <a:lstStyle>
            <a:lvl1pPr>
              <a:defRPr/>
            </a:lvl1pPr>
          </a:lstStyle>
          <a:p>
            <a:r>
              <a:rPr lang="es-ES"/>
              <a:t>Calidad de Sistemas de Software  - 2019</a:t>
            </a:r>
          </a:p>
        </p:txBody>
      </p:sp>
      <p:sp>
        <p:nvSpPr>
          <p:cNvPr id="9" name="4 Marcador de número de diapositiva"/>
          <p:cNvSpPr>
            <a:spLocks noGrp="1"/>
          </p:cNvSpPr>
          <p:nvPr>
            <p:ph type="sldNum" sz="quarter" idx="17"/>
          </p:nvPr>
        </p:nvSpPr>
        <p:spPr/>
        <p:txBody>
          <a:bodyPr/>
          <a:lstStyle>
            <a:lvl1pPr>
              <a:defRPr smtClean="0"/>
            </a:lvl1pPr>
          </a:lstStyle>
          <a:p>
            <a:fld id="{A06DBA4C-BE2D-4FDA-A3F1-EFC03F3DB517}" type="slidenum">
              <a:rPr lang="es-ES" smtClean="0"/>
              <a:pPr/>
              <a:t>‹Nº›</a:t>
            </a:fld>
            <a:endParaRPr lang="es-ES"/>
          </a:p>
        </p:txBody>
      </p:sp>
      <p:sp>
        <p:nvSpPr>
          <p:cNvPr id="10" name="10 Marcador de fecha"/>
          <p:cNvSpPr>
            <a:spLocks noGrp="1"/>
          </p:cNvSpPr>
          <p:nvPr>
            <p:ph type="dt" sz="half" idx="18"/>
          </p:nvPr>
        </p:nvSpPr>
        <p:spPr/>
        <p:txBody>
          <a:bodyPr/>
          <a:lstStyle>
            <a:lvl1pPr>
              <a:defRPr/>
            </a:lvl1pPr>
          </a:lstStyle>
          <a:p>
            <a:endParaRPr lang="es-ES"/>
          </a:p>
        </p:txBody>
      </p:sp>
    </p:spTree>
    <p:extLst>
      <p:ext uri="{BB962C8B-B14F-4D97-AF65-F5344CB8AC3E}">
        <p14:creationId xmlns:p14="http://schemas.microsoft.com/office/powerpoint/2010/main" val="421494931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7" name="6 Marcador de texto"/>
          <p:cNvSpPr>
            <a:spLocks noGrp="1"/>
          </p:cNvSpPr>
          <p:nvPr>
            <p:ph type="body" sz="quarter" idx="13"/>
          </p:nvPr>
        </p:nvSpPr>
        <p:spPr>
          <a:xfrm>
            <a:off x="527381" y="260648"/>
            <a:ext cx="10858576" cy="5976664"/>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dirty="0"/>
          </a:p>
        </p:txBody>
      </p:sp>
      <p:sp>
        <p:nvSpPr>
          <p:cNvPr id="16" name="15 Marcador de texto"/>
          <p:cNvSpPr>
            <a:spLocks noGrp="1"/>
          </p:cNvSpPr>
          <p:nvPr>
            <p:ph type="body" sz="quarter" idx="14"/>
          </p:nvPr>
        </p:nvSpPr>
        <p:spPr>
          <a:xfrm>
            <a:off x="527385" y="6309320"/>
            <a:ext cx="4190993" cy="357190"/>
          </a:xfrm>
        </p:spPr>
        <p:txBody>
          <a:bodyPr>
            <a:noAutofit/>
          </a:bodyPr>
          <a:lstStyle>
            <a:lvl1pPr>
              <a:buNone/>
              <a:defRPr sz="1400">
                <a:solidFill>
                  <a:schemeClr val="tx2"/>
                </a:solidFill>
              </a:defRPr>
            </a:lvl1pPr>
            <a:lvl2pPr>
              <a:buNone/>
              <a:defRPr sz="1400"/>
            </a:lvl2pPr>
            <a:lvl3pPr>
              <a:buNone/>
              <a:defRPr sz="1400"/>
            </a:lvl3pPr>
            <a:lvl4pPr>
              <a:buNone/>
              <a:defRPr sz="1400"/>
            </a:lvl4pPr>
            <a:lvl5pPr>
              <a:buNone/>
              <a:defRPr sz="1400"/>
            </a:lvl5pPr>
          </a:lstStyle>
          <a:p>
            <a:pPr lvl="0"/>
            <a:r>
              <a:rPr lang="es-ES"/>
              <a:t>Haga clic para modificar el estilo de texto del patrón</a:t>
            </a:r>
          </a:p>
        </p:txBody>
      </p:sp>
      <p:sp>
        <p:nvSpPr>
          <p:cNvPr id="5" name="3 Marcador de pie de página"/>
          <p:cNvSpPr>
            <a:spLocks noGrp="1"/>
          </p:cNvSpPr>
          <p:nvPr>
            <p:ph type="ftr" sz="quarter" idx="15"/>
          </p:nvPr>
        </p:nvSpPr>
        <p:spPr>
          <a:xfrm>
            <a:off x="6672263" y="6308727"/>
            <a:ext cx="4705351" cy="365125"/>
          </a:xfrm>
        </p:spPr>
        <p:txBody>
          <a:bodyPr/>
          <a:lstStyle>
            <a:lvl1pPr>
              <a:defRPr/>
            </a:lvl1pPr>
          </a:lstStyle>
          <a:p>
            <a:r>
              <a:rPr lang="es-ES"/>
              <a:t>Calidad de Sistemas de Software  - 2019</a:t>
            </a:r>
          </a:p>
        </p:txBody>
      </p:sp>
      <p:sp>
        <p:nvSpPr>
          <p:cNvPr id="6" name="4 Marcador de número de diapositiva"/>
          <p:cNvSpPr>
            <a:spLocks noGrp="1"/>
          </p:cNvSpPr>
          <p:nvPr>
            <p:ph type="sldNum" sz="quarter" idx="16"/>
          </p:nvPr>
        </p:nvSpPr>
        <p:spPr/>
        <p:txBody>
          <a:bodyPr/>
          <a:lstStyle>
            <a:lvl1pPr>
              <a:defRPr smtClean="0">
                <a:solidFill>
                  <a:schemeClr val="bg1"/>
                </a:solidFill>
              </a:defRPr>
            </a:lvl1pPr>
          </a:lstStyle>
          <a:p>
            <a:fld id="{A06DBA4C-BE2D-4FDA-A3F1-EFC03F3DB517}" type="slidenum">
              <a:rPr lang="es-ES" smtClean="0"/>
              <a:pPr/>
              <a:t>‹Nº›</a:t>
            </a:fld>
            <a:endParaRPr lang="es-ES"/>
          </a:p>
        </p:txBody>
      </p:sp>
    </p:spTree>
    <p:extLst>
      <p:ext uri="{BB962C8B-B14F-4D97-AF65-F5344CB8AC3E}">
        <p14:creationId xmlns:p14="http://schemas.microsoft.com/office/powerpoint/2010/main" val="223507938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Encabezado de sección">
    <p:spTree>
      <p:nvGrpSpPr>
        <p:cNvPr id="1" name=""/>
        <p:cNvGrpSpPr/>
        <p:nvPr/>
      </p:nvGrpSpPr>
      <p:grpSpPr>
        <a:xfrm>
          <a:off x="0" y="0"/>
          <a:ext cx="0" cy="0"/>
          <a:chOff x="0" y="0"/>
          <a:chExt cx="0" cy="0"/>
        </a:xfrm>
      </p:grpSpPr>
      <p:sp>
        <p:nvSpPr>
          <p:cNvPr id="3" name="Rectangle 8"/>
          <p:cNvSpPr/>
          <p:nvPr/>
        </p:nvSpPr>
        <p:spPr>
          <a:xfrm>
            <a:off x="0" y="4038600"/>
            <a:ext cx="12192000" cy="609600"/>
          </a:xfrm>
          <a:prstGeom prst="rect">
            <a:avLst/>
          </a:prstGeom>
          <a:solidFill>
            <a:schemeClr val="accent6">
              <a:shade val="75000"/>
            </a:schemeClr>
          </a:solidFill>
          <a:ln w="25400" cap="rnd" cmpd="sng" algn="ctr">
            <a:noFill/>
            <a:prstDash val="solid"/>
          </a:ln>
          <a:effectLst/>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s-ES"/>
          </a:p>
        </p:txBody>
      </p:sp>
      <p:sp>
        <p:nvSpPr>
          <p:cNvPr id="4" name="Rectangle 10"/>
          <p:cNvSpPr/>
          <p:nvPr/>
        </p:nvSpPr>
        <p:spPr>
          <a:xfrm>
            <a:off x="0" y="4646615"/>
            <a:ext cx="12192000" cy="26987"/>
          </a:xfrm>
          <a:prstGeom prst="rect">
            <a:avLst/>
          </a:prstGeom>
          <a:solidFill>
            <a:schemeClr val="accent4"/>
          </a:solidFill>
          <a:ln w="25400" cap="rnd" cmpd="sng" algn="ctr">
            <a:noFill/>
            <a:prstDash val="solid"/>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s-ES"/>
          </a:p>
        </p:txBody>
      </p:sp>
      <p:sp>
        <p:nvSpPr>
          <p:cNvPr id="14" name="Title 13"/>
          <p:cNvSpPr>
            <a:spLocks noGrp="1"/>
          </p:cNvSpPr>
          <p:nvPr>
            <p:ph type="ctrTitle"/>
          </p:nvPr>
        </p:nvSpPr>
        <p:spPr>
          <a:xfrm>
            <a:off x="304800" y="4114800"/>
            <a:ext cx="9652000" cy="533400"/>
          </a:xfrm>
          <a:noFill/>
        </p:spPr>
        <p:txBody>
          <a:bodyPr/>
          <a:lstStyle>
            <a:lvl1pPr algn="l" eaLnBrk="1" latinLnBrk="0" hangingPunct="1">
              <a:defRPr kumimoji="0" lang="es-ES" sz="2000" b="0" cap="all" spc="150" baseline="0">
                <a:solidFill>
                  <a:schemeClr val="bg1"/>
                </a:solidFill>
              </a:defRPr>
            </a:lvl1pPr>
            <a:extLst/>
          </a:lstStyle>
          <a:p>
            <a:r>
              <a:rPr lang="es-ES"/>
              <a:t>Haga clic para modificar el estilo de título del patrón</a:t>
            </a:r>
          </a:p>
        </p:txBody>
      </p:sp>
      <p:sp>
        <p:nvSpPr>
          <p:cNvPr id="5" name="Rectangle 3"/>
          <p:cNvSpPr>
            <a:spLocks noGrp="1"/>
          </p:cNvSpPr>
          <p:nvPr>
            <p:ph type="dt" sz="half" idx="10"/>
          </p:nvPr>
        </p:nvSpPr>
        <p:spPr>
          <a:xfrm>
            <a:off x="304800" y="6477000"/>
            <a:ext cx="2133600" cy="304800"/>
          </a:xfrm>
        </p:spPr>
        <p:txBody>
          <a:bodyPr anchor="ctr"/>
          <a:lstStyle>
            <a:lvl1pPr algn="l" eaLnBrk="1" latinLnBrk="0" hangingPunct="1">
              <a:defRPr kumimoji="0" lang="es-ES" dirty="0">
                <a:solidFill>
                  <a:srgbClr val="A0A0A0"/>
                </a:solidFill>
              </a:defRPr>
            </a:lvl1pPr>
            <a:extLst/>
          </a:lstStyle>
          <a:p>
            <a:endParaRPr lang="es-ES"/>
          </a:p>
        </p:txBody>
      </p:sp>
      <p:sp>
        <p:nvSpPr>
          <p:cNvPr id="6" name="Rectangle 4"/>
          <p:cNvSpPr>
            <a:spLocks noGrp="1"/>
          </p:cNvSpPr>
          <p:nvPr>
            <p:ph type="ftr" sz="quarter" idx="11"/>
          </p:nvPr>
        </p:nvSpPr>
        <p:spPr/>
        <p:txBody>
          <a:bodyPr/>
          <a:lstStyle>
            <a:lvl1pPr eaLnBrk="1" latinLnBrk="0" hangingPunct="1">
              <a:defRPr kumimoji="0" lang="es-ES">
                <a:solidFill>
                  <a:schemeClr val="bg1"/>
                </a:solidFill>
              </a:defRPr>
            </a:lvl1pPr>
            <a:extLst/>
          </a:lstStyle>
          <a:p>
            <a:r>
              <a:rPr lang="es-ES"/>
              <a:t>Calidad de Sistemas de Software  - 2019</a:t>
            </a:r>
          </a:p>
        </p:txBody>
      </p:sp>
      <p:sp>
        <p:nvSpPr>
          <p:cNvPr id="7" name="Slide Number Placeholder 12"/>
          <p:cNvSpPr>
            <a:spLocks noGrp="1"/>
          </p:cNvSpPr>
          <p:nvPr>
            <p:ph type="sldNum" sz="quarter" idx="12"/>
          </p:nvPr>
        </p:nvSpPr>
        <p:spPr>
          <a:xfrm>
            <a:off x="8636000" y="6477000"/>
            <a:ext cx="1360488" cy="304800"/>
          </a:xfrm>
        </p:spPr>
        <p:txBody>
          <a:bodyPr/>
          <a:lstStyle>
            <a:lvl1pPr>
              <a:defRPr smtClean="0"/>
            </a:lvl1pPr>
            <a:extLst/>
          </a:lstStyle>
          <a:p>
            <a:fld id="{A06DBA4C-BE2D-4FDA-A3F1-EFC03F3DB517}" type="slidenum">
              <a:rPr lang="es-ES" smtClean="0"/>
              <a:pPr/>
              <a:t>‹Nº›</a:t>
            </a:fld>
            <a:endParaRPr lang="es-ES"/>
          </a:p>
        </p:txBody>
      </p:sp>
    </p:spTree>
    <p:extLst>
      <p:ext uri="{BB962C8B-B14F-4D97-AF65-F5344CB8AC3E}">
        <p14:creationId xmlns:p14="http://schemas.microsoft.com/office/powerpoint/2010/main" val="205262549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79376" y="337421"/>
            <a:ext cx="10806112" cy="1273175"/>
          </a:xfrm>
        </p:spPr>
        <p:txBody>
          <a:bodyPr/>
          <a:lstStyle/>
          <a:p>
            <a:r>
              <a:rPr lang="es-ES"/>
              <a:t>Haga clic para modificar el estilo de título del patrón</a:t>
            </a:r>
            <a:endParaRPr lang="en-US"/>
          </a:p>
        </p:txBody>
      </p:sp>
      <p:sp>
        <p:nvSpPr>
          <p:cNvPr id="8" name="7 Marcador de contenido"/>
          <p:cNvSpPr>
            <a:spLocks noGrp="1"/>
          </p:cNvSpPr>
          <p:nvPr>
            <p:ph sz="quarter" idx="1"/>
          </p:nvPr>
        </p:nvSpPr>
        <p:spPr>
          <a:xfrm>
            <a:off x="633636" y="1773240"/>
            <a:ext cx="9793088" cy="4600168"/>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4 Marcador de pie de página"/>
          <p:cNvSpPr>
            <a:spLocks noGrp="1"/>
          </p:cNvSpPr>
          <p:nvPr>
            <p:ph type="ftr" sz="quarter" idx="10"/>
          </p:nvPr>
        </p:nvSpPr>
        <p:spPr>
          <a:xfrm>
            <a:off x="168277" y="6525344"/>
            <a:ext cx="3839491" cy="242171"/>
          </a:xfrm>
        </p:spPr>
        <p:txBody>
          <a:bodyPr/>
          <a:lstStyle>
            <a:lvl1pPr>
              <a:defRPr/>
            </a:lvl1pPr>
          </a:lstStyle>
          <a:p>
            <a:pPr>
              <a:defRPr/>
            </a:pPr>
            <a:r>
              <a:rPr lang="es-ES"/>
              <a:t>Calidad de Sistemas de Software  - 2019</a:t>
            </a:r>
            <a:endParaRPr lang="es-ES_tradnl" dirty="0"/>
          </a:p>
        </p:txBody>
      </p:sp>
      <p:sp>
        <p:nvSpPr>
          <p:cNvPr id="5" name="5 Marcador de número de diapositiva"/>
          <p:cNvSpPr>
            <a:spLocks noGrp="1"/>
          </p:cNvSpPr>
          <p:nvPr>
            <p:ph type="sldNum" sz="quarter" idx="11"/>
          </p:nvPr>
        </p:nvSpPr>
        <p:spPr/>
        <p:txBody>
          <a:bodyPr/>
          <a:lstStyle>
            <a:lvl1pPr>
              <a:defRPr smtClean="0"/>
            </a:lvl1pPr>
          </a:lstStyle>
          <a:p>
            <a:pPr>
              <a:defRPr/>
            </a:pPr>
            <a:fld id="{6CAEA118-464F-43A9-BFBC-733A5CD74998}" type="slidenum">
              <a:rPr lang="es-ES" altLang="es-AR" smtClean="0"/>
              <a:pPr>
                <a:defRPr/>
              </a:pPr>
              <a:t>‹Nº›</a:t>
            </a:fld>
            <a:endParaRPr lang="es-ES" altLang="es-AR"/>
          </a:p>
        </p:txBody>
      </p:sp>
    </p:spTree>
    <p:extLst>
      <p:ext uri="{BB962C8B-B14F-4D97-AF65-F5344CB8AC3E}">
        <p14:creationId xmlns:p14="http://schemas.microsoft.com/office/powerpoint/2010/main" val="1922793573"/>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1_Dos objetos">
    <p:bg>
      <p:bgPr>
        <a:solidFill>
          <a:srgbClr val="3F3F3F"/>
        </a:solidFill>
        <a:effectLst/>
      </p:bgPr>
    </p:bg>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609600" y="1481331"/>
            <a:ext cx="5384800" cy="4525963"/>
          </a:xfrm>
        </p:spPr>
        <p:txBody>
          <a:bodyPr/>
          <a:lstStyle>
            <a:lvl1pPr>
              <a:defRPr sz="2800"/>
            </a:lvl1pPr>
            <a:lvl2pPr>
              <a:defRPr sz="2400"/>
            </a:lvl2pPr>
            <a:lvl3pPr>
              <a:defRPr sz="2000"/>
            </a:lvl3pPr>
            <a:lvl4pPr>
              <a:defRPr sz="1800"/>
            </a:lvl4pPr>
            <a:lvl5pPr>
              <a:defRPr sz="18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contenido"/>
          <p:cNvSpPr>
            <a:spLocks noGrp="1"/>
          </p:cNvSpPr>
          <p:nvPr>
            <p:ph sz="half" idx="2"/>
          </p:nvPr>
        </p:nvSpPr>
        <p:spPr>
          <a:xfrm>
            <a:off x="6197600" y="1481331"/>
            <a:ext cx="5384800" cy="4525963"/>
          </a:xfrm>
        </p:spPr>
        <p:txBody>
          <a:bodyPr/>
          <a:lstStyle>
            <a:lvl1pPr>
              <a:defRPr sz="2800"/>
            </a:lvl1pPr>
            <a:lvl2pPr>
              <a:defRPr sz="2400"/>
            </a:lvl2pPr>
            <a:lvl3pPr>
              <a:defRPr sz="2000"/>
            </a:lvl3pPr>
            <a:lvl4pPr>
              <a:defRPr sz="1800"/>
            </a:lvl4pPr>
            <a:lvl5pPr>
              <a:defRPr sz="18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8" name="7 Título"/>
          <p:cNvSpPr>
            <a:spLocks noGrp="1"/>
          </p:cNvSpPr>
          <p:nvPr>
            <p:ph type="title"/>
          </p:nvPr>
        </p:nvSpPr>
        <p:spPr/>
        <p:txBody>
          <a:bodyPr/>
          <a:lstStyle/>
          <a:p>
            <a:r>
              <a:rPr lang="es-ES"/>
              <a:t>Haga clic para modificar el estilo de título del patrón</a:t>
            </a:r>
            <a:endParaRPr lang="en-US"/>
          </a:p>
        </p:txBody>
      </p:sp>
      <p:sp>
        <p:nvSpPr>
          <p:cNvPr id="5" name="4 Marcador de fecha"/>
          <p:cNvSpPr>
            <a:spLocks noGrp="1"/>
          </p:cNvSpPr>
          <p:nvPr>
            <p:ph type="dt" sz="half" idx="10"/>
          </p:nvPr>
        </p:nvSpPr>
        <p:spPr/>
        <p:txBody>
          <a:bodyPr/>
          <a:lstStyle>
            <a:lvl1pPr>
              <a:defRPr/>
            </a:lvl1pPr>
          </a:lstStyle>
          <a:p>
            <a:endParaRPr lang="es-ES"/>
          </a:p>
        </p:txBody>
      </p:sp>
      <p:sp>
        <p:nvSpPr>
          <p:cNvPr id="6" name="5 Marcador de pie de página"/>
          <p:cNvSpPr>
            <a:spLocks noGrp="1"/>
          </p:cNvSpPr>
          <p:nvPr>
            <p:ph type="ftr" sz="quarter" idx="11"/>
          </p:nvPr>
        </p:nvSpPr>
        <p:spPr/>
        <p:txBody>
          <a:bodyPr/>
          <a:lstStyle>
            <a:lvl1pPr>
              <a:defRPr/>
            </a:lvl1pPr>
          </a:lstStyle>
          <a:p>
            <a:r>
              <a:rPr lang="es-ES"/>
              <a:t>Calidad de Sistemas de Software  - 2019</a:t>
            </a:r>
          </a:p>
        </p:txBody>
      </p:sp>
      <p:sp>
        <p:nvSpPr>
          <p:cNvPr id="7" name="6 Marcador de número de diapositiva"/>
          <p:cNvSpPr>
            <a:spLocks noGrp="1"/>
          </p:cNvSpPr>
          <p:nvPr>
            <p:ph type="sldNum" sz="quarter" idx="12"/>
          </p:nvPr>
        </p:nvSpPr>
        <p:spPr/>
        <p:txBody>
          <a:bodyPr/>
          <a:lstStyle>
            <a:lvl1pPr>
              <a:defRPr/>
            </a:lvl1pPr>
          </a:lstStyle>
          <a:p>
            <a:fld id="{A06DBA4C-BE2D-4FDA-A3F1-EFC03F3DB517}" type="slidenum">
              <a:rPr lang="es-ES" smtClean="0"/>
              <a:pPr/>
              <a:t>‹Nº›</a:t>
            </a:fld>
            <a:endParaRPr lang="es-ES"/>
          </a:p>
        </p:txBody>
      </p:sp>
    </p:spTree>
    <p:extLst>
      <p:ext uri="{BB962C8B-B14F-4D97-AF65-F5344CB8AC3E}">
        <p14:creationId xmlns:p14="http://schemas.microsoft.com/office/powerpoint/2010/main" val="72554199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3_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16" name="15 Marcador de texto"/>
          <p:cNvSpPr>
            <a:spLocks noGrp="1"/>
          </p:cNvSpPr>
          <p:nvPr>
            <p:ph type="body" sz="quarter" idx="14"/>
          </p:nvPr>
        </p:nvSpPr>
        <p:spPr>
          <a:xfrm>
            <a:off x="4434" y="6451617"/>
            <a:ext cx="4190993" cy="357190"/>
          </a:xfrm>
        </p:spPr>
        <p:txBody>
          <a:bodyPr>
            <a:noAutofit/>
          </a:bodyPr>
          <a:lstStyle>
            <a:lvl1pPr>
              <a:buNone/>
              <a:defRPr sz="1400">
                <a:solidFill>
                  <a:schemeClr val="bg1"/>
                </a:solidFill>
              </a:defRPr>
            </a:lvl1pPr>
            <a:lvl2pPr>
              <a:buNone/>
              <a:defRPr sz="1400"/>
            </a:lvl2pPr>
            <a:lvl3pPr>
              <a:buNone/>
              <a:defRPr sz="1400"/>
            </a:lvl3pPr>
            <a:lvl4pPr>
              <a:buNone/>
              <a:defRPr sz="1400"/>
            </a:lvl4pPr>
            <a:lvl5pPr>
              <a:buNone/>
              <a:defRPr sz="1400"/>
            </a:lvl5pPr>
          </a:lstStyle>
          <a:p>
            <a:pPr lvl="0"/>
            <a:r>
              <a:rPr lang="es-ES"/>
              <a:t>Haga clic para modificar el estilo de texto del patrón</a:t>
            </a:r>
          </a:p>
        </p:txBody>
      </p:sp>
      <p:sp>
        <p:nvSpPr>
          <p:cNvPr id="8" name="Content Placeholder 2"/>
          <p:cNvSpPr>
            <a:spLocks noGrp="1"/>
          </p:cNvSpPr>
          <p:nvPr>
            <p:ph idx="1"/>
          </p:nvPr>
        </p:nvSpPr>
        <p:spPr>
          <a:xfrm>
            <a:off x="1097279" y="1845734"/>
            <a:ext cx="10058401" cy="4023360"/>
          </a:xfrm>
        </p:spPr>
        <p:txBody>
          <a:bodyPr/>
          <a:lstStyle>
            <a:lvl1pPr>
              <a:defRPr sz="2800"/>
            </a:lvl1pPr>
            <a:lvl2pPr>
              <a:defRPr sz="2400"/>
            </a:lvl2pPr>
            <a:lvl3pPr>
              <a:defRPr sz="2000"/>
            </a:lvl3pPr>
            <a:lvl4pPr>
              <a:defRPr sz="1800"/>
            </a:lvl4pPr>
            <a:lvl5pPr>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3 Marcador de pie de página"/>
          <p:cNvSpPr>
            <a:spLocks noGrp="1"/>
          </p:cNvSpPr>
          <p:nvPr>
            <p:ph type="ftr" sz="quarter" idx="15"/>
          </p:nvPr>
        </p:nvSpPr>
        <p:spPr>
          <a:xfrm>
            <a:off x="4241801" y="6459540"/>
            <a:ext cx="5183188" cy="365125"/>
          </a:xfrm>
        </p:spPr>
        <p:txBody>
          <a:bodyPr/>
          <a:lstStyle>
            <a:lvl1pPr>
              <a:defRPr/>
            </a:lvl1pPr>
          </a:lstStyle>
          <a:p>
            <a:r>
              <a:rPr lang="es-ES"/>
              <a:t>Calidad de Sistemas de Software  - 2019</a:t>
            </a:r>
          </a:p>
        </p:txBody>
      </p:sp>
      <p:sp>
        <p:nvSpPr>
          <p:cNvPr id="6" name="4 Marcador de número de diapositiva"/>
          <p:cNvSpPr>
            <a:spLocks noGrp="1"/>
          </p:cNvSpPr>
          <p:nvPr>
            <p:ph type="sldNum" sz="quarter" idx="16"/>
          </p:nvPr>
        </p:nvSpPr>
        <p:spPr/>
        <p:txBody>
          <a:bodyPr/>
          <a:lstStyle>
            <a:lvl1pPr>
              <a:defRPr/>
            </a:lvl1pPr>
          </a:lstStyle>
          <a:p>
            <a:fld id="{A06DBA4C-BE2D-4FDA-A3F1-EFC03F3DB517}" type="slidenum">
              <a:rPr lang="es-ES" smtClean="0"/>
              <a:pPr/>
              <a:t>‹Nº›</a:t>
            </a:fld>
            <a:endParaRPr lang="es-ES"/>
          </a:p>
        </p:txBody>
      </p:sp>
    </p:spTree>
    <p:extLst>
      <p:ext uri="{BB962C8B-B14F-4D97-AF65-F5344CB8AC3E}">
        <p14:creationId xmlns:p14="http://schemas.microsoft.com/office/powerpoint/2010/main" val="4173933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lvl1pPr>
          </a:lstStyle>
          <a:p>
            <a:pPr>
              <a:defRPr/>
            </a:pPr>
            <a:fld id="{B4299AF6-9547-4B3E-8773-89DD7E9844C6}" type="datetimeFigureOut">
              <a:rPr lang="es-VE"/>
              <a:pPr>
                <a:defRPr/>
              </a:pPr>
              <a:t>16/9/2024</a:t>
            </a:fld>
            <a:endParaRPr lang="es-VE"/>
          </a:p>
        </p:txBody>
      </p:sp>
      <p:sp>
        <p:nvSpPr>
          <p:cNvPr id="3" name="2 Marcador de pie de página"/>
          <p:cNvSpPr>
            <a:spLocks noGrp="1"/>
          </p:cNvSpPr>
          <p:nvPr>
            <p:ph type="ftr" sz="quarter" idx="11"/>
          </p:nvPr>
        </p:nvSpPr>
        <p:spPr/>
        <p:txBody>
          <a:bodyPr/>
          <a:lstStyle>
            <a:lvl1pPr>
              <a:defRPr/>
            </a:lvl1pPr>
          </a:lstStyle>
          <a:p>
            <a:pPr>
              <a:defRPr/>
            </a:pPr>
            <a:endParaRPr lang="es-VE"/>
          </a:p>
        </p:txBody>
      </p:sp>
      <p:sp>
        <p:nvSpPr>
          <p:cNvPr id="4" name="3 Marcador de número de diapositiva"/>
          <p:cNvSpPr>
            <a:spLocks noGrp="1"/>
          </p:cNvSpPr>
          <p:nvPr>
            <p:ph type="sldNum" sz="quarter" idx="12"/>
          </p:nvPr>
        </p:nvSpPr>
        <p:spPr>
          <a:xfrm>
            <a:off x="0" y="6248400"/>
            <a:ext cx="711200" cy="381000"/>
          </a:xfrm>
        </p:spPr>
        <p:txBody>
          <a:bodyPr/>
          <a:lstStyle>
            <a:lvl1pPr>
              <a:defRPr>
                <a:solidFill>
                  <a:schemeClr val="tx2"/>
                </a:solidFill>
              </a:defRPr>
            </a:lvl1pPr>
          </a:lstStyle>
          <a:p>
            <a:pPr>
              <a:defRPr/>
            </a:pPr>
            <a:fld id="{577270DF-DE3F-4410-A8B5-78CB12707678}" type="slidenum">
              <a:rPr lang="es-VE" altLang="es-AR"/>
              <a:pPr>
                <a:defRPr/>
              </a:pPr>
              <a:t>‹Nº›</a:t>
            </a:fld>
            <a:endParaRPr lang="es-VE" altLang="es-AR"/>
          </a:p>
        </p:txBody>
      </p:sp>
    </p:spTree>
    <p:extLst>
      <p:ext uri="{BB962C8B-B14F-4D97-AF65-F5344CB8AC3E}">
        <p14:creationId xmlns:p14="http://schemas.microsoft.com/office/powerpoint/2010/main" val="33250852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609600" y="122239"/>
            <a:ext cx="10972800" cy="6008687"/>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3" name="2 Marcador de fecha"/>
          <p:cNvSpPr>
            <a:spLocks noGrp="1"/>
          </p:cNvSpPr>
          <p:nvPr>
            <p:ph type="dt" sz="half" idx="10"/>
          </p:nvPr>
        </p:nvSpPr>
        <p:spPr/>
        <p:txBody>
          <a:bodyPr/>
          <a:lstStyle>
            <a:lvl1pPr>
              <a:defRPr/>
            </a:lvl1pPr>
          </a:lstStyle>
          <a:p>
            <a:pPr>
              <a:defRPr/>
            </a:pPr>
            <a:fld id="{5BA326FE-A1AA-4DA1-BD92-0B6839DAF7CF}" type="datetime1">
              <a:rPr lang="es-ES_tradnl"/>
              <a:pPr>
                <a:defRPr/>
              </a:pPr>
              <a:t>16/09/2024</a:t>
            </a:fld>
            <a:endParaRPr lang="es-ES" altLang="en-US"/>
          </a:p>
        </p:txBody>
      </p:sp>
      <p:sp>
        <p:nvSpPr>
          <p:cNvPr id="4" name="3 Marcador de pie de página"/>
          <p:cNvSpPr>
            <a:spLocks noGrp="1"/>
          </p:cNvSpPr>
          <p:nvPr>
            <p:ph type="ftr" sz="quarter" idx="11"/>
          </p:nvPr>
        </p:nvSpPr>
        <p:spPr/>
        <p:txBody>
          <a:bodyPr/>
          <a:lstStyle>
            <a:lvl1pPr>
              <a:defRPr/>
            </a:lvl1pPr>
          </a:lstStyle>
          <a:p>
            <a:pPr>
              <a:defRPr/>
            </a:pPr>
            <a:r>
              <a:rPr lang="es-ES" altLang="en-US"/>
              <a:t>MSc. Federico Walas Mateo</a:t>
            </a:r>
          </a:p>
        </p:txBody>
      </p:sp>
      <p:sp>
        <p:nvSpPr>
          <p:cNvPr id="5" name="4 Marcador de número de diapositiva"/>
          <p:cNvSpPr>
            <a:spLocks noGrp="1"/>
          </p:cNvSpPr>
          <p:nvPr>
            <p:ph type="sldNum" sz="quarter" idx="12"/>
          </p:nvPr>
        </p:nvSpPr>
        <p:spPr/>
        <p:txBody>
          <a:bodyPr/>
          <a:lstStyle>
            <a:lvl1pPr>
              <a:defRPr/>
            </a:lvl1pPr>
          </a:lstStyle>
          <a:p>
            <a:pPr>
              <a:defRPr/>
            </a:pPr>
            <a:fld id="{948E586F-57E6-4D3A-81AB-73DD03C17F4D}" type="slidenum">
              <a:rPr lang="es-ES" altLang="en-US"/>
              <a:pPr>
                <a:defRPr/>
              </a:pPr>
              <a:t>‹Nº›</a:t>
            </a:fld>
            <a:endParaRPr lang="es-ES" altLang="en-US"/>
          </a:p>
        </p:txBody>
      </p:sp>
    </p:spTree>
    <p:extLst>
      <p:ext uri="{BB962C8B-B14F-4D97-AF65-F5344CB8AC3E}">
        <p14:creationId xmlns:p14="http://schemas.microsoft.com/office/powerpoint/2010/main" val="35796239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 y="4243394"/>
            <a:ext cx="89677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12254" y="4243388"/>
            <a:ext cx="30765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3" y="2590800"/>
            <a:ext cx="8967788" cy="165893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9112254" y="2590800"/>
            <a:ext cx="3076575" cy="16589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ctrTitle"/>
          </p:nvPr>
        </p:nvSpPr>
        <p:spPr>
          <a:xfrm>
            <a:off x="680326" y="2733709"/>
            <a:ext cx="8144135" cy="1373070"/>
          </a:xfrm>
        </p:spPr>
        <p:txBody>
          <a:bodyPr anchor="b">
            <a:noAutofit/>
          </a:bodyPr>
          <a:lstStyle>
            <a:lvl1pPr algn="r" latinLnBrk="0">
              <a:defRPr lang="es-ES" sz="5400"/>
            </a:lvl1pPr>
          </a:lstStyle>
          <a:p>
            <a:r>
              <a:rPr lang="es-ES"/>
              <a:t>Haga clic para modificar el estilo de título del patrón</a:t>
            </a:r>
          </a:p>
        </p:txBody>
      </p:sp>
      <p:sp>
        <p:nvSpPr>
          <p:cNvPr id="3" name="Subtítulo 2"/>
          <p:cNvSpPr>
            <a:spLocks noGrp="1"/>
          </p:cNvSpPr>
          <p:nvPr>
            <p:ph type="subTitle" idx="1"/>
          </p:nvPr>
        </p:nvSpPr>
        <p:spPr>
          <a:xfrm>
            <a:off x="680326" y="4394047"/>
            <a:ext cx="8144135" cy="1117687"/>
          </a:xfrm>
        </p:spPr>
        <p:txBody>
          <a:bodyPr/>
          <a:lstStyle>
            <a:lvl1pPr marL="0" indent="0" algn="r" latinLnBrk="0">
              <a:buNone/>
              <a:defRPr lang="es-ES" sz="2000"/>
            </a:lvl1pPr>
            <a:lvl2pPr marL="457200" indent="0" algn="ctr" latinLnBrk="0">
              <a:buNone/>
              <a:defRPr lang="es-ES" sz="2000"/>
            </a:lvl2pPr>
            <a:lvl3pPr marL="914400" indent="0" algn="ctr" latinLnBrk="0">
              <a:buNone/>
              <a:defRPr lang="es-ES" sz="1800"/>
            </a:lvl3pPr>
            <a:lvl4pPr marL="1371600" indent="0" algn="ctr" latinLnBrk="0">
              <a:buNone/>
              <a:defRPr lang="es-ES" sz="1600"/>
            </a:lvl4pPr>
            <a:lvl5pPr marL="1828800" indent="0" algn="ctr" latinLnBrk="0">
              <a:buNone/>
              <a:defRPr lang="es-ES" sz="1600"/>
            </a:lvl5pPr>
            <a:lvl6pPr marL="2286000" indent="0" algn="ctr" latinLnBrk="0">
              <a:buNone/>
              <a:defRPr lang="es-ES" sz="1600"/>
            </a:lvl6pPr>
            <a:lvl7pPr marL="2743200" indent="0" algn="ctr" latinLnBrk="0">
              <a:buNone/>
              <a:defRPr lang="es-ES" sz="1600"/>
            </a:lvl7pPr>
            <a:lvl8pPr marL="3200400" indent="0" algn="ctr" latinLnBrk="0">
              <a:buNone/>
              <a:defRPr lang="es-ES" sz="1600"/>
            </a:lvl8pPr>
            <a:lvl9pPr marL="3657600" indent="0" algn="ctr" latinLnBrk="0">
              <a:buNone/>
              <a:defRPr lang="es-ES" sz="1600"/>
            </a:lvl9pPr>
          </a:lstStyle>
          <a:p>
            <a:r>
              <a:rPr lang="es-ES"/>
              <a:t>Haga clic para modificar el estilo de subtítulo del patrón</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a:xfrm>
            <a:off x="9255129" y="2749556"/>
            <a:ext cx="1171575" cy="1357313"/>
          </a:xfrm>
        </p:spPr>
        <p:txBody>
          <a:bodyPr/>
          <a:lstStyle>
            <a:lvl1pPr>
              <a:defRPr/>
            </a:lvl1pPr>
          </a:lstStyle>
          <a:p>
            <a:pPr>
              <a:defRPr/>
            </a:pPr>
            <a:fld id="{2EA00877-2F62-4DCB-A621-8F230BEFDE8F}" type="slidenum">
              <a:rPr/>
              <a:pPr>
                <a:defRPr/>
              </a:pPr>
              <a:t>‹Nº›</a:t>
            </a:fld>
            <a:endParaRPr/>
          </a:p>
        </p:txBody>
      </p:sp>
    </p:spTree>
    <p:extLst>
      <p:ext uri="{BB962C8B-B14F-4D97-AF65-F5344CB8AC3E}">
        <p14:creationId xmlns:p14="http://schemas.microsoft.com/office/powerpoint/2010/main" val="3321529465"/>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pic>
        <p:nvPicPr>
          <p:cNvPr id="4" name="Imagen 14"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4"/>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15"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16"/>
          <p:cNvSpPr/>
          <p:nvPr/>
        </p:nvSpPr>
        <p:spPr>
          <a:xfrm>
            <a:off x="0" y="60960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17"/>
          <p:cNvSpPr/>
          <p:nvPr/>
        </p:nvSpPr>
        <p:spPr>
          <a:xfrm>
            <a:off x="10585454" y="6096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contenido 2"/>
          <p:cNvSpPr>
            <a:spLocks noGrp="1"/>
          </p:cNvSpPr>
          <p:nvPr>
            <p:ph idx="1"/>
          </p:nvPr>
        </p:nvSpPr>
        <p:spPr/>
        <p:txBody>
          <a:bodyPr/>
          <a:lstStyle>
            <a:lvl1pPr latinLnBrk="0">
              <a:defRPr lang="es-ES" sz="2400"/>
            </a:lvl1pPr>
            <a:lvl2pPr latinLnBrk="0">
              <a:defRPr lang="es-ES" sz="2000"/>
            </a:lvl2pPr>
            <a:lvl3pPr latinLnBrk="0">
              <a:defRPr lang="es-ES" sz="1800"/>
            </a:lvl3pPr>
            <a:lvl4pPr latinLnBrk="0">
              <a:defRPr lang="es-ES" sz="1600"/>
            </a:lvl4pPr>
            <a:lvl5pPr latinLnBrk="0">
              <a:defRPr lang="es-ES"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p:txBody>
          <a:bodyPr/>
          <a:lstStyle>
            <a:lvl1pPr>
              <a:defRPr/>
            </a:lvl1pPr>
          </a:lstStyle>
          <a:p>
            <a:pPr>
              <a:defRPr/>
            </a:pPr>
            <a:fld id="{23FA3E83-3D89-45B9-8973-76AE962259DA}" type="slidenum">
              <a:rPr/>
              <a:pPr>
                <a:defRPr/>
              </a:pPr>
              <a:t>‹Nº›</a:t>
            </a:fld>
            <a:endParaRPr/>
          </a:p>
        </p:txBody>
      </p:sp>
    </p:spTree>
    <p:extLst>
      <p:ext uri="{BB962C8B-B14F-4D97-AF65-F5344CB8AC3E}">
        <p14:creationId xmlns:p14="http://schemas.microsoft.com/office/powerpoint/2010/main" val="3342225403"/>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086231"/>
            <a:ext cx="10437813"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40878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0" y="2725744"/>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10585454" y="2725744"/>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3" y="2869895"/>
            <a:ext cx="9613860" cy="1090788"/>
          </a:xfrm>
        </p:spPr>
        <p:txBody>
          <a:bodyPr>
            <a:normAutofit/>
          </a:bodyPr>
          <a:lstStyle>
            <a:lvl1pPr algn="r" latinLnBrk="0">
              <a:defRPr lang="es-ES" sz="3600"/>
            </a:lvl1pPr>
          </a:lstStyle>
          <a:p>
            <a:r>
              <a:rPr lang="es-ES"/>
              <a:t>Haga clic para modificar el estilo de título del patrón</a:t>
            </a:r>
          </a:p>
        </p:txBody>
      </p:sp>
      <p:sp>
        <p:nvSpPr>
          <p:cNvPr id="3" name="Marcador de posición de texto 2"/>
          <p:cNvSpPr>
            <a:spLocks noGrp="1"/>
          </p:cNvSpPr>
          <p:nvPr>
            <p:ph type="body" idx="1"/>
          </p:nvPr>
        </p:nvSpPr>
        <p:spPr>
          <a:xfrm>
            <a:off x="680323" y="4232179"/>
            <a:ext cx="9613860" cy="1704017"/>
          </a:xfrm>
        </p:spPr>
        <p:txBody>
          <a:bodyPr/>
          <a:lstStyle>
            <a:lvl1pPr marL="0" indent="0" algn="r" latinLnBrk="0">
              <a:buNone/>
              <a:defRPr lang="es-ES" sz="2000">
                <a:solidFill>
                  <a:schemeClr val="tx1">
                    <a:tint val="75000"/>
                  </a:schemeClr>
                </a:solidFill>
              </a:defRPr>
            </a:lvl1pPr>
            <a:lvl2pPr marL="457200" indent="0" latinLnBrk="0">
              <a:buNone/>
              <a:defRPr lang="es-ES" sz="2000">
                <a:solidFill>
                  <a:schemeClr val="tx1">
                    <a:tint val="75000"/>
                  </a:schemeClr>
                </a:solidFill>
              </a:defRPr>
            </a:lvl2pPr>
            <a:lvl3pPr marL="914400" indent="0" latinLnBrk="0">
              <a:buNone/>
              <a:defRPr lang="es-ES" sz="1800">
                <a:solidFill>
                  <a:schemeClr val="tx1">
                    <a:tint val="75000"/>
                  </a:schemeClr>
                </a:solidFill>
              </a:defRPr>
            </a:lvl3pPr>
            <a:lvl4pPr marL="1371600" indent="0" latinLnBrk="0">
              <a:buNone/>
              <a:defRPr lang="es-ES" sz="1600">
                <a:solidFill>
                  <a:schemeClr val="tx1">
                    <a:tint val="75000"/>
                  </a:schemeClr>
                </a:solidFill>
              </a:defRPr>
            </a:lvl4pPr>
            <a:lvl5pPr marL="1828800" indent="0" latinLnBrk="0">
              <a:buNone/>
              <a:defRPr lang="es-ES" sz="1600">
                <a:solidFill>
                  <a:schemeClr val="tx1">
                    <a:tint val="75000"/>
                  </a:schemeClr>
                </a:solidFill>
              </a:defRPr>
            </a:lvl5pPr>
            <a:lvl6pPr marL="2286000" indent="0" latinLnBrk="0">
              <a:buNone/>
              <a:defRPr lang="es-ES" sz="1600">
                <a:solidFill>
                  <a:schemeClr val="tx1">
                    <a:tint val="75000"/>
                  </a:schemeClr>
                </a:solidFill>
              </a:defRPr>
            </a:lvl6pPr>
            <a:lvl7pPr marL="2743200" indent="0" latinLnBrk="0">
              <a:buNone/>
              <a:defRPr lang="es-ES" sz="1600">
                <a:solidFill>
                  <a:schemeClr val="tx1">
                    <a:tint val="75000"/>
                  </a:schemeClr>
                </a:solidFill>
              </a:defRPr>
            </a:lvl7pPr>
            <a:lvl8pPr marL="3200400" indent="0" latinLnBrk="0">
              <a:buNone/>
              <a:defRPr lang="es-ES" sz="1600">
                <a:solidFill>
                  <a:schemeClr val="tx1">
                    <a:tint val="75000"/>
                  </a:schemeClr>
                </a:solidFill>
              </a:defRPr>
            </a:lvl8pPr>
            <a:lvl9pPr marL="3657600" indent="0" latinLnBrk="0">
              <a:buNone/>
              <a:defRPr lang="es-ES" sz="1600">
                <a:solidFill>
                  <a:schemeClr val="tx1">
                    <a:tint val="75000"/>
                  </a:schemeClr>
                </a:solidFill>
              </a:defRPr>
            </a:lvl9pPr>
          </a:lstStyle>
          <a:p>
            <a:pPr lvl="0"/>
            <a:r>
              <a:rPr lang="es-ES"/>
              <a:t>Haga clic para modificar el estilo de texto del patrón</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a:xfrm>
            <a:off x="10729913" y="2870206"/>
            <a:ext cx="1154112" cy="1090613"/>
          </a:xfrm>
        </p:spPr>
        <p:txBody>
          <a:bodyPr/>
          <a:lstStyle>
            <a:lvl1pPr>
              <a:defRPr/>
            </a:lvl1pPr>
          </a:lstStyle>
          <a:p>
            <a:pPr>
              <a:defRPr/>
            </a:pPr>
            <a:fld id="{B5C0454C-1C62-4D0F-9457-1D4A8F4C768C}" type="slidenum">
              <a:rPr/>
              <a:pPr>
                <a:defRPr/>
              </a:pPr>
              <a:t>‹Nº›</a:t>
            </a:fld>
            <a:endParaRPr/>
          </a:p>
        </p:txBody>
      </p:sp>
    </p:spTree>
    <p:extLst>
      <p:ext uri="{BB962C8B-B14F-4D97-AF65-F5344CB8AC3E}">
        <p14:creationId xmlns:p14="http://schemas.microsoft.com/office/powerpoint/2010/main" val="425697739"/>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Dos objetos de contenido">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4"/>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0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4" y="6096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contenido 2"/>
          <p:cNvSpPr>
            <a:spLocks noGrp="1"/>
          </p:cNvSpPr>
          <p:nvPr>
            <p:ph sz="half" idx="1"/>
          </p:nvPr>
        </p:nvSpPr>
        <p:spPr>
          <a:xfrm>
            <a:off x="680325" y="2336873"/>
            <a:ext cx="4698359" cy="359931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contenido 3"/>
          <p:cNvSpPr>
            <a:spLocks noGrp="1"/>
          </p:cNvSpPr>
          <p:nvPr>
            <p:ph sz="half" idx="2"/>
          </p:nvPr>
        </p:nvSpPr>
        <p:spPr>
          <a:xfrm>
            <a:off x="5594125" y="2336873"/>
            <a:ext cx="4700059" cy="359931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F0250972-ACAC-462F-826B-5D47B12D48BE}" type="slidenum">
              <a:rPr/>
              <a:pPr>
                <a:defRPr/>
              </a:pPr>
              <a:t>‹Nº›</a:t>
            </a:fld>
            <a:endParaRPr/>
          </a:p>
        </p:txBody>
      </p:sp>
    </p:spTree>
    <p:extLst>
      <p:ext uri="{BB962C8B-B14F-4D97-AF65-F5344CB8AC3E}">
        <p14:creationId xmlns:p14="http://schemas.microsoft.com/office/powerpoint/2010/main" val="2154785054"/>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7" name="Imagen 9"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4"/>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10"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ángulo 11"/>
          <p:cNvSpPr/>
          <p:nvPr/>
        </p:nvSpPr>
        <p:spPr>
          <a:xfrm>
            <a:off x="0" y="60960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ángulo 12"/>
          <p:cNvSpPr/>
          <p:nvPr/>
        </p:nvSpPr>
        <p:spPr>
          <a:xfrm>
            <a:off x="10585454" y="6096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5" y="753237"/>
            <a:ext cx="9613863" cy="1080937"/>
          </a:xfrm>
        </p:spPr>
        <p:txBody>
          <a:bodyPr/>
          <a:lstStyle/>
          <a:p>
            <a:r>
              <a:rPr lang="es-ES"/>
              <a:t>Haga clic para modificar el estilo de título del patrón</a:t>
            </a:r>
          </a:p>
        </p:txBody>
      </p:sp>
      <p:sp>
        <p:nvSpPr>
          <p:cNvPr id="3" name="Marcador de posición de texto 2"/>
          <p:cNvSpPr>
            <a:spLocks noGrp="1"/>
          </p:cNvSpPr>
          <p:nvPr>
            <p:ph type="body" idx="1"/>
          </p:nvPr>
        </p:nvSpPr>
        <p:spPr>
          <a:xfrm>
            <a:off x="906355" y="2336881"/>
            <a:ext cx="4472327" cy="693135"/>
          </a:xfrm>
        </p:spPr>
        <p:txBody>
          <a:bodyPr anchor="b"/>
          <a:lstStyle>
            <a:lvl1pPr marL="0" indent="0" latinLnBrk="0">
              <a:buNone/>
              <a:defRPr lang="es-ES" sz="2400" b="1"/>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4" name="Marcador de posición de contenido 3"/>
          <p:cNvSpPr>
            <a:spLocks noGrp="1"/>
          </p:cNvSpPr>
          <p:nvPr>
            <p:ph sz="half" idx="2"/>
          </p:nvPr>
        </p:nvSpPr>
        <p:spPr>
          <a:xfrm>
            <a:off x="680325" y="3030016"/>
            <a:ext cx="4698355" cy="290617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posición de texto 4"/>
          <p:cNvSpPr>
            <a:spLocks noGrp="1"/>
          </p:cNvSpPr>
          <p:nvPr>
            <p:ph type="body" sz="quarter" idx="3"/>
          </p:nvPr>
        </p:nvSpPr>
        <p:spPr>
          <a:xfrm>
            <a:off x="5820155" y="2336873"/>
            <a:ext cx="4474028" cy="692076"/>
          </a:xfrm>
        </p:spPr>
        <p:txBody>
          <a:bodyPr anchor="b"/>
          <a:lstStyle>
            <a:lvl1pPr marL="0" indent="0" latinLnBrk="0">
              <a:buNone/>
              <a:defRPr lang="es-ES" sz="2400" b="1"/>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6" name="Marcador de posición de contenido 5"/>
          <p:cNvSpPr>
            <a:spLocks noGrp="1"/>
          </p:cNvSpPr>
          <p:nvPr>
            <p:ph sz="quarter" idx="4"/>
          </p:nvPr>
        </p:nvSpPr>
        <p:spPr>
          <a:xfrm>
            <a:off x="5594125" y="3030016"/>
            <a:ext cx="4700059" cy="290617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11" name="Marcador de posición de fecha 6"/>
          <p:cNvSpPr>
            <a:spLocks noGrp="1"/>
          </p:cNvSpPr>
          <p:nvPr>
            <p:ph type="dt" sz="half" idx="10"/>
          </p:nvPr>
        </p:nvSpPr>
        <p:spPr/>
        <p:txBody>
          <a:bodyPr/>
          <a:lstStyle>
            <a:lvl1pPr>
              <a:defRPr/>
            </a:lvl1pPr>
          </a:lstStyle>
          <a:p>
            <a:pPr>
              <a:defRPr/>
            </a:pPr>
            <a:endParaRPr/>
          </a:p>
        </p:txBody>
      </p:sp>
      <p:sp>
        <p:nvSpPr>
          <p:cNvPr id="12" name="Marcador de posición de pie de página 7"/>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3" name="Marcador de posición de número de diapositiva 8"/>
          <p:cNvSpPr>
            <a:spLocks noGrp="1"/>
          </p:cNvSpPr>
          <p:nvPr>
            <p:ph type="sldNum" sz="quarter" idx="12"/>
          </p:nvPr>
        </p:nvSpPr>
        <p:spPr/>
        <p:txBody>
          <a:bodyPr/>
          <a:lstStyle>
            <a:lvl1pPr>
              <a:defRPr/>
            </a:lvl1pPr>
          </a:lstStyle>
          <a:p>
            <a:pPr>
              <a:defRPr/>
            </a:pPr>
            <a:fld id="{3E279635-A0E3-4185-A855-B7FDB40AD24B}" type="slidenum">
              <a:rPr/>
              <a:pPr>
                <a:defRPr/>
              </a:pPr>
              <a:t>‹Nº›</a:t>
            </a:fld>
            <a:endParaRPr/>
          </a:p>
        </p:txBody>
      </p:sp>
    </p:spTree>
    <p:extLst>
      <p:ext uri="{BB962C8B-B14F-4D97-AF65-F5344CB8AC3E}">
        <p14:creationId xmlns:p14="http://schemas.microsoft.com/office/powerpoint/2010/main" val="1447179500"/>
      </p:ext>
    </p:extLst>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3" name="Imagen 5"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4"/>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n 6"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7"/>
          <p:cNvSpPr/>
          <p:nvPr/>
        </p:nvSpPr>
        <p:spPr>
          <a:xfrm>
            <a:off x="0" y="60960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ángulo 8"/>
          <p:cNvSpPr/>
          <p:nvPr/>
        </p:nvSpPr>
        <p:spPr>
          <a:xfrm>
            <a:off x="10585454" y="6096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7" name="Marcador de posición de fecha 2"/>
          <p:cNvSpPr>
            <a:spLocks noGrp="1"/>
          </p:cNvSpPr>
          <p:nvPr>
            <p:ph type="dt" sz="half" idx="10"/>
          </p:nvPr>
        </p:nvSpPr>
        <p:spPr/>
        <p:txBody>
          <a:bodyPr/>
          <a:lstStyle>
            <a:lvl1pPr>
              <a:defRPr/>
            </a:lvl1pPr>
          </a:lstStyle>
          <a:p>
            <a:pPr>
              <a:defRPr/>
            </a:pPr>
            <a:endParaRPr/>
          </a:p>
        </p:txBody>
      </p:sp>
      <p:sp>
        <p:nvSpPr>
          <p:cNvPr id="8" name="Marcador de posición de pie de página 3"/>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9" name="Marcador de posición de número de diapositiva 4"/>
          <p:cNvSpPr>
            <a:spLocks noGrp="1"/>
          </p:cNvSpPr>
          <p:nvPr>
            <p:ph type="sldNum" sz="quarter" idx="12"/>
          </p:nvPr>
        </p:nvSpPr>
        <p:spPr/>
        <p:txBody>
          <a:bodyPr/>
          <a:lstStyle>
            <a:lvl1pPr>
              <a:defRPr/>
            </a:lvl1pPr>
          </a:lstStyle>
          <a:p>
            <a:pPr>
              <a:defRPr/>
            </a:pPr>
            <a:fld id="{BF28677F-9DC4-4F00-A9ED-A2ADB32EDB80}" type="slidenum">
              <a:rPr/>
              <a:pPr>
                <a:defRPr/>
              </a:pPr>
              <a:t>‹Nº›</a:t>
            </a:fld>
            <a:endParaRPr/>
          </a:p>
        </p:txBody>
      </p:sp>
    </p:spTree>
    <p:extLst>
      <p:ext uri="{BB962C8B-B14F-4D97-AF65-F5344CB8AC3E}">
        <p14:creationId xmlns:p14="http://schemas.microsoft.com/office/powerpoint/2010/main" val="1904597971"/>
      </p:ext>
    </p:extLst>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2" name="Imagen 4" descr="HD-ShadowShort.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85454"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ángulo 5"/>
          <p:cNvSpPr/>
          <p:nvPr/>
        </p:nvSpPr>
        <p:spPr>
          <a:xfrm>
            <a:off x="10585454" y="6096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Marcador de posición de fecha 1"/>
          <p:cNvSpPr>
            <a:spLocks noGrp="1"/>
          </p:cNvSpPr>
          <p:nvPr>
            <p:ph type="dt" sz="half" idx="10"/>
          </p:nvPr>
        </p:nvSpPr>
        <p:spPr/>
        <p:txBody>
          <a:bodyPr/>
          <a:lstStyle>
            <a:lvl1pPr>
              <a:defRPr/>
            </a:lvl1pPr>
          </a:lstStyle>
          <a:p>
            <a:pPr>
              <a:defRPr/>
            </a:pPr>
            <a:endParaRPr/>
          </a:p>
        </p:txBody>
      </p:sp>
      <p:sp>
        <p:nvSpPr>
          <p:cNvPr id="5" name="Marcador de posición de pie de página 2"/>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6" name="Marcador de posición de número de diapositiva 3"/>
          <p:cNvSpPr>
            <a:spLocks noGrp="1"/>
          </p:cNvSpPr>
          <p:nvPr>
            <p:ph type="sldNum" sz="quarter" idx="12"/>
          </p:nvPr>
        </p:nvSpPr>
        <p:spPr/>
        <p:txBody>
          <a:bodyPr/>
          <a:lstStyle>
            <a:lvl1pPr>
              <a:defRPr/>
            </a:lvl1pPr>
          </a:lstStyle>
          <a:p>
            <a:pPr>
              <a:defRPr/>
            </a:pPr>
            <a:fld id="{827E2AFE-9491-4120-9D75-0AB864275F6F}" type="slidenum">
              <a:rPr/>
              <a:pPr>
                <a:defRPr/>
              </a:pPr>
              <a:t>‹Nº›</a:t>
            </a:fld>
            <a:endParaRPr/>
          </a:p>
        </p:txBody>
      </p:sp>
    </p:spTree>
    <p:extLst>
      <p:ext uri="{BB962C8B-B14F-4D97-AF65-F5344CB8AC3E}">
        <p14:creationId xmlns:p14="http://schemas.microsoft.com/office/powerpoint/2010/main" val="312335521"/>
      </p:ext>
    </p:extLst>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ido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4"/>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0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4" y="6096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1" y="753227"/>
            <a:ext cx="9613859" cy="1080940"/>
          </a:xfrm>
        </p:spPr>
        <p:txBody>
          <a:bodyPr>
            <a:normAutofit/>
          </a:bodyPr>
          <a:lstStyle>
            <a:lvl1pPr latinLnBrk="0">
              <a:defRPr lang="es-ES" sz="3600"/>
            </a:lvl1pPr>
          </a:lstStyle>
          <a:p>
            <a:r>
              <a:rPr lang="es-ES"/>
              <a:t>Haga clic para modificar el estilo de título del patrón</a:t>
            </a:r>
          </a:p>
        </p:txBody>
      </p:sp>
      <p:sp>
        <p:nvSpPr>
          <p:cNvPr id="3" name="Marcador de posición de contenido 2"/>
          <p:cNvSpPr>
            <a:spLocks noGrp="1"/>
          </p:cNvSpPr>
          <p:nvPr>
            <p:ph idx="1"/>
          </p:nvPr>
        </p:nvSpPr>
        <p:spPr>
          <a:xfrm>
            <a:off x="4685847" y="2336880"/>
            <a:ext cx="5608336" cy="359931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texto 3"/>
          <p:cNvSpPr>
            <a:spLocks noGrp="1"/>
          </p:cNvSpPr>
          <p:nvPr>
            <p:ph type="body" sz="half" idx="2"/>
          </p:nvPr>
        </p:nvSpPr>
        <p:spPr>
          <a:xfrm>
            <a:off x="680326" y="2336878"/>
            <a:ext cx="3790079" cy="3599317"/>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75C28238-4BD1-4800-AF6E-E21DB010D0FE}" type="slidenum">
              <a:rPr/>
              <a:pPr>
                <a:defRPr/>
              </a:pPr>
              <a:t>‹Nº›</a:t>
            </a:fld>
            <a:endParaRPr/>
          </a:p>
        </p:txBody>
      </p:sp>
    </p:spTree>
    <p:extLst>
      <p:ext uri="{BB962C8B-B14F-4D97-AF65-F5344CB8AC3E}">
        <p14:creationId xmlns:p14="http://schemas.microsoft.com/office/powerpoint/2010/main" val="2247367517"/>
      </p:ext>
    </p:extLst>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4"/>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0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4" y="6096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8" y="753228"/>
            <a:ext cx="9613857" cy="1080938"/>
          </a:xfrm>
        </p:spPr>
        <p:txBody>
          <a:bodyPr>
            <a:normAutofit/>
          </a:bodyPr>
          <a:lstStyle>
            <a:lvl1pPr latinLnBrk="0">
              <a:defRPr lang="es-ES" sz="3600"/>
            </a:lvl1pPr>
          </a:lstStyle>
          <a:p>
            <a:r>
              <a:rPr lang="es-ES"/>
              <a:t>Haga clic para modificar el estilo de título del patrón</a:t>
            </a:r>
          </a:p>
        </p:txBody>
      </p:sp>
      <p:sp>
        <p:nvSpPr>
          <p:cNvPr id="3" name="Marcador de posición de imagen 2"/>
          <p:cNvSpPr>
            <a:spLocks noGrp="1" noChangeAspect="1"/>
          </p:cNvSpPr>
          <p:nvPr>
            <p:ph type="pic" idx="1"/>
          </p:nvPr>
        </p:nvSpPr>
        <p:spPr>
          <a:xfrm>
            <a:off x="4868338" y="2336874"/>
            <a:ext cx="5425849" cy="3599312"/>
          </a:xfrm>
          <a:noFill/>
          <a:ln>
            <a:noFill/>
          </a:ln>
          <a:effectLst>
            <a:outerShdw blurRad="76200" dist="63500" dir="5040000" algn="tl" rotWithShape="0">
              <a:srgbClr val="000000">
                <a:alpha val="41000"/>
              </a:srgbClr>
            </a:outerShdw>
          </a:effectLst>
        </p:spPr>
        <p:txBody>
          <a:bodyPr anchor="t"/>
          <a:lstStyle>
            <a:lvl1pPr marL="0" indent="0" latinLnBrk="0">
              <a:buNone/>
              <a:defRPr lang="es-ES" sz="3200"/>
            </a:lvl1pPr>
            <a:lvl2pPr marL="457200" indent="0" latinLnBrk="0">
              <a:buNone/>
              <a:defRPr lang="es-ES" sz="2800"/>
            </a:lvl2pPr>
            <a:lvl3pPr marL="914400" indent="0" latinLnBrk="0">
              <a:buNone/>
              <a:defRPr lang="es-ES" sz="2400"/>
            </a:lvl3pPr>
            <a:lvl4pPr marL="1371600" indent="0" latinLnBrk="0">
              <a:buNone/>
              <a:defRPr lang="es-ES" sz="2000"/>
            </a:lvl4pPr>
            <a:lvl5pPr marL="1828800" indent="0" latinLnBrk="0">
              <a:buNone/>
              <a:defRPr lang="es-ES" sz="2000"/>
            </a:lvl5pPr>
            <a:lvl6pPr marL="2286000" indent="0" latinLnBrk="0">
              <a:buNone/>
              <a:defRPr lang="es-ES" sz="2000"/>
            </a:lvl6pPr>
            <a:lvl7pPr marL="2743200" indent="0" latinLnBrk="0">
              <a:buNone/>
              <a:defRPr lang="es-ES" sz="2000"/>
            </a:lvl7pPr>
            <a:lvl8pPr marL="3200400" indent="0" latinLnBrk="0">
              <a:buNone/>
              <a:defRPr lang="es-ES" sz="2000"/>
            </a:lvl8pPr>
            <a:lvl9pPr marL="3657600" indent="0" latinLnBrk="0">
              <a:buNone/>
              <a:defRPr lang="es-ES" sz="2000"/>
            </a:lvl9pPr>
          </a:lstStyle>
          <a:p>
            <a:pPr lvl="0"/>
            <a:r>
              <a:rPr lang="es-ES" noProof="0"/>
              <a:t>Haga clic en el icono para agregar una imagen</a:t>
            </a:r>
          </a:p>
        </p:txBody>
      </p:sp>
      <p:sp>
        <p:nvSpPr>
          <p:cNvPr id="4" name="Marcador de posición de texto 3"/>
          <p:cNvSpPr>
            <a:spLocks noGrp="1"/>
          </p:cNvSpPr>
          <p:nvPr>
            <p:ph type="body" sz="half" idx="2"/>
          </p:nvPr>
        </p:nvSpPr>
        <p:spPr>
          <a:xfrm>
            <a:off x="680323" y="2336879"/>
            <a:ext cx="3876256" cy="3599315"/>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7E06EDA2-9B16-4E09-8173-6D2D80AE18DF}" type="slidenum">
              <a:rPr/>
              <a:pPr>
                <a:defRPr/>
              </a:pPr>
              <a:t>‹Nº›</a:t>
            </a:fld>
            <a:endParaRPr/>
          </a:p>
        </p:txBody>
      </p:sp>
    </p:spTree>
    <p:extLst>
      <p:ext uri="{BB962C8B-B14F-4D97-AF65-F5344CB8AC3E}">
        <p14:creationId xmlns:p14="http://schemas.microsoft.com/office/powerpoint/2010/main" val="2687442694"/>
      </p:ext>
    </p:extLst>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Vista panorámica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19"/>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4567244"/>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4" y="4567244"/>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5" y="4711624"/>
            <a:ext cx="9613859" cy="453051"/>
          </a:xfrm>
        </p:spPr>
        <p:txBody>
          <a:bodyPr anchor="b">
            <a:normAutofit/>
          </a:bodyPr>
          <a:lstStyle>
            <a:lvl1pPr latinLnBrk="0">
              <a:defRPr lang="es-ES" sz="2400"/>
            </a:lvl1pPr>
          </a:lstStyle>
          <a:p>
            <a:r>
              <a:rPr lang="es-ES"/>
              <a:t>Haga clic para modificar el estilo de título del patrón</a:t>
            </a:r>
          </a:p>
        </p:txBody>
      </p:sp>
      <p:sp>
        <p:nvSpPr>
          <p:cNvPr id="3" name="Marcador de posición de imagen 2"/>
          <p:cNvSpPr>
            <a:spLocks noGrp="1" noChangeAspect="1"/>
          </p:cNvSpPr>
          <p:nvPr>
            <p:ph type="pic" idx="1"/>
          </p:nvPr>
        </p:nvSpPr>
        <p:spPr>
          <a:xfrm>
            <a:off x="680325" y="609605"/>
            <a:ext cx="9613859" cy="3589575"/>
          </a:xfrm>
          <a:noFill/>
          <a:ln>
            <a:noFill/>
          </a:ln>
          <a:effectLst>
            <a:outerShdw blurRad="76200" dist="63500" dir="5040000" algn="tl" rotWithShape="0">
              <a:srgbClr val="000000">
                <a:alpha val="41000"/>
              </a:srgbClr>
            </a:outerShdw>
          </a:effectLst>
        </p:spPr>
        <p:txBody>
          <a:bodyPr anchor="t"/>
          <a:lstStyle>
            <a:lvl1pPr marL="0" indent="0" latinLnBrk="0">
              <a:buNone/>
              <a:defRPr lang="es-ES" sz="3200"/>
            </a:lvl1pPr>
            <a:lvl2pPr marL="457200" indent="0" latinLnBrk="0">
              <a:buNone/>
              <a:defRPr lang="es-ES" sz="2800"/>
            </a:lvl2pPr>
            <a:lvl3pPr marL="914400" indent="0" latinLnBrk="0">
              <a:buNone/>
              <a:defRPr lang="es-ES" sz="2400"/>
            </a:lvl3pPr>
            <a:lvl4pPr marL="1371600" indent="0" latinLnBrk="0">
              <a:buNone/>
              <a:defRPr lang="es-ES" sz="2000"/>
            </a:lvl4pPr>
            <a:lvl5pPr marL="1828800" indent="0" latinLnBrk="0">
              <a:buNone/>
              <a:defRPr lang="es-ES" sz="2000"/>
            </a:lvl5pPr>
            <a:lvl6pPr marL="2286000" indent="0" latinLnBrk="0">
              <a:buNone/>
              <a:defRPr lang="es-ES" sz="2000"/>
            </a:lvl6pPr>
            <a:lvl7pPr marL="2743200" indent="0" latinLnBrk="0">
              <a:buNone/>
              <a:defRPr lang="es-ES" sz="2000"/>
            </a:lvl7pPr>
            <a:lvl8pPr marL="3200400" indent="0" latinLnBrk="0">
              <a:buNone/>
              <a:defRPr lang="es-ES" sz="2000"/>
            </a:lvl8pPr>
            <a:lvl9pPr marL="3657600" indent="0" latinLnBrk="0">
              <a:buNone/>
              <a:defRPr lang="es-ES" sz="2000"/>
            </a:lvl9pPr>
          </a:lstStyle>
          <a:p>
            <a:pPr lvl="0"/>
            <a:r>
              <a:rPr lang="es-ES" noProof="0"/>
              <a:t>Haga clic en el icono para agregar una imagen</a:t>
            </a:r>
          </a:p>
        </p:txBody>
      </p:sp>
      <p:sp>
        <p:nvSpPr>
          <p:cNvPr id="4" name="Marcador de posición de texto 3"/>
          <p:cNvSpPr>
            <a:spLocks noGrp="1"/>
          </p:cNvSpPr>
          <p:nvPr>
            <p:ph type="body" sz="half" idx="2"/>
          </p:nvPr>
        </p:nvSpPr>
        <p:spPr>
          <a:xfrm>
            <a:off x="680323" y="5169591"/>
            <a:ext cx="9613863" cy="622971"/>
          </a:xfrm>
        </p:spPr>
        <p:txBody>
          <a:bodyP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1706"/>
            <a:ext cx="1154112" cy="1090613"/>
          </a:xfrm>
        </p:spPr>
        <p:txBody>
          <a:bodyPr/>
          <a:lstStyle>
            <a:lvl1pPr>
              <a:defRPr/>
            </a:lvl1pPr>
          </a:lstStyle>
          <a:p>
            <a:pPr>
              <a:defRPr/>
            </a:pPr>
            <a:fld id="{FB188F2B-4F28-4FE5-87F4-B5F5C9AB1503}" type="slidenum">
              <a:rPr/>
              <a:pPr>
                <a:defRPr/>
              </a:pPr>
              <a:t>‹Nº›</a:t>
            </a:fld>
            <a:endParaRPr/>
          </a:p>
        </p:txBody>
      </p:sp>
    </p:spTree>
    <p:extLst>
      <p:ext uri="{BB962C8B-B14F-4D97-AF65-F5344CB8AC3E}">
        <p14:creationId xmlns:p14="http://schemas.microsoft.com/office/powerpoint/2010/main" val="3694245055"/>
      </p:ext>
    </p:extLst>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ítulo y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19"/>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4567244"/>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4" y="4567244"/>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1" y="609597"/>
            <a:ext cx="9613859" cy="3592750"/>
          </a:xfrm>
        </p:spPr>
        <p:txBody>
          <a:bodyPr/>
          <a:lstStyle>
            <a:lvl1pPr latinLnBrk="0">
              <a:defRPr lang="es-ES" sz="3200"/>
            </a:lvl1pPr>
          </a:lstStyle>
          <a:p>
            <a:r>
              <a:rPr lang="es-ES"/>
              <a:t>Haga clic para modificar el estilo de título del patrón</a:t>
            </a:r>
          </a:p>
        </p:txBody>
      </p:sp>
      <p:sp>
        <p:nvSpPr>
          <p:cNvPr id="4" name="Marcador de posición de texto 3"/>
          <p:cNvSpPr>
            <a:spLocks noGrp="1"/>
          </p:cNvSpPr>
          <p:nvPr>
            <p:ph type="body" sz="half" idx="2"/>
          </p:nvPr>
        </p:nvSpPr>
        <p:spPr>
          <a:xfrm>
            <a:off x="680325" y="4711623"/>
            <a:ext cx="9613859" cy="1090789"/>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1706"/>
            <a:ext cx="1154112" cy="1090613"/>
          </a:xfrm>
        </p:spPr>
        <p:txBody>
          <a:bodyPr/>
          <a:lstStyle>
            <a:lvl1pPr>
              <a:defRPr/>
            </a:lvl1pPr>
          </a:lstStyle>
          <a:p>
            <a:pPr>
              <a:defRPr/>
            </a:pPr>
            <a:fld id="{D47A2952-95BE-4FFC-9A63-B7C0D3454766}" type="slidenum">
              <a:rPr/>
              <a:pPr>
                <a:defRPr/>
              </a:pPr>
              <a:t>‹Nº›</a:t>
            </a:fld>
            <a:endParaRPr/>
          </a:p>
        </p:txBody>
      </p:sp>
    </p:spTree>
    <p:extLst>
      <p:ext uri="{BB962C8B-B14F-4D97-AF65-F5344CB8AC3E}">
        <p14:creationId xmlns:p14="http://schemas.microsoft.com/office/powerpoint/2010/main" val="2291553465"/>
      </p:ext>
    </p:extLst>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ita con leyenda">
    <p:spTree>
      <p:nvGrpSpPr>
        <p:cNvPr id="1" name=""/>
        <p:cNvGrpSpPr/>
        <p:nvPr/>
      </p:nvGrpSpPr>
      <p:grpSpPr>
        <a:xfrm>
          <a:off x="0" y="0"/>
          <a:ext cx="0" cy="0"/>
          <a:chOff x="0" y="0"/>
          <a:chExt cx="0" cy="0"/>
        </a:xfrm>
      </p:grpSpPr>
      <p:pic>
        <p:nvPicPr>
          <p:cNvPr id="5" name="Imagen 10"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19"/>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12"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13"/>
          <p:cNvSpPr/>
          <p:nvPr/>
        </p:nvSpPr>
        <p:spPr>
          <a:xfrm>
            <a:off x="0" y="4567244"/>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4"/>
          <p:cNvSpPr/>
          <p:nvPr/>
        </p:nvSpPr>
        <p:spPr>
          <a:xfrm>
            <a:off x="10585454" y="4567244"/>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Cuadro de texto 15"/>
          <p:cNvSpPr txBox="1"/>
          <p:nvPr/>
        </p:nvSpPr>
        <p:spPr>
          <a:xfrm>
            <a:off x="584200" y="747717"/>
            <a:ext cx="609600" cy="585787"/>
          </a:xfrm>
          <a:prstGeom prst="rect">
            <a:avLst/>
          </a:prstGeom>
        </p:spPr>
        <p:txBody>
          <a:bodyPr anchor="ctr"/>
          <a:lstStyle>
            <a:lvl1pPr latinLnBrk="0">
              <a:spcBef>
                <a:spcPct val="0"/>
              </a:spcBef>
              <a:buNone/>
              <a:defRPr lang="es-ES"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latinLnBrk="0">
              <a:defRPr lang="es-ES">
                <a:solidFill>
                  <a:schemeClr val="tx2"/>
                </a:solidFill>
              </a:defRPr>
            </a:lvl2pPr>
            <a:lvl3pPr latinLnBrk="0">
              <a:defRPr lang="es-ES">
                <a:solidFill>
                  <a:schemeClr val="tx2"/>
                </a:solidFill>
              </a:defRPr>
            </a:lvl3pPr>
            <a:lvl4pPr latinLnBrk="0">
              <a:defRPr lang="es-ES">
                <a:solidFill>
                  <a:schemeClr val="tx2"/>
                </a:solidFill>
              </a:defRPr>
            </a:lvl4pPr>
            <a:lvl5pPr latinLnBrk="0">
              <a:defRPr lang="es-ES">
                <a:solidFill>
                  <a:schemeClr val="tx2"/>
                </a:solidFill>
              </a:defRPr>
            </a:lvl5pPr>
            <a:lvl6pPr latinLnBrk="0">
              <a:defRPr lang="es-ES">
                <a:solidFill>
                  <a:schemeClr val="tx2"/>
                </a:solidFill>
              </a:defRPr>
            </a:lvl6pPr>
            <a:lvl7pPr latinLnBrk="0">
              <a:defRPr lang="es-ES">
                <a:solidFill>
                  <a:schemeClr val="tx2"/>
                </a:solidFill>
              </a:defRPr>
            </a:lvl7pPr>
            <a:lvl8pPr latinLnBrk="0">
              <a:defRPr lang="es-ES">
                <a:solidFill>
                  <a:schemeClr val="tx2"/>
                </a:solidFill>
              </a:defRPr>
            </a:lvl8pPr>
            <a:lvl9pPr latinLnBrk="0">
              <a:defRPr lang="es-ES">
                <a:solidFill>
                  <a:schemeClr val="tx2"/>
                </a:solidFill>
              </a:defRPr>
            </a:lvl9pPr>
          </a:lstStyle>
          <a:p>
            <a:pPr fontAlgn="auto">
              <a:spcAft>
                <a:spcPts val="0"/>
              </a:spcAft>
              <a:defRPr/>
            </a:pPr>
            <a:r>
              <a:rPr sz="7200">
                <a:effectLst/>
                <a:latin typeface="+mn-lt"/>
                <a:cs typeface="+mn-cs"/>
              </a:rPr>
              <a:t>“</a:t>
            </a:r>
          </a:p>
        </p:txBody>
      </p:sp>
      <p:sp>
        <p:nvSpPr>
          <p:cNvPr id="10" name="Cuadro de texto 16"/>
          <p:cNvSpPr txBox="1"/>
          <p:nvPr/>
        </p:nvSpPr>
        <p:spPr>
          <a:xfrm>
            <a:off x="9663113" y="3033713"/>
            <a:ext cx="609600" cy="584200"/>
          </a:xfrm>
          <a:prstGeom prst="rect">
            <a:avLst/>
          </a:prstGeom>
        </p:spPr>
        <p:txBody>
          <a:bodyPr anchor="ctr"/>
          <a:lstStyle>
            <a:lvl1pPr latinLnBrk="0">
              <a:spcBef>
                <a:spcPct val="0"/>
              </a:spcBef>
              <a:buNone/>
              <a:defRPr lang="es-ES"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latinLnBrk="0">
              <a:defRPr lang="es-ES">
                <a:solidFill>
                  <a:schemeClr val="tx2"/>
                </a:solidFill>
              </a:defRPr>
            </a:lvl2pPr>
            <a:lvl3pPr latinLnBrk="0">
              <a:defRPr lang="es-ES">
                <a:solidFill>
                  <a:schemeClr val="tx2"/>
                </a:solidFill>
              </a:defRPr>
            </a:lvl3pPr>
            <a:lvl4pPr latinLnBrk="0">
              <a:defRPr lang="es-ES">
                <a:solidFill>
                  <a:schemeClr val="tx2"/>
                </a:solidFill>
              </a:defRPr>
            </a:lvl4pPr>
            <a:lvl5pPr latinLnBrk="0">
              <a:defRPr lang="es-ES">
                <a:solidFill>
                  <a:schemeClr val="tx2"/>
                </a:solidFill>
              </a:defRPr>
            </a:lvl5pPr>
            <a:lvl6pPr latinLnBrk="0">
              <a:defRPr lang="es-ES">
                <a:solidFill>
                  <a:schemeClr val="tx2"/>
                </a:solidFill>
              </a:defRPr>
            </a:lvl6pPr>
            <a:lvl7pPr latinLnBrk="0">
              <a:defRPr lang="es-ES">
                <a:solidFill>
                  <a:schemeClr val="tx2"/>
                </a:solidFill>
              </a:defRPr>
            </a:lvl7pPr>
            <a:lvl8pPr latinLnBrk="0">
              <a:defRPr lang="es-ES">
                <a:solidFill>
                  <a:schemeClr val="tx2"/>
                </a:solidFill>
              </a:defRPr>
            </a:lvl8pPr>
            <a:lvl9pPr latinLnBrk="0">
              <a:defRPr lang="es-ES">
                <a:solidFill>
                  <a:schemeClr val="tx2"/>
                </a:solidFill>
              </a:defRPr>
            </a:lvl9pPr>
          </a:lstStyle>
          <a:p>
            <a:pPr algn="r" fontAlgn="auto">
              <a:spcAft>
                <a:spcPts val="0"/>
              </a:spcAft>
              <a:defRPr/>
            </a:pPr>
            <a:r>
              <a:rPr sz="7200">
                <a:effectLst/>
                <a:latin typeface="+mn-lt"/>
                <a:cs typeface="+mn-cs"/>
              </a:rPr>
              <a:t>”</a:t>
            </a:r>
          </a:p>
        </p:txBody>
      </p:sp>
      <p:sp>
        <p:nvSpPr>
          <p:cNvPr id="2" name="Título 1"/>
          <p:cNvSpPr>
            <a:spLocks noGrp="1"/>
          </p:cNvSpPr>
          <p:nvPr>
            <p:ph type="title"/>
          </p:nvPr>
        </p:nvSpPr>
        <p:spPr>
          <a:xfrm>
            <a:off x="1127856" y="609605"/>
            <a:ext cx="8718877" cy="3036061"/>
          </a:xfrm>
        </p:spPr>
        <p:txBody>
          <a:bodyPr/>
          <a:lstStyle>
            <a:lvl1pPr latinLnBrk="0">
              <a:defRPr lang="es-ES" sz="3200"/>
            </a:lvl1pPr>
          </a:lstStyle>
          <a:p>
            <a:r>
              <a:rPr lang="es-ES"/>
              <a:t>Haga clic para modificar el estilo de título del patrón</a:t>
            </a:r>
          </a:p>
        </p:txBody>
      </p:sp>
      <p:sp>
        <p:nvSpPr>
          <p:cNvPr id="12" name="Marcador de posición de texto 3"/>
          <p:cNvSpPr>
            <a:spLocks noGrp="1"/>
          </p:cNvSpPr>
          <p:nvPr>
            <p:ph type="body" sz="half" idx="13"/>
          </p:nvPr>
        </p:nvSpPr>
        <p:spPr>
          <a:xfrm>
            <a:off x="1402289" y="3653379"/>
            <a:ext cx="8156579" cy="548968"/>
          </a:xfrm>
        </p:spPr>
        <p:txBody>
          <a:bodyPr anchor="t"/>
          <a:lstStyle>
            <a:lvl1pPr marL="0" indent="0" latinLnBrk="0">
              <a:buNone/>
              <a:defRPr lang="es-ES" sz="14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4" name="Marcador de posición de texto 3"/>
          <p:cNvSpPr>
            <a:spLocks noGrp="1"/>
          </p:cNvSpPr>
          <p:nvPr>
            <p:ph type="body" sz="half" idx="2"/>
          </p:nvPr>
        </p:nvSpPr>
        <p:spPr>
          <a:xfrm>
            <a:off x="680325" y="4711623"/>
            <a:ext cx="9613859" cy="1090789"/>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11" name="Marcador de posición de fecha 4"/>
          <p:cNvSpPr>
            <a:spLocks noGrp="1"/>
          </p:cNvSpPr>
          <p:nvPr>
            <p:ph type="dt" sz="half" idx="14"/>
          </p:nvPr>
        </p:nvSpPr>
        <p:spPr/>
        <p:txBody>
          <a:bodyPr/>
          <a:lstStyle>
            <a:lvl1pPr>
              <a:defRPr/>
            </a:lvl1pPr>
          </a:lstStyle>
          <a:p>
            <a:pPr>
              <a:defRPr/>
            </a:pPr>
            <a:endParaRPr/>
          </a:p>
        </p:txBody>
      </p:sp>
      <p:sp>
        <p:nvSpPr>
          <p:cNvPr id="13" name="Marcador de posición de pie de página 5"/>
          <p:cNvSpPr>
            <a:spLocks noGrp="1"/>
          </p:cNvSpPr>
          <p:nvPr>
            <p:ph type="ftr" sz="quarter" idx="15"/>
          </p:nvPr>
        </p:nvSpPr>
        <p:spPr/>
        <p:txBody>
          <a:bodyPr/>
          <a:lstStyle>
            <a:lvl1pPr>
              <a:defRPr/>
            </a:lvl1pPr>
          </a:lstStyle>
          <a:p>
            <a:pPr>
              <a:defRPr/>
            </a:pPr>
            <a:r>
              <a:rPr lang="es-ES"/>
              <a:t>Calidad de Sistemas de Software  - 2019</a:t>
            </a:r>
            <a:endParaRPr/>
          </a:p>
        </p:txBody>
      </p:sp>
      <p:sp>
        <p:nvSpPr>
          <p:cNvPr id="14" name="Marcador de posición de número de diapositiva 6"/>
          <p:cNvSpPr>
            <a:spLocks noGrp="1"/>
          </p:cNvSpPr>
          <p:nvPr>
            <p:ph type="sldNum" sz="quarter" idx="16"/>
          </p:nvPr>
        </p:nvSpPr>
        <p:spPr>
          <a:xfrm>
            <a:off x="10729913" y="4710113"/>
            <a:ext cx="1154112" cy="1090612"/>
          </a:xfrm>
        </p:spPr>
        <p:txBody>
          <a:bodyPr/>
          <a:lstStyle>
            <a:lvl1pPr>
              <a:defRPr/>
            </a:lvl1pPr>
          </a:lstStyle>
          <a:p>
            <a:pPr>
              <a:defRPr/>
            </a:pPr>
            <a:fld id="{8A36D5AB-9C24-4632-877E-491EEC807852}" type="slidenum">
              <a:rPr/>
              <a:pPr>
                <a:defRPr/>
              </a:pPr>
              <a:t>‹Nº›</a:t>
            </a:fld>
            <a:endParaRPr/>
          </a:p>
        </p:txBody>
      </p:sp>
    </p:spTree>
    <p:extLst>
      <p:ext uri="{BB962C8B-B14F-4D97-AF65-F5344CB8AC3E}">
        <p14:creationId xmlns:p14="http://schemas.microsoft.com/office/powerpoint/2010/main" val="97656582"/>
      </p:ext>
    </p:extLst>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5" name="Imagen 8"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19"/>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9"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10"/>
          <p:cNvSpPr/>
          <p:nvPr/>
        </p:nvSpPr>
        <p:spPr>
          <a:xfrm>
            <a:off x="0" y="4567244"/>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1"/>
          <p:cNvSpPr/>
          <p:nvPr/>
        </p:nvSpPr>
        <p:spPr>
          <a:xfrm>
            <a:off x="10585454" y="4567244"/>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3" y="4711623"/>
            <a:ext cx="9613863" cy="588535"/>
          </a:xfrm>
        </p:spPr>
        <p:txBody>
          <a:bodyPr anchor="b"/>
          <a:lstStyle>
            <a:lvl1pPr latinLnBrk="0">
              <a:defRPr lang="es-ES" sz="3200"/>
            </a:lvl1pPr>
          </a:lstStyle>
          <a:p>
            <a:r>
              <a:rPr lang="es-ES"/>
              <a:t>Haga clic para modificar el estilo de título del patrón</a:t>
            </a:r>
          </a:p>
        </p:txBody>
      </p:sp>
      <p:sp>
        <p:nvSpPr>
          <p:cNvPr id="4" name="Marcador de posición de texto 3"/>
          <p:cNvSpPr>
            <a:spLocks noGrp="1"/>
          </p:cNvSpPr>
          <p:nvPr>
            <p:ph type="body" sz="half" idx="2"/>
          </p:nvPr>
        </p:nvSpPr>
        <p:spPr>
          <a:xfrm>
            <a:off x="680325" y="5300157"/>
            <a:ext cx="9613863" cy="502255"/>
          </a:xfrm>
        </p:spPr>
        <p:txBody>
          <a:bodyPr anchor="t"/>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0113"/>
            <a:ext cx="1154112" cy="1090612"/>
          </a:xfrm>
        </p:spPr>
        <p:txBody>
          <a:bodyPr/>
          <a:lstStyle>
            <a:lvl1pPr>
              <a:defRPr/>
            </a:lvl1pPr>
          </a:lstStyle>
          <a:p>
            <a:pPr>
              <a:defRPr/>
            </a:pPr>
            <a:fld id="{4EB28DC4-A1F2-43DD-8A35-049899A7B509}" type="slidenum">
              <a:rPr/>
              <a:pPr>
                <a:defRPr/>
              </a:pPr>
              <a:t>‹Nº›</a:t>
            </a:fld>
            <a:endParaRPr/>
          </a:p>
        </p:txBody>
      </p:sp>
    </p:spTree>
    <p:extLst>
      <p:ext uri="{BB962C8B-B14F-4D97-AF65-F5344CB8AC3E}">
        <p14:creationId xmlns:p14="http://schemas.microsoft.com/office/powerpoint/2010/main" val="783825903"/>
      </p:ext>
    </p:extLst>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as">
    <p:spTree>
      <p:nvGrpSpPr>
        <p:cNvPr id="1" name=""/>
        <p:cNvGrpSpPr/>
        <p:nvPr/>
      </p:nvGrpSpPr>
      <p:grpSpPr>
        <a:xfrm>
          <a:off x="0" y="0"/>
          <a:ext cx="0" cy="0"/>
          <a:chOff x="0" y="0"/>
          <a:chExt cx="0" cy="0"/>
        </a:xfrm>
      </p:grpSpPr>
      <p:pic>
        <p:nvPicPr>
          <p:cNvPr id="13" name="Imagen 12"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4"/>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Imagen 13"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ángulo 15"/>
          <p:cNvSpPr/>
          <p:nvPr/>
        </p:nvSpPr>
        <p:spPr>
          <a:xfrm>
            <a:off x="0" y="60960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ángulo 16"/>
          <p:cNvSpPr/>
          <p:nvPr/>
        </p:nvSpPr>
        <p:spPr>
          <a:xfrm>
            <a:off x="10585454" y="6096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ítulo 1"/>
          <p:cNvSpPr>
            <a:spLocks noGrp="1"/>
          </p:cNvSpPr>
          <p:nvPr>
            <p:ph type="title"/>
          </p:nvPr>
        </p:nvSpPr>
        <p:spPr>
          <a:xfrm>
            <a:off x="669221" y="753228"/>
            <a:ext cx="9624960" cy="1080938"/>
          </a:xfrm>
        </p:spPr>
        <p:txBody>
          <a:bodyPr/>
          <a:lstStyle/>
          <a:p>
            <a:r>
              <a:rPr lang="es-ES"/>
              <a:t>Haga clic para modificar el estilo de título del patrón</a:t>
            </a:r>
          </a:p>
        </p:txBody>
      </p:sp>
      <p:sp>
        <p:nvSpPr>
          <p:cNvPr id="7" name="Marcador de posición de texto 2"/>
          <p:cNvSpPr>
            <a:spLocks noGrp="1"/>
          </p:cNvSpPr>
          <p:nvPr>
            <p:ph type="body" idx="1"/>
          </p:nvPr>
        </p:nvSpPr>
        <p:spPr>
          <a:xfrm>
            <a:off x="660945" y="2336873"/>
            <a:ext cx="307003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8" name="Marcador de posición de texto 3"/>
          <p:cNvSpPr>
            <a:spLocks noGrp="1"/>
          </p:cNvSpPr>
          <p:nvPr>
            <p:ph type="body" sz="half" idx="15"/>
          </p:nvPr>
        </p:nvSpPr>
        <p:spPr>
          <a:xfrm>
            <a:off x="680326" y="3022681"/>
            <a:ext cx="3049703" cy="2913513"/>
          </a:xfrm>
        </p:spPr>
        <p:txBody>
          <a:bodyPr anchor="t"/>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9" name="Marcador de posición de texto 4"/>
          <p:cNvSpPr>
            <a:spLocks noGrp="1"/>
          </p:cNvSpPr>
          <p:nvPr>
            <p:ph type="body" sz="quarter" idx="3"/>
          </p:nvPr>
        </p:nvSpPr>
        <p:spPr>
          <a:xfrm>
            <a:off x="3956025" y="2336873"/>
            <a:ext cx="3063240"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10" name="Marcador de posición de texto 3"/>
          <p:cNvSpPr>
            <a:spLocks noGrp="1"/>
          </p:cNvSpPr>
          <p:nvPr>
            <p:ph type="body" sz="half" idx="16"/>
          </p:nvPr>
        </p:nvSpPr>
        <p:spPr>
          <a:xfrm>
            <a:off x="3945471" y="3022681"/>
            <a:ext cx="3063240" cy="2913513"/>
          </a:xfrm>
        </p:spPr>
        <p:txBody>
          <a:bodyPr anchor="t"/>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1" name="Marcador de posición de texto 4"/>
          <p:cNvSpPr>
            <a:spLocks noGrp="1"/>
          </p:cNvSpPr>
          <p:nvPr>
            <p:ph type="body" sz="quarter" idx="13"/>
          </p:nvPr>
        </p:nvSpPr>
        <p:spPr>
          <a:xfrm>
            <a:off x="7224161" y="2336873"/>
            <a:ext cx="307002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12" name="Marcador de posición de texto 3"/>
          <p:cNvSpPr>
            <a:spLocks noGrp="1"/>
          </p:cNvSpPr>
          <p:nvPr>
            <p:ph type="body" sz="half" idx="17"/>
          </p:nvPr>
        </p:nvSpPr>
        <p:spPr>
          <a:xfrm>
            <a:off x="7224161" y="3022681"/>
            <a:ext cx="3070025" cy="2913513"/>
          </a:xfrm>
        </p:spPr>
        <p:txBody>
          <a:bodyPr anchor="t"/>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8" name="Marcador de posición de fecha 2"/>
          <p:cNvSpPr>
            <a:spLocks noGrp="1"/>
          </p:cNvSpPr>
          <p:nvPr>
            <p:ph type="dt" sz="half" idx="18"/>
          </p:nvPr>
        </p:nvSpPr>
        <p:spPr/>
        <p:txBody>
          <a:bodyPr/>
          <a:lstStyle>
            <a:lvl1pPr>
              <a:defRPr/>
            </a:lvl1pPr>
          </a:lstStyle>
          <a:p>
            <a:pPr>
              <a:defRPr/>
            </a:pPr>
            <a:endParaRPr/>
          </a:p>
        </p:txBody>
      </p:sp>
      <p:sp>
        <p:nvSpPr>
          <p:cNvPr id="19" name="Marcador de posición de pie de página 3"/>
          <p:cNvSpPr>
            <a:spLocks noGrp="1"/>
          </p:cNvSpPr>
          <p:nvPr>
            <p:ph type="ftr" sz="quarter" idx="19"/>
          </p:nvPr>
        </p:nvSpPr>
        <p:spPr/>
        <p:txBody>
          <a:bodyPr/>
          <a:lstStyle>
            <a:lvl1pPr>
              <a:defRPr/>
            </a:lvl1pPr>
          </a:lstStyle>
          <a:p>
            <a:pPr>
              <a:defRPr/>
            </a:pPr>
            <a:r>
              <a:rPr lang="es-ES"/>
              <a:t>Calidad de Sistemas de Software  - 2019</a:t>
            </a:r>
            <a:endParaRPr/>
          </a:p>
        </p:txBody>
      </p:sp>
      <p:sp>
        <p:nvSpPr>
          <p:cNvPr id="20" name="Marcador de posición de número de diapositiva 4"/>
          <p:cNvSpPr>
            <a:spLocks noGrp="1"/>
          </p:cNvSpPr>
          <p:nvPr>
            <p:ph type="sldNum" sz="quarter" idx="20"/>
          </p:nvPr>
        </p:nvSpPr>
        <p:spPr/>
        <p:txBody>
          <a:bodyPr/>
          <a:lstStyle>
            <a:lvl1pPr>
              <a:defRPr/>
            </a:lvl1pPr>
          </a:lstStyle>
          <a:p>
            <a:pPr>
              <a:defRPr/>
            </a:pPr>
            <a:fld id="{E2081E32-EFCD-44FA-8854-7DC5B326B049}" type="slidenum">
              <a:rPr/>
              <a:pPr>
                <a:defRPr/>
              </a:pPr>
              <a:t>‹Nº›</a:t>
            </a:fld>
            <a:endParaRPr/>
          </a:p>
        </p:txBody>
      </p:sp>
    </p:spTree>
    <p:extLst>
      <p:ext uri="{BB962C8B-B14F-4D97-AF65-F5344CB8AC3E}">
        <p14:creationId xmlns:p14="http://schemas.microsoft.com/office/powerpoint/2010/main" val="3448527324"/>
      </p:ext>
    </p:extLst>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lumna de 3 imágenes">
    <p:spTree>
      <p:nvGrpSpPr>
        <p:cNvPr id="1" name=""/>
        <p:cNvGrpSpPr/>
        <p:nvPr/>
      </p:nvGrpSpPr>
      <p:grpSpPr>
        <a:xfrm>
          <a:off x="0" y="0"/>
          <a:ext cx="0" cy="0"/>
          <a:chOff x="0" y="0"/>
          <a:chExt cx="0" cy="0"/>
        </a:xfrm>
      </p:grpSpPr>
      <p:pic>
        <p:nvPicPr>
          <p:cNvPr id="12" name="Imagen 14"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4"/>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Imagen 15"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ángulo 16"/>
          <p:cNvSpPr/>
          <p:nvPr/>
        </p:nvSpPr>
        <p:spPr>
          <a:xfrm>
            <a:off x="0" y="60960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ángulo 17"/>
          <p:cNvSpPr/>
          <p:nvPr/>
        </p:nvSpPr>
        <p:spPr>
          <a:xfrm>
            <a:off x="10585454" y="6096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ítulo 1"/>
          <p:cNvSpPr>
            <a:spLocks noGrp="1"/>
          </p:cNvSpPr>
          <p:nvPr>
            <p:ph type="title"/>
          </p:nvPr>
        </p:nvSpPr>
        <p:spPr>
          <a:xfrm>
            <a:off x="680323" y="753228"/>
            <a:ext cx="9613860" cy="1080938"/>
          </a:xfrm>
        </p:spPr>
        <p:txBody>
          <a:bodyPr/>
          <a:lstStyle/>
          <a:p>
            <a:r>
              <a:rPr lang="es-ES"/>
              <a:t>Haga clic para modificar el estilo de título del patrón</a:t>
            </a:r>
          </a:p>
        </p:txBody>
      </p:sp>
      <p:sp>
        <p:nvSpPr>
          <p:cNvPr id="19" name="Marcador de posición de texto 2"/>
          <p:cNvSpPr>
            <a:spLocks noGrp="1"/>
          </p:cNvSpPr>
          <p:nvPr>
            <p:ph type="body" idx="1"/>
          </p:nvPr>
        </p:nvSpPr>
        <p:spPr>
          <a:xfrm>
            <a:off x="680324" y="4297503"/>
            <a:ext cx="304970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0" name="Marcador de posición de imagen 2"/>
          <p:cNvSpPr>
            <a:spLocks noGrp="1" noChangeAspect="1"/>
          </p:cNvSpPr>
          <p:nvPr>
            <p:ph type="pic" idx="15"/>
          </p:nvPr>
        </p:nvSpPr>
        <p:spPr>
          <a:xfrm>
            <a:off x="680324"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1" name="Marcador de posición de texto 3"/>
          <p:cNvSpPr>
            <a:spLocks noGrp="1"/>
          </p:cNvSpPr>
          <p:nvPr>
            <p:ph type="body" sz="half" idx="18"/>
          </p:nvPr>
        </p:nvSpPr>
        <p:spPr>
          <a:xfrm>
            <a:off x="680324" y="4873765"/>
            <a:ext cx="3049705" cy="1062422"/>
          </a:xfrm>
        </p:spPr>
        <p:txBody>
          <a:bodyPr anchor="t"/>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22" name="Marcador de posición de texto 4"/>
          <p:cNvSpPr>
            <a:spLocks noGrp="1"/>
          </p:cNvSpPr>
          <p:nvPr>
            <p:ph type="body" sz="quarter" idx="3"/>
          </p:nvPr>
        </p:nvSpPr>
        <p:spPr>
          <a:xfrm>
            <a:off x="3945471" y="4297503"/>
            <a:ext cx="3063240"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3" name="Marcador de posición de imagen 2"/>
          <p:cNvSpPr>
            <a:spLocks noGrp="1" noChangeAspect="1"/>
          </p:cNvSpPr>
          <p:nvPr>
            <p:ph type="pic" idx="21"/>
          </p:nvPr>
        </p:nvSpPr>
        <p:spPr>
          <a:xfrm>
            <a:off x="3945471"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4" name="Marcador de posición de texto 3"/>
          <p:cNvSpPr>
            <a:spLocks noGrp="1"/>
          </p:cNvSpPr>
          <p:nvPr>
            <p:ph type="body" sz="half" idx="19"/>
          </p:nvPr>
        </p:nvSpPr>
        <p:spPr>
          <a:xfrm>
            <a:off x="3944122" y="4873764"/>
            <a:ext cx="3067297" cy="1062422"/>
          </a:xfrm>
        </p:spPr>
        <p:txBody>
          <a:bodyPr anchor="t"/>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25" name="Marcador de posición de texto 4"/>
          <p:cNvSpPr>
            <a:spLocks noGrp="1"/>
          </p:cNvSpPr>
          <p:nvPr>
            <p:ph type="body" sz="quarter" idx="13"/>
          </p:nvPr>
        </p:nvSpPr>
        <p:spPr>
          <a:xfrm>
            <a:off x="7230684" y="4297503"/>
            <a:ext cx="306350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6" name="Marcador de posición de imagen 2"/>
          <p:cNvSpPr>
            <a:spLocks noGrp="1" noChangeAspect="1"/>
          </p:cNvSpPr>
          <p:nvPr>
            <p:ph type="pic" idx="22"/>
          </p:nvPr>
        </p:nvSpPr>
        <p:spPr>
          <a:xfrm>
            <a:off x="7230682"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7" name="Marcador de posición de texto 3"/>
          <p:cNvSpPr>
            <a:spLocks noGrp="1"/>
          </p:cNvSpPr>
          <p:nvPr>
            <p:ph type="body" sz="half" idx="20"/>
          </p:nvPr>
        </p:nvSpPr>
        <p:spPr>
          <a:xfrm>
            <a:off x="7230553" y="4873762"/>
            <a:ext cx="3067563" cy="1062422"/>
          </a:xfrm>
        </p:spPr>
        <p:txBody>
          <a:bodyPr anchor="t"/>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6" name="Marcador de posición de fecha 2"/>
          <p:cNvSpPr>
            <a:spLocks noGrp="1"/>
          </p:cNvSpPr>
          <p:nvPr>
            <p:ph type="dt" sz="half" idx="23"/>
          </p:nvPr>
        </p:nvSpPr>
        <p:spPr/>
        <p:txBody>
          <a:bodyPr/>
          <a:lstStyle>
            <a:lvl1pPr>
              <a:defRPr/>
            </a:lvl1pPr>
          </a:lstStyle>
          <a:p>
            <a:pPr>
              <a:defRPr/>
            </a:pPr>
            <a:endParaRPr/>
          </a:p>
        </p:txBody>
      </p:sp>
      <p:sp>
        <p:nvSpPr>
          <p:cNvPr id="17" name="Marcador de posición de pie de página 3"/>
          <p:cNvSpPr>
            <a:spLocks noGrp="1"/>
          </p:cNvSpPr>
          <p:nvPr>
            <p:ph type="ftr" sz="quarter" idx="24"/>
          </p:nvPr>
        </p:nvSpPr>
        <p:spPr/>
        <p:txBody>
          <a:bodyPr/>
          <a:lstStyle>
            <a:lvl1pPr>
              <a:defRPr/>
            </a:lvl1pPr>
          </a:lstStyle>
          <a:p>
            <a:pPr>
              <a:defRPr/>
            </a:pPr>
            <a:r>
              <a:rPr lang="es-ES"/>
              <a:t>Calidad de Sistemas de Software  - 2019</a:t>
            </a:r>
            <a:endParaRPr/>
          </a:p>
        </p:txBody>
      </p:sp>
      <p:sp>
        <p:nvSpPr>
          <p:cNvPr id="18" name="Marcador de posición de número de diapositiva 4"/>
          <p:cNvSpPr>
            <a:spLocks noGrp="1"/>
          </p:cNvSpPr>
          <p:nvPr>
            <p:ph type="sldNum" sz="quarter" idx="25"/>
          </p:nvPr>
        </p:nvSpPr>
        <p:spPr/>
        <p:txBody>
          <a:bodyPr/>
          <a:lstStyle>
            <a:lvl1pPr>
              <a:defRPr/>
            </a:lvl1pPr>
          </a:lstStyle>
          <a:p>
            <a:pPr>
              <a:defRPr/>
            </a:pPr>
            <a:fld id="{7472A27B-80F1-489A-97CB-7A75DE8DD300}" type="slidenum">
              <a:rPr/>
              <a:pPr>
                <a:defRPr/>
              </a:pPr>
              <a:t>‹Nº›</a:t>
            </a:fld>
            <a:endParaRPr/>
          </a:p>
        </p:txBody>
      </p:sp>
    </p:spTree>
    <p:extLst>
      <p:ext uri="{BB962C8B-B14F-4D97-AF65-F5344CB8AC3E}">
        <p14:creationId xmlns:p14="http://schemas.microsoft.com/office/powerpoint/2010/main" val="2429734115"/>
      </p:ext>
    </p:extLst>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4"/>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4"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0" y="60960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10585454" y="6096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lvl1pPr algn="r" latinLnBrk="0">
              <a:defRPr lang="es-ES"/>
            </a:lvl1pPr>
          </a:lstStyle>
          <a:p>
            <a:r>
              <a:rPr lang="es-ES"/>
              <a:t>Haga clic para modificar el estilo de título del patrón</a:t>
            </a:r>
          </a:p>
        </p:txBody>
      </p:sp>
      <p:sp>
        <p:nvSpPr>
          <p:cNvPr id="3" name="Marcador de posición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p:txBody>
          <a:bodyPr/>
          <a:lstStyle>
            <a:lvl1pPr>
              <a:defRPr/>
            </a:lvl1pPr>
          </a:lstStyle>
          <a:p>
            <a:pPr>
              <a:defRPr/>
            </a:pPr>
            <a:fld id="{0106BFEC-85E5-4273-8F5E-D1C26BAA8268}" type="slidenum">
              <a:rPr/>
              <a:pPr>
                <a:defRPr/>
              </a:pPr>
              <a:t>‹Nº›</a:t>
            </a:fld>
            <a:endParaRPr/>
          </a:p>
        </p:txBody>
      </p:sp>
    </p:spTree>
    <p:extLst>
      <p:ext uri="{BB962C8B-B14F-4D97-AF65-F5344CB8AC3E}">
        <p14:creationId xmlns:p14="http://schemas.microsoft.com/office/powerpoint/2010/main" val="3658234361"/>
      </p:ext>
    </p:extLst>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Título y texto verticales">
    <p:spTree>
      <p:nvGrpSpPr>
        <p:cNvPr id="1" name=""/>
        <p:cNvGrpSpPr/>
        <p:nvPr/>
      </p:nvGrpSpPr>
      <p:grpSpPr>
        <a:xfrm>
          <a:off x="0" y="0"/>
          <a:ext cx="0" cy="0"/>
          <a:chOff x="0" y="0"/>
          <a:chExt cx="0" cy="0"/>
        </a:xfrm>
      </p:grpSpPr>
      <p:sp>
        <p:nvSpPr>
          <p:cNvPr id="4" name="Rectángulo 6"/>
          <p:cNvSpPr/>
          <p:nvPr/>
        </p:nvSpPr>
        <p:spPr>
          <a:xfrm rot="5400000">
            <a:off x="8116094" y="1869287"/>
            <a:ext cx="5106988"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ángulo 7"/>
          <p:cNvSpPr/>
          <p:nvPr/>
        </p:nvSpPr>
        <p:spPr>
          <a:xfrm rot="5400000">
            <a:off x="9867905" y="537210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vertical 1"/>
          <p:cNvSpPr>
            <a:spLocks noGrp="1"/>
          </p:cNvSpPr>
          <p:nvPr>
            <p:ph type="title" orient="vert"/>
          </p:nvPr>
        </p:nvSpPr>
        <p:spPr>
          <a:xfrm>
            <a:off x="10129233" y="609597"/>
            <a:ext cx="1073803" cy="4353760"/>
          </a:xfrm>
        </p:spPr>
        <p:txBody>
          <a:bodyPr vert="eaVert"/>
          <a:lstStyle/>
          <a:p>
            <a:r>
              <a:rPr lang="es-ES"/>
              <a:t>Haga clic para modificar el estilo de título del patrón</a:t>
            </a:r>
          </a:p>
        </p:txBody>
      </p:sp>
      <p:sp>
        <p:nvSpPr>
          <p:cNvPr id="3" name="Marcador de posición de texto vertical 2"/>
          <p:cNvSpPr>
            <a:spLocks noGrp="1"/>
          </p:cNvSpPr>
          <p:nvPr>
            <p:ph type="body" orient="vert" idx="1"/>
          </p:nvPr>
        </p:nvSpPr>
        <p:spPr>
          <a:xfrm>
            <a:off x="680322" y="609605"/>
            <a:ext cx="8870004" cy="5326589"/>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osición de fecha 3"/>
          <p:cNvSpPr>
            <a:spLocks noGrp="1"/>
          </p:cNvSpPr>
          <p:nvPr>
            <p:ph type="dt" sz="half" idx="10"/>
          </p:nvPr>
        </p:nvSpPr>
        <p:spPr>
          <a:xfrm>
            <a:off x="6807200" y="5935669"/>
            <a:ext cx="2743200" cy="365125"/>
          </a:xfrm>
        </p:spPr>
        <p:txBody>
          <a:bodyPr/>
          <a:lstStyle>
            <a:lvl1pPr>
              <a:defRPr/>
            </a:lvl1pPr>
          </a:lstStyle>
          <a:p>
            <a:pPr>
              <a:defRPr/>
            </a:pPr>
            <a:endParaRPr/>
          </a:p>
        </p:txBody>
      </p:sp>
      <p:sp>
        <p:nvSpPr>
          <p:cNvPr id="7" name="Marcador de posición de pie de página 4"/>
          <p:cNvSpPr>
            <a:spLocks noGrp="1"/>
          </p:cNvSpPr>
          <p:nvPr>
            <p:ph type="ftr" sz="quarter" idx="11"/>
          </p:nvPr>
        </p:nvSpPr>
        <p:spPr>
          <a:xfrm>
            <a:off x="681037" y="5935669"/>
            <a:ext cx="6126163" cy="365125"/>
          </a:xfrm>
        </p:spPr>
        <p:txBody>
          <a:bodyPr/>
          <a:lstStyle>
            <a:lvl1pPr>
              <a:defRPr/>
            </a:lvl1pPr>
          </a:lstStyle>
          <a:p>
            <a:pPr>
              <a:defRPr/>
            </a:pPr>
            <a:r>
              <a:rPr lang="es-ES"/>
              <a:t>Calidad de Sistemas de Software  - 2019</a:t>
            </a:r>
            <a:endParaRPr/>
          </a:p>
        </p:txBody>
      </p:sp>
      <p:sp>
        <p:nvSpPr>
          <p:cNvPr id="8" name="Marcador de posición de número de diapositiva 5"/>
          <p:cNvSpPr>
            <a:spLocks noGrp="1"/>
          </p:cNvSpPr>
          <p:nvPr>
            <p:ph type="sldNum" sz="quarter" idx="12"/>
          </p:nvPr>
        </p:nvSpPr>
        <p:spPr>
          <a:xfrm>
            <a:off x="10098088" y="5399088"/>
            <a:ext cx="1154112" cy="1090612"/>
          </a:xfrm>
        </p:spPr>
        <p:txBody>
          <a:bodyPr anchor="t"/>
          <a:lstStyle>
            <a:lvl1pPr algn="ctr" latinLnBrk="0">
              <a:defRPr lang="es-ES" smtClean="0"/>
            </a:lvl1pPr>
          </a:lstStyle>
          <a:p>
            <a:pPr>
              <a:defRPr/>
            </a:pPr>
            <a:fld id="{23142F3F-6D72-4EE6-9B4A-1A301D9E25B0}" type="slidenum">
              <a:rPr/>
              <a:pPr>
                <a:defRPr/>
              </a:pPr>
              <a:t>‹Nº›</a:t>
            </a:fld>
            <a:endParaRPr/>
          </a:p>
        </p:txBody>
      </p:sp>
    </p:spTree>
    <p:extLst>
      <p:ext uri="{BB962C8B-B14F-4D97-AF65-F5344CB8AC3E}">
        <p14:creationId xmlns:p14="http://schemas.microsoft.com/office/powerpoint/2010/main" val="1140405229"/>
      </p:ext>
    </p:extLst>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16" name="15 Marcador de texto"/>
          <p:cNvSpPr>
            <a:spLocks noGrp="1"/>
          </p:cNvSpPr>
          <p:nvPr>
            <p:ph type="body" sz="quarter" idx="14"/>
          </p:nvPr>
        </p:nvSpPr>
        <p:spPr>
          <a:xfrm>
            <a:off x="4437" y="6451617"/>
            <a:ext cx="4190993" cy="357190"/>
          </a:xfrm>
        </p:spPr>
        <p:txBody>
          <a:bodyPr>
            <a:noAutofit/>
          </a:bodyPr>
          <a:lstStyle>
            <a:lvl1pPr>
              <a:buNone/>
              <a:defRPr sz="1400">
                <a:solidFill>
                  <a:schemeClr val="bg1"/>
                </a:solidFill>
              </a:defRPr>
            </a:lvl1pPr>
            <a:lvl2pPr>
              <a:buNone/>
              <a:defRPr sz="1400"/>
            </a:lvl2pPr>
            <a:lvl3pPr>
              <a:buNone/>
              <a:defRPr sz="1400"/>
            </a:lvl3pPr>
            <a:lvl4pPr>
              <a:buNone/>
              <a:defRPr sz="1400"/>
            </a:lvl4pPr>
            <a:lvl5pPr>
              <a:buNone/>
              <a:defRPr sz="1400"/>
            </a:lvl5pPr>
          </a:lstStyle>
          <a:p>
            <a:pPr lvl="0"/>
            <a:r>
              <a:rPr lang="es-ES"/>
              <a:t>Haga clic para modificar el estilo de texto del patrón</a:t>
            </a:r>
          </a:p>
        </p:txBody>
      </p:sp>
      <p:sp>
        <p:nvSpPr>
          <p:cNvPr id="8" name="Content Placeholder 2"/>
          <p:cNvSpPr>
            <a:spLocks noGrp="1"/>
          </p:cNvSpPr>
          <p:nvPr>
            <p:ph idx="1"/>
          </p:nvPr>
        </p:nvSpPr>
        <p:spPr>
          <a:xfrm>
            <a:off x="1097279" y="1845734"/>
            <a:ext cx="10058401" cy="4023360"/>
          </a:xfrm>
        </p:spPr>
        <p:txBody>
          <a:bodyPr/>
          <a:lstStyle>
            <a:lvl1pPr>
              <a:defRPr sz="2800"/>
            </a:lvl1pPr>
            <a:lvl2pPr>
              <a:defRPr sz="2400"/>
            </a:lvl2pPr>
            <a:lvl3pPr>
              <a:defRPr sz="2000"/>
            </a:lvl3pPr>
            <a:lvl4pPr>
              <a:defRPr sz="1800"/>
            </a:lvl4pPr>
            <a:lvl5pPr>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3 Marcador de pie de página"/>
          <p:cNvSpPr>
            <a:spLocks noGrp="1"/>
          </p:cNvSpPr>
          <p:nvPr>
            <p:ph type="ftr" sz="quarter" idx="15"/>
          </p:nvPr>
        </p:nvSpPr>
        <p:spPr>
          <a:xfrm>
            <a:off x="4241803" y="6459544"/>
            <a:ext cx="5183188" cy="365125"/>
          </a:xfrm>
        </p:spPr>
        <p:txBody>
          <a:bodyPr/>
          <a:lstStyle>
            <a:lvl1pPr>
              <a:defRPr/>
            </a:lvl1pPr>
          </a:lstStyle>
          <a:p>
            <a:pPr>
              <a:defRPr/>
            </a:pPr>
            <a:r>
              <a:rPr lang="es-ES"/>
              <a:t>Calidad de Sistemas de Software  - 2019</a:t>
            </a:r>
            <a:endParaRPr/>
          </a:p>
        </p:txBody>
      </p:sp>
      <p:sp>
        <p:nvSpPr>
          <p:cNvPr id="6" name="4 Marcador de número de diapositiva"/>
          <p:cNvSpPr>
            <a:spLocks noGrp="1"/>
          </p:cNvSpPr>
          <p:nvPr>
            <p:ph type="sldNum" sz="quarter" idx="16"/>
          </p:nvPr>
        </p:nvSpPr>
        <p:spPr/>
        <p:txBody>
          <a:bodyPr/>
          <a:lstStyle>
            <a:lvl1pPr>
              <a:defRPr/>
            </a:lvl1pPr>
          </a:lstStyle>
          <a:p>
            <a:pPr>
              <a:defRPr/>
            </a:pPr>
            <a:fld id="{F39A2883-0489-4744-9656-94F03BA04B60}" type="slidenum">
              <a:rPr/>
              <a:pPr>
                <a:defRPr/>
              </a:pPr>
              <a:t>‹Nº›</a:t>
            </a:fld>
            <a:endParaRPr/>
          </a:p>
        </p:txBody>
      </p:sp>
    </p:spTree>
    <p:extLst>
      <p:ext uri="{BB962C8B-B14F-4D97-AF65-F5344CB8AC3E}">
        <p14:creationId xmlns:p14="http://schemas.microsoft.com/office/powerpoint/2010/main" val="37098686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 y="4243396"/>
            <a:ext cx="89677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12255" y="4243388"/>
            <a:ext cx="30765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3" y="2590800"/>
            <a:ext cx="8967788" cy="165893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9112255" y="2590800"/>
            <a:ext cx="3076575" cy="16589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ctrTitle"/>
          </p:nvPr>
        </p:nvSpPr>
        <p:spPr>
          <a:xfrm>
            <a:off x="680330" y="2733709"/>
            <a:ext cx="8144135" cy="1373070"/>
          </a:xfrm>
        </p:spPr>
        <p:txBody>
          <a:bodyPr anchor="b">
            <a:noAutofit/>
          </a:bodyPr>
          <a:lstStyle>
            <a:lvl1pPr algn="r" latinLnBrk="0">
              <a:defRPr lang="es-ES" sz="5400"/>
            </a:lvl1pPr>
          </a:lstStyle>
          <a:p>
            <a:r>
              <a:rPr lang="es-ES"/>
              <a:t>Haga clic para modificar el estilo de título del patrón</a:t>
            </a:r>
          </a:p>
        </p:txBody>
      </p:sp>
      <p:sp>
        <p:nvSpPr>
          <p:cNvPr id="3" name="Subtítulo 2"/>
          <p:cNvSpPr>
            <a:spLocks noGrp="1"/>
          </p:cNvSpPr>
          <p:nvPr>
            <p:ph type="subTitle" idx="1"/>
          </p:nvPr>
        </p:nvSpPr>
        <p:spPr>
          <a:xfrm>
            <a:off x="680330" y="4394053"/>
            <a:ext cx="8144135" cy="1117687"/>
          </a:xfrm>
        </p:spPr>
        <p:txBody>
          <a:bodyPr>
            <a:normAutofit/>
          </a:bodyPr>
          <a:lstStyle>
            <a:lvl1pPr marL="0" indent="0" algn="r" latinLnBrk="0">
              <a:buNone/>
              <a:defRPr lang="es-ES" sz="2000"/>
            </a:lvl1pPr>
            <a:lvl2pPr marL="457200" indent="0" algn="ctr" latinLnBrk="0">
              <a:buNone/>
              <a:defRPr lang="es-ES" sz="2000"/>
            </a:lvl2pPr>
            <a:lvl3pPr marL="914400" indent="0" algn="ctr" latinLnBrk="0">
              <a:buNone/>
              <a:defRPr lang="es-ES" sz="1800"/>
            </a:lvl3pPr>
            <a:lvl4pPr marL="1371600" indent="0" algn="ctr" latinLnBrk="0">
              <a:buNone/>
              <a:defRPr lang="es-ES" sz="1600"/>
            </a:lvl4pPr>
            <a:lvl5pPr marL="1828800" indent="0" algn="ctr" latinLnBrk="0">
              <a:buNone/>
              <a:defRPr lang="es-ES" sz="1600"/>
            </a:lvl5pPr>
            <a:lvl6pPr marL="2286000" indent="0" algn="ctr" latinLnBrk="0">
              <a:buNone/>
              <a:defRPr lang="es-ES" sz="1600"/>
            </a:lvl6pPr>
            <a:lvl7pPr marL="2743200" indent="0" algn="ctr" latinLnBrk="0">
              <a:buNone/>
              <a:defRPr lang="es-ES" sz="1600"/>
            </a:lvl7pPr>
            <a:lvl8pPr marL="3200400" indent="0" algn="ctr" latinLnBrk="0">
              <a:buNone/>
              <a:defRPr lang="es-ES" sz="1600"/>
            </a:lvl8pPr>
            <a:lvl9pPr marL="3657600" indent="0" algn="ctr" latinLnBrk="0">
              <a:buNone/>
              <a:defRPr lang="es-ES" sz="1600"/>
            </a:lvl9pPr>
          </a:lstStyle>
          <a:p>
            <a:r>
              <a:rPr lang="es-ES"/>
              <a:t>Haga clic para modificar el estilo de subtítulo del patrón</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a:xfrm>
            <a:off x="9255130" y="2749558"/>
            <a:ext cx="1171575" cy="1357313"/>
          </a:xfrm>
        </p:spPr>
        <p:txBody>
          <a:bodyPr/>
          <a:lstStyle>
            <a:lvl1pPr>
              <a:defRPr/>
            </a:lvl1pPr>
          </a:lstStyle>
          <a:p>
            <a:pPr>
              <a:defRPr/>
            </a:pPr>
            <a:fld id="{1770931C-58DD-4BD4-B7E1-BD66504A1E46}" type="slidenum">
              <a:rPr/>
              <a:pPr>
                <a:defRPr/>
              </a:pPr>
              <a:t>‹Nº›</a:t>
            </a:fld>
            <a:endParaRPr/>
          </a:p>
        </p:txBody>
      </p:sp>
    </p:spTree>
    <p:extLst>
      <p:ext uri="{BB962C8B-B14F-4D97-AF65-F5344CB8AC3E}">
        <p14:creationId xmlns:p14="http://schemas.microsoft.com/office/powerpoint/2010/main" val="4195677104"/>
      </p:ext>
    </p:extLst>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pic>
        <p:nvPicPr>
          <p:cNvPr id="4" name="Imagen 14"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6"/>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15"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16"/>
          <p:cNvSpPr/>
          <p:nvPr/>
        </p:nvSpPr>
        <p:spPr>
          <a:xfrm>
            <a:off x="0" y="60960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17"/>
          <p:cNvSpPr/>
          <p:nvPr/>
        </p:nvSpPr>
        <p:spPr>
          <a:xfrm>
            <a:off x="10585455" y="6096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p:txBody>
          <a:bodyPr/>
          <a:lstStyle>
            <a:lvl1pPr>
              <a:defRPr/>
            </a:lvl1pPr>
          </a:lstStyle>
          <a:p>
            <a:pPr>
              <a:defRPr/>
            </a:pPr>
            <a:fld id="{B16670FE-528F-4BB2-8B17-F88A82E9A3CE}" type="slidenum">
              <a:rPr/>
              <a:pPr>
                <a:defRPr/>
              </a:pPr>
              <a:t>‹Nº›</a:t>
            </a:fld>
            <a:endParaRPr/>
          </a:p>
        </p:txBody>
      </p:sp>
    </p:spTree>
    <p:extLst>
      <p:ext uri="{BB962C8B-B14F-4D97-AF65-F5344CB8AC3E}">
        <p14:creationId xmlns:p14="http://schemas.microsoft.com/office/powerpoint/2010/main" val="174667926"/>
      </p:ext>
    </p:extLst>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086233"/>
            <a:ext cx="10437813"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40878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0" y="272574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10585455" y="272574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3" y="2869895"/>
            <a:ext cx="9613860" cy="1090788"/>
          </a:xfrm>
        </p:spPr>
        <p:txBody>
          <a:bodyPr>
            <a:normAutofit/>
          </a:bodyPr>
          <a:lstStyle>
            <a:lvl1pPr algn="r" latinLnBrk="0">
              <a:defRPr lang="es-ES" sz="3600"/>
            </a:lvl1pPr>
          </a:lstStyle>
          <a:p>
            <a:r>
              <a:rPr lang="es-ES"/>
              <a:t>Haga clic para modificar el estilo de título del patrón</a:t>
            </a:r>
          </a:p>
        </p:txBody>
      </p:sp>
      <p:sp>
        <p:nvSpPr>
          <p:cNvPr id="3" name="Marcador de posición de texto 2"/>
          <p:cNvSpPr>
            <a:spLocks noGrp="1"/>
          </p:cNvSpPr>
          <p:nvPr>
            <p:ph type="body" idx="1"/>
          </p:nvPr>
        </p:nvSpPr>
        <p:spPr>
          <a:xfrm>
            <a:off x="680323" y="4232185"/>
            <a:ext cx="9613860" cy="1704017"/>
          </a:xfrm>
        </p:spPr>
        <p:txBody>
          <a:bodyPr>
            <a:normAutofit/>
          </a:bodyPr>
          <a:lstStyle>
            <a:lvl1pPr marL="0" indent="0" algn="r" latinLnBrk="0">
              <a:buNone/>
              <a:defRPr lang="es-ES" sz="2000">
                <a:solidFill>
                  <a:schemeClr val="tx1">
                    <a:tint val="75000"/>
                  </a:schemeClr>
                </a:solidFill>
              </a:defRPr>
            </a:lvl1pPr>
            <a:lvl2pPr marL="457200" indent="0" latinLnBrk="0">
              <a:buNone/>
              <a:defRPr lang="es-ES" sz="2000">
                <a:solidFill>
                  <a:schemeClr val="tx1">
                    <a:tint val="75000"/>
                  </a:schemeClr>
                </a:solidFill>
              </a:defRPr>
            </a:lvl2pPr>
            <a:lvl3pPr marL="914400" indent="0" latinLnBrk="0">
              <a:buNone/>
              <a:defRPr lang="es-ES" sz="1800">
                <a:solidFill>
                  <a:schemeClr val="tx1">
                    <a:tint val="75000"/>
                  </a:schemeClr>
                </a:solidFill>
              </a:defRPr>
            </a:lvl3pPr>
            <a:lvl4pPr marL="1371600" indent="0" latinLnBrk="0">
              <a:buNone/>
              <a:defRPr lang="es-ES" sz="1600">
                <a:solidFill>
                  <a:schemeClr val="tx1">
                    <a:tint val="75000"/>
                  </a:schemeClr>
                </a:solidFill>
              </a:defRPr>
            </a:lvl4pPr>
            <a:lvl5pPr marL="1828800" indent="0" latinLnBrk="0">
              <a:buNone/>
              <a:defRPr lang="es-ES" sz="1600">
                <a:solidFill>
                  <a:schemeClr val="tx1">
                    <a:tint val="75000"/>
                  </a:schemeClr>
                </a:solidFill>
              </a:defRPr>
            </a:lvl5pPr>
            <a:lvl6pPr marL="2286000" indent="0" latinLnBrk="0">
              <a:buNone/>
              <a:defRPr lang="es-ES" sz="1600">
                <a:solidFill>
                  <a:schemeClr val="tx1">
                    <a:tint val="75000"/>
                  </a:schemeClr>
                </a:solidFill>
              </a:defRPr>
            </a:lvl6pPr>
            <a:lvl7pPr marL="2743200" indent="0" latinLnBrk="0">
              <a:buNone/>
              <a:defRPr lang="es-ES" sz="1600">
                <a:solidFill>
                  <a:schemeClr val="tx1">
                    <a:tint val="75000"/>
                  </a:schemeClr>
                </a:solidFill>
              </a:defRPr>
            </a:lvl7pPr>
            <a:lvl8pPr marL="3200400" indent="0" latinLnBrk="0">
              <a:buNone/>
              <a:defRPr lang="es-ES" sz="1600">
                <a:solidFill>
                  <a:schemeClr val="tx1">
                    <a:tint val="75000"/>
                  </a:schemeClr>
                </a:solidFill>
              </a:defRPr>
            </a:lvl8pPr>
            <a:lvl9pPr marL="3657600" indent="0" latinLnBrk="0">
              <a:buNone/>
              <a:defRPr lang="es-ES" sz="1600">
                <a:solidFill>
                  <a:schemeClr val="tx1">
                    <a:tint val="75000"/>
                  </a:schemeClr>
                </a:solidFill>
              </a:defRPr>
            </a:lvl9pPr>
          </a:lstStyle>
          <a:p>
            <a:pPr lvl="0"/>
            <a:r>
              <a:rPr lang="es-ES"/>
              <a:t>Haga clic para modificar el estilo de texto del patrón</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a:xfrm>
            <a:off x="10729913" y="2870208"/>
            <a:ext cx="1154112" cy="1090613"/>
          </a:xfrm>
        </p:spPr>
        <p:txBody>
          <a:bodyPr/>
          <a:lstStyle>
            <a:lvl1pPr>
              <a:defRPr/>
            </a:lvl1pPr>
          </a:lstStyle>
          <a:p>
            <a:pPr>
              <a:defRPr/>
            </a:pPr>
            <a:fld id="{FB0BE3A1-6062-466C-AC40-F2AF2F0761E7}" type="slidenum">
              <a:rPr/>
              <a:pPr>
                <a:defRPr/>
              </a:pPr>
              <a:t>‹Nº›</a:t>
            </a:fld>
            <a:endParaRPr/>
          </a:p>
        </p:txBody>
      </p:sp>
    </p:spTree>
    <p:extLst>
      <p:ext uri="{BB962C8B-B14F-4D97-AF65-F5344CB8AC3E}">
        <p14:creationId xmlns:p14="http://schemas.microsoft.com/office/powerpoint/2010/main" val="89736147"/>
      </p:ext>
    </p:extLst>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Dos objetos de contenido">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6"/>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0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5" y="6096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contenido 2"/>
          <p:cNvSpPr>
            <a:spLocks noGrp="1"/>
          </p:cNvSpPr>
          <p:nvPr>
            <p:ph sz="half" idx="1"/>
          </p:nvPr>
        </p:nvSpPr>
        <p:spPr>
          <a:xfrm>
            <a:off x="680329" y="2336873"/>
            <a:ext cx="4698359" cy="359931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contenido 3"/>
          <p:cNvSpPr>
            <a:spLocks noGrp="1"/>
          </p:cNvSpPr>
          <p:nvPr>
            <p:ph sz="half" idx="2"/>
          </p:nvPr>
        </p:nvSpPr>
        <p:spPr>
          <a:xfrm>
            <a:off x="5594125" y="2336873"/>
            <a:ext cx="4700059" cy="359931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45B975AB-933E-40D5-A121-16DC13D788CF}" type="slidenum">
              <a:rPr/>
              <a:pPr>
                <a:defRPr/>
              </a:pPr>
              <a:t>‹Nº›</a:t>
            </a:fld>
            <a:endParaRPr/>
          </a:p>
        </p:txBody>
      </p:sp>
    </p:spTree>
    <p:extLst>
      <p:ext uri="{BB962C8B-B14F-4D97-AF65-F5344CB8AC3E}">
        <p14:creationId xmlns:p14="http://schemas.microsoft.com/office/powerpoint/2010/main" val="1258390530"/>
      </p:ext>
    </p:extLst>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7" name="Imagen 9"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6"/>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10"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ángulo 11"/>
          <p:cNvSpPr/>
          <p:nvPr/>
        </p:nvSpPr>
        <p:spPr>
          <a:xfrm>
            <a:off x="0" y="60960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ángulo 12"/>
          <p:cNvSpPr/>
          <p:nvPr/>
        </p:nvSpPr>
        <p:spPr>
          <a:xfrm>
            <a:off x="10585455" y="6096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6" y="753241"/>
            <a:ext cx="9613863" cy="1080937"/>
          </a:xfrm>
        </p:spPr>
        <p:txBody>
          <a:bodyPr/>
          <a:lstStyle/>
          <a:p>
            <a:r>
              <a:rPr lang="es-ES"/>
              <a:t>Haga clic para modificar el estilo de título del patrón</a:t>
            </a:r>
          </a:p>
        </p:txBody>
      </p:sp>
      <p:sp>
        <p:nvSpPr>
          <p:cNvPr id="3" name="Marcador de posición de texto 2"/>
          <p:cNvSpPr>
            <a:spLocks noGrp="1"/>
          </p:cNvSpPr>
          <p:nvPr>
            <p:ph type="body" idx="1"/>
          </p:nvPr>
        </p:nvSpPr>
        <p:spPr>
          <a:xfrm>
            <a:off x="906359" y="2336887"/>
            <a:ext cx="4472327" cy="693135"/>
          </a:xfrm>
        </p:spPr>
        <p:txBody>
          <a:bodyPr anchor="b"/>
          <a:lstStyle>
            <a:lvl1pPr marL="0" indent="0" latinLnBrk="0">
              <a:buNone/>
              <a:defRPr lang="es-ES" sz="2400" b="1"/>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4" name="Marcador de posición de contenido 3"/>
          <p:cNvSpPr>
            <a:spLocks noGrp="1"/>
          </p:cNvSpPr>
          <p:nvPr>
            <p:ph sz="half" idx="2"/>
          </p:nvPr>
        </p:nvSpPr>
        <p:spPr>
          <a:xfrm>
            <a:off x="680325" y="3030020"/>
            <a:ext cx="4698355" cy="290617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posición de texto 4"/>
          <p:cNvSpPr>
            <a:spLocks noGrp="1"/>
          </p:cNvSpPr>
          <p:nvPr>
            <p:ph type="body" sz="quarter" idx="3"/>
          </p:nvPr>
        </p:nvSpPr>
        <p:spPr>
          <a:xfrm>
            <a:off x="5820155" y="2336873"/>
            <a:ext cx="4474028" cy="692076"/>
          </a:xfrm>
        </p:spPr>
        <p:txBody>
          <a:bodyPr anchor="b"/>
          <a:lstStyle>
            <a:lvl1pPr marL="0" indent="0" latinLnBrk="0">
              <a:buNone/>
              <a:defRPr lang="es-ES" sz="2400" b="1"/>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6" name="Marcador de posición de contenido 5"/>
          <p:cNvSpPr>
            <a:spLocks noGrp="1"/>
          </p:cNvSpPr>
          <p:nvPr>
            <p:ph sz="quarter" idx="4"/>
          </p:nvPr>
        </p:nvSpPr>
        <p:spPr>
          <a:xfrm>
            <a:off x="5594125" y="3030020"/>
            <a:ext cx="4700059" cy="290617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11" name="Marcador de posición de fecha 6"/>
          <p:cNvSpPr>
            <a:spLocks noGrp="1"/>
          </p:cNvSpPr>
          <p:nvPr>
            <p:ph type="dt" sz="half" idx="10"/>
          </p:nvPr>
        </p:nvSpPr>
        <p:spPr/>
        <p:txBody>
          <a:bodyPr/>
          <a:lstStyle>
            <a:lvl1pPr>
              <a:defRPr/>
            </a:lvl1pPr>
          </a:lstStyle>
          <a:p>
            <a:pPr>
              <a:defRPr/>
            </a:pPr>
            <a:endParaRPr/>
          </a:p>
        </p:txBody>
      </p:sp>
      <p:sp>
        <p:nvSpPr>
          <p:cNvPr id="12" name="Marcador de posición de pie de página 7"/>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3" name="Marcador de posición de número de diapositiva 8"/>
          <p:cNvSpPr>
            <a:spLocks noGrp="1"/>
          </p:cNvSpPr>
          <p:nvPr>
            <p:ph type="sldNum" sz="quarter" idx="12"/>
          </p:nvPr>
        </p:nvSpPr>
        <p:spPr/>
        <p:txBody>
          <a:bodyPr/>
          <a:lstStyle>
            <a:lvl1pPr>
              <a:defRPr/>
            </a:lvl1pPr>
          </a:lstStyle>
          <a:p>
            <a:pPr>
              <a:defRPr/>
            </a:pPr>
            <a:fld id="{DD323C37-9A81-45C3-9303-9BEDDBA54ACC}" type="slidenum">
              <a:rPr/>
              <a:pPr>
                <a:defRPr/>
              </a:pPr>
              <a:t>‹Nº›</a:t>
            </a:fld>
            <a:endParaRPr/>
          </a:p>
        </p:txBody>
      </p:sp>
    </p:spTree>
    <p:extLst>
      <p:ext uri="{BB962C8B-B14F-4D97-AF65-F5344CB8AC3E}">
        <p14:creationId xmlns:p14="http://schemas.microsoft.com/office/powerpoint/2010/main" val="3897207404"/>
      </p:ext>
    </p:extLst>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3" name="Imagen 5"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6"/>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n 6"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7"/>
          <p:cNvSpPr/>
          <p:nvPr/>
        </p:nvSpPr>
        <p:spPr>
          <a:xfrm>
            <a:off x="0" y="60960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ángulo 8"/>
          <p:cNvSpPr/>
          <p:nvPr/>
        </p:nvSpPr>
        <p:spPr>
          <a:xfrm>
            <a:off x="10585455" y="6096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7" name="Marcador de posición de fecha 2"/>
          <p:cNvSpPr>
            <a:spLocks noGrp="1"/>
          </p:cNvSpPr>
          <p:nvPr>
            <p:ph type="dt" sz="half" idx="10"/>
          </p:nvPr>
        </p:nvSpPr>
        <p:spPr/>
        <p:txBody>
          <a:bodyPr/>
          <a:lstStyle>
            <a:lvl1pPr>
              <a:defRPr/>
            </a:lvl1pPr>
          </a:lstStyle>
          <a:p>
            <a:pPr>
              <a:defRPr/>
            </a:pPr>
            <a:endParaRPr/>
          </a:p>
        </p:txBody>
      </p:sp>
      <p:sp>
        <p:nvSpPr>
          <p:cNvPr id="8" name="Marcador de posición de pie de página 3"/>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9" name="Marcador de posición de número de diapositiva 4"/>
          <p:cNvSpPr>
            <a:spLocks noGrp="1"/>
          </p:cNvSpPr>
          <p:nvPr>
            <p:ph type="sldNum" sz="quarter" idx="12"/>
          </p:nvPr>
        </p:nvSpPr>
        <p:spPr/>
        <p:txBody>
          <a:bodyPr/>
          <a:lstStyle>
            <a:lvl1pPr>
              <a:defRPr/>
            </a:lvl1pPr>
          </a:lstStyle>
          <a:p>
            <a:pPr>
              <a:defRPr/>
            </a:pPr>
            <a:fld id="{2E7580FF-2FCF-4146-A9CC-3AF32A71813F}" type="slidenum">
              <a:rPr/>
              <a:pPr>
                <a:defRPr/>
              </a:pPr>
              <a:t>‹Nº›</a:t>
            </a:fld>
            <a:endParaRPr/>
          </a:p>
        </p:txBody>
      </p:sp>
    </p:spTree>
    <p:extLst>
      <p:ext uri="{BB962C8B-B14F-4D97-AF65-F5344CB8AC3E}">
        <p14:creationId xmlns:p14="http://schemas.microsoft.com/office/powerpoint/2010/main" val="1738356158"/>
      </p:ext>
    </p:extLst>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2" name="Imagen 4" descr="HD-ShadowShort.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85455"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ángulo 5"/>
          <p:cNvSpPr/>
          <p:nvPr/>
        </p:nvSpPr>
        <p:spPr>
          <a:xfrm>
            <a:off x="10585455" y="6096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Marcador de posición de fecha 1"/>
          <p:cNvSpPr>
            <a:spLocks noGrp="1"/>
          </p:cNvSpPr>
          <p:nvPr>
            <p:ph type="dt" sz="half" idx="10"/>
          </p:nvPr>
        </p:nvSpPr>
        <p:spPr/>
        <p:txBody>
          <a:bodyPr/>
          <a:lstStyle>
            <a:lvl1pPr>
              <a:defRPr/>
            </a:lvl1pPr>
          </a:lstStyle>
          <a:p>
            <a:pPr>
              <a:defRPr/>
            </a:pPr>
            <a:endParaRPr/>
          </a:p>
        </p:txBody>
      </p:sp>
      <p:sp>
        <p:nvSpPr>
          <p:cNvPr id="5" name="Marcador de posición de pie de página 2"/>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6" name="Marcador de posición de número de diapositiva 3"/>
          <p:cNvSpPr>
            <a:spLocks noGrp="1"/>
          </p:cNvSpPr>
          <p:nvPr>
            <p:ph type="sldNum" sz="quarter" idx="12"/>
          </p:nvPr>
        </p:nvSpPr>
        <p:spPr/>
        <p:txBody>
          <a:bodyPr/>
          <a:lstStyle>
            <a:lvl1pPr>
              <a:defRPr/>
            </a:lvl1pPr>
          </a:lstStyle>
          <a:p>
            <a:pPr>
              <a:defRPr/>
            </a:pPr>
            <a:fld id="{58E963A0-20F0-4887-858E-1602500E2E2E}" type="slidenum">
              <a:rPr/>
              <a:pPr>
                <a:defRPr/>
              </a:pPr>
              <a:t>‹Nº›</a:t>
            </a:fld>
            <a:endParaRPr/>
          </a:p>
        </p:txBody>
      </p:sp>
    </p:spTree>
    <p:extLst>
      <p:ext uri="{BB962C8B-B14F-4D97-AF65-F5344CB8AC3E}">
        <p14:creationId xmlns:p14="http://schemas.microsoft.com/office/powerpoint/2010/main" val="97003961"/>
      </p:ext>
    </p:extLst>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ido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6"/>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0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5" y="6096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1" y="753227"/>
            <a:ext cx="9613859" cy="1080940"/>
          </a:xfrm>
        </p:spPr>
        <p:txBody>
          <a:bodyPr>
            <a:normAutofit/>
          </a:bodyPr>
          <a:lstStyle>
            <a:lvl1pPr latinLnBrk="0">
              <a:defRPr lang="es-ES" sz="3600"/>
            </a:lvl1pPr>
          </a:lstStyle>
          <a:p>
            <a:r>
              <a:rPr lang="es-ES"/>
              <a:t>Haga clic para modificar el estilo de título del patrón</a:t>
            </a:r>
          </a:p>
        </p:txBody>
      </p:sp>
      <p:sp>
        <p:nvSpPr>
          <p:cNvPr id="3" name="Marcador de posición de contenido 2"/>
          <p:cNvSpPr>
            <a:spLocks noGrp="1"/>
          </p:cNvSpPr>
          <p:nvPr>
            <p:ph idx="1"/>
          </p:nvPr>
        </p:nvSpPr>
        <p:spPr>
          <a:xfrm>
            <a:off x="4685847" y="2336880"/>
            <a:ext cx="5608336" cy="359931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texto 3"/>
          <p:cNvSpPr>
            <a:spLocks noGrp="1"/>
          </p:cNvSpPr>
          <p:nvPr>
            <p:ph type="body" sz="half" idx="2"/>
          </p:nvPr>
        </p:nvSpPr>
        <p:spPr>
          <a:xfrm>
            <a:off x="680330" y="2336878"/>
            <a:ext cx="3790079" cy="3599317"/>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FC3746A5-2F59-4694-B42C-0EAEB293D703}" type="slidenum">
              <a:rPr/>
              <a:pPr>
                <a:defRPr/>
              </a:pPr>
              <a:t>‹Nº›</a:t>
            </a:fld>
            <a:endParaRPr/>
          </a:p>
        </p:txBody>
      </p:sp>
    </p:spTree>
    <p:extLst>
      <p:ext uri="{BB962C8B-B14F-4D97-AF65-F5344CB8AC3E}">
        <p14:creationId xmlns:p14="http://schemas.microsoft.com/office/powerpoint/2010/main" val="3452749169"/>
      </p:ext>
    </p:extLst>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6"/>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0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5" y="6096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9" y="753228"/>
            <a:ext cx="9613857" cy="1080938"/>
          </a:xfrm>
        </p:spPr>
        <p:txBody>
          <a:bodyPr>
            <a:normAutofit/>
          </a:bodyPr>
          <a:lstStyle>
            <a:lvl1pPr latinLnBrk="0">
              <a:defRPr lang="es-ES" sz="3600"/>
            </a:lvl1pPr>
          </a:lstStyle>
          <a:p>
            <a:r>
              <a:rPr lang="es-ES"/>
              <a:t>Haga clic para modificar el estilo de título del patrón</a:t>
            </a:r>
          </a:p>
        </p:txBody>
      </p:sp>
      <p:sp>
        <p:nvSpPr>
          <p:cNvPr id="3" name="Marcador de posición de imagen 2"/>
          <p:cNvSpPr>
            <a:spLocks noGrp="1" noChangeAspect="1"/>
          </p:cNvSpPr>
          <p:nvPr>
            <p:ph type="pic" idx="1"/>
          </p:nvPr>
        </p:nvSpPr>
        <p:spPr>
          <a:xfrm>
            <a:off x="4868342" y="2336874"/>
            <a:ext cx="5425849" cy="3599312"/>
          </a:xfrm>
          <a:noFill/>
          <a:ln>
            <a:noFill/>
          </a:ln>
          <a:effectLst>
            <a:outerShdw blurRad="76200" dist="63500" dir="5040000" algn="tl" rotWithShape="0">
              <a:srgbClr val="000000">
                <a:alpha val="41000"/>
              </a:srgbClr>
            </a:outerShdw>
          </a:effectLst>
        </p:spPr>
        <p:txBody>
          <a:bodyPr rtlCol="0">
            <a:normAutofit/>
          </a:bodyPr>
          <a:lstStyle>
            <a:lvl1pPr marL="0" indent="0" latinLnBrk="0">
              <a:buNone/>
              <a:defRPr lang="es-ES" sz="3200"/>
            </a:lvl1pPr>
            <a:lvl2pPr marL="457200" indent="0" latinLnBrk="0">
              <a:buNone/>
              <a:defRPr lang="es-ES" sz="2800"/>
            </a:lvl2pPr>
            <a:lvl3pPr marL="914400" indent="0" latinLnBrk="0">
              <a:buNone/>
              <a:defRPr lang="es-ES" sz="2400"/>
            </a:lvl3pPr>
            <a:lvl4pPr marL="1371600" indent="0" latinLnBrk="0">
              <a:buNone/>
              <a:defRPr lang="es-ES" sz="2000"/>
            </a:lvl4pPr>
            <a:lvl5pPr marL="1828800" indent="0" latinLnBrk="0">
              <a:buNone/>
              <a:defRPr lang="es-ES" sz="2000"/>
            </a:lvl5pPr>
            <a:lvl6pPr marL="2286000" indent="0" latinLnBrk="0">
              <a:buNone/>
              <a:defRPr lang="es-ES" sz="2000"/>
            </a:lvl6pPr>
            <a:lvl7pPr marL="2743200" indent="0" latinLnBrk="0">
              <a:buNone/>
              <a:defRPr lang="es-ES" sz="2000"/>
            </a:lvl7pPr>
            <a:lvl8pPr marL="3200400" indent="0" latinLnBrk="0">
              <a:buNone/>
              <a:defRPr lang="es-ES" sz="2000"/>
            </a:lvl8pPr>
            <a:lvl9pPr marL="3657600" indent="0" latinLnBrk="0">
              <a:buNone/>
              <a:defRPr lang="es-ES" sz="2000"/>
            </a:lvl9pPr>
          </a:lstStyle>
          <a:p>
            <a:pPr lvl="0"/>
            <a:r>
              <a:rPr lang="es-ES" noProof="0"/>
              <a:t>Haga clic en el icono para agregar una imagen</a:t>
            </a:r>
          </a:p>
        </p:txBody>
      </p:sp>
      <p:sp>
        <p:nvSpPr>
          <p:cNvPr id="4" name="Marcador de posición de texto 3"/>
          <p:cNvSpPr>
            <a:spLocks noGrp="1"/>
          </p:cNvSpPr>
          <p:nvPr>
            <p:ph type="body" sz="half" idx="2"/>
          </p:nvPr>
        </p:nvSpPr>
        <p:spPr>
          <a:xfrm>
            <a:off x="680323" y="2336879"/>
            <a:ext cx="3876256" cy="3599315"/>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F7C8738A-2DD9-49E4-B603-650B5BFB6250}" type="slidenum">
              <a:rPr/>
              <a:pPr>
                <a:defRPr/>
              </a:pPr>
              <a:t>‹Nº›</a:t>
            </a:fld>
            <a:endParaRPr/>
          </a:p>
        </p:txBody>
      </p:sp>
    </p:spTree>
    <p:extLst>
      <p:ext uri="{BB962C8B-B14F-4D97-AF65-F5344CB8AC3E}">
        <p14:creationId xmlns:p14="http://schemas.microsoft.com/office/powerpoint/2010/main" val="3833437207"/>
      </p:ext>
    </p:extLst>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Vista panorámica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1"/>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456724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5" y="456724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5" y="4711630"/>
            <a:ext cx="9613859" cy="453051"/>
          </a:xfrm>
        </p:spPr>
        <p:txBody>
          <a:bodyPr anchor="b">
            <a:normAutofit/>
          </a:bodyPr>
          <a:lstStyle>
            <a:lvl1pPr latinLnBrk="0">
              <a:defRPr lang="es-ES" sz="2400"/>
            </a:lvl1pPr>
          </a:lstStyle>
          <a:p>
            <a:r>
              <a:rPr lang="es-ES"/>
              <a:t>Haga clic para modificar el estilo de título del patrón</a:t>
            </a:r>
          </a:p>
        </p:txBody>
      </p:sp>
      <p:sp>
        <p:nvSpPr>
          <p:cNvPr id="3" name="Marcador de posición de imagen 2"/>
          <p:cNvSpPr>
            <a:spLocks noGrp="1" noChangeAspect="1"/>
          </p:cNvSpPr>
          <p:nvPr>
            <p:ph type="pic" idx="1"/>
          </p:nvPr>
        </p:nvSpPr>
        <p:spPr>
          <a:xfrm>
            <a:off x="680325" y="609609"/>
            <a:ext cx="9613859" cy="3589575"/>
          </a:xfrm>
          <a:noFill/>
          <a:ln>
            <a:noFill/>
          </a:ln>
          <a:effectLst>
            <a:outerShdw blurRad="76200" dist="63500" dir="5040000" algn="tl" rotWithShape="0">
              <a:srgbClr val="000000">
                <a:alpha val="41000"/>
              </a:srgbClr>
            </a:outerShdw>
          </a:effectLst>
        </p:spPr>
        <p:txBody>
          <a:bodyPr rtlCol="0">
            <a:normAutofit/>
          </a:bodyPr>
          <a:lstStyle>
            <a:lvl1pPr marL="0" indent="0" latinLnBrk="0">
              <a:buNone/>
              <a:defRPr lang="es-ES" sz="3200"/>
            </a:lvl1pPr>
            <a:lvl2pPr marL="457200" indent="0" latinLnBrk="0">
              <a:buNone/>
              <a:defRPr lang="es-ES" sz="2800"/>
            </a:lvl2pPr>
            <a:lvl3pPr marL="914400" indent="0" latinLnBrk="0">
              <a:buNone/>
              <a:defRPr lang="es-ES" sz="2400"/>
            </a:lvl3pPr>
            <a:lvl4pPr marL="1371600" indent="0" latinLnBrk="0">
              <a:buNone/>
              <a:defRPr lang="es-ES" sz="2000"/>
            </a:lvl4pPr>
            <a:lvl5pPr marL="1828800" indent="0" latinLnBrk="0">
              <a:buNone/>
              <a:defRPr lang="es-ES" sz="2000"/>
            </a:lvl5pPr>
            <a:lvl6pPr marL="2286000" indent="0" latinLnBrk="0">
              <a:buNone/>
              <a:defRPr lang="es-ES" sz="2000"/>
            </a:lvl6pPr>
            <a:lvl7pPr marL="2743200" indent="0" latinLnBrk="0">
              <a:buNone/>
              <a:defRPr lang="es-ES" sz="2000"/>
            </a:lvl7pPr>
            <a:lvl8pPr marL="3200400" indent="0" latinLnBrk="0">
              <a:buNone/>
              <a:defRPr lang="es-ES" sz="2000"/>
            </a:lvl8pPr>
            <a:lvl9pPr marL="3657600" indent="0" latinLnBrk="0">
              <a:buNone/>
              <a:defRPr lang="es-ES" sz="2000"/>
            </a:lvl9pPr>
          </a:lstStyle>
          <a:p>
            <a:pPr lvl="0"/>
            <a:r>
              <a:rPr lang="es-ES" noProof="0"/>
              <a:t>Haga clic en el icono para agregar una imagen</a:t>
            </a:r>
          </a:p>
        </p:txBody>
      </p:sp>
      <p:sp>
        <p:nvSpPr>
          <p:cNvPr id="4" name="Marcador de posición de texto 3"/>
          <p:cNvSpPr>
            <a:spLocks noGrp="1"/>
          </p:cNvSpPr>
          <p:nvPr>
            <p:ph type="body" sz="half" idx="2"/>
          </p:nvPr>
        </p:nvSpPr>
        <p:spPr>
          <a:xfrm>
            <a:off x="680326" y="5169597"/>
            <a:ext cx="9613863" cy="622971"/>
          </a:xfrm>
        </p:spPr>
        <p:txBody>
          <a:bodyP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1708"/>
            <a:ext cx="1154112" cy="1090613"/>
          </a:xfrm>
        </p:spPr>
        <p:txBody>
          <a:bodyPr/>
          <a:lstStyle>
            <a:lvl1pPr>
              <a:defRPr/>
            </a:lvl1pPr>
          </a:lstStyle>
          <a:p>
            <a:pPr>
              <a:defRPr/>
            </a:pPr>
            <a:fld id="{50A3EA26-6925-475B-B722-3DC36A92C0AC}" type="slidenum">
              <a:rPr/>
              <a:pPr>
                <a:defRPr/>
              </a:pPr>
              <a:t>‹Nº›</a:t>
            </a:fld>
            <a:endParaRPr/>
          </a:p>
        </p:txBody>
      </p:sp>
    </p:spTree>
    <p:extLst>
      <p:ext uri="{BB962C8B-B14F-4D97-AF65-F5344CB8AC3E}">
        <p14:creationId xmlns:p14="http://schemas.microsoft.com/office/powerpoint/2010/main" val="3775855899"/>
      </p:ext>
    </p:extLst>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ítulo y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1"/>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456724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5" y="456724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1" y="609597"/>
            <a:ext cx="9613859" cy="3592750"/>
          </a:xfrm>
        </p:spPr>
        <p:txBody>
          <a:bodyPr/>
          <a:lstStyle>
            <a:lvl1pPr latinLnBrk="0">
              <a:defRPr lang="es-ES" sz="3200"/>
            </a:lvl1pPr>
          </a:lstStyle>
          <a:p>
            <a:r>
              <a:rPr lang="es-ES"/>
              <a:t>Haga clic para modificar el estilo de título del patrón</a:t>
            </a:r>
          </a:p>
        </p:txBody>
      </p:sp>
      <p:sp>
        <p:nvSpPr>
          <p:cNvPr id="4" name="Marcador de posición de texto 3"/>
          <p:cNvSpPr>
            <a:spLocks noGrp="1"/>
          </p:cNvSpPr>
          <p:nvPr>
            <p:ph type="body" sz="half" idx="2"/>
          </p:nvPr>
        </p:nvSpPr>
        <p:spPr>
          <a:xfrm>
            <a:off x="680325" y="4711629"/>
            <a:ext cx="9613859" cy="1090789"/>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1708"/>
            <a:ext cx="1154112" cy="1090613"/>
          </a:xfrm>
        </p:spPr>
        <p:txBody>
          <a:bodyPr/>
          <a:lstStyle>
            <a:lvl1pPr>
              <a:defRPr/>
            </a:lvl1pPr>
          </a:lstStyle>
          <a:p>
            <a:pPr>
              <a:defRPr/>
            </a:pPr>
            <a:fld id="{AF360ACC-4A30-494B-B9D6-54C1AC809830}" type="slidenum">
              <a:rPr/>
              <a:pPr>
                <a:defRPr/>
              </a:pPr>
              <a:t>‹Nº›</a:t>
            </a:fld>
            <a:endParaRPr/>
          </a:p>
        </p:txBody>
      </p:sp>
    </p:spTree>
    <p:extLst>
      <p:ext uri="{BB962C8B-B14F-4D97-AF65-F5344CB8AC3E}">
        <p14:creationId xmlns:p14="http://schemas.microsoft.com/office/powerpoint/2010/main" val="3502414227"/>
      </p:ext>
    </p:extLst>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ita con leyenda">
    <p:spTree>
      <p:nvGrpSpPr>
        <p:cNvPr id="1" name=""/>
        <p:cNvGrpSpPr/>
        <p:nvPr/>
      </p:nvGrpSpPr>
      <p:grpSpPr>
        <a:xfrm>
          <a:off x="0" y="0"/>
          <a:ext cx="0" cy="0"/>
          <a:chOff x="0" y="0"/>
          <a:chExt cx="0" cy="0"/>
        </a:xfrm>
      </p:grpSpPr>
      <p:pic>
        <p:nvPicPr>
          <p:cNvPr id="5" name="Imagen 10"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1"/>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12"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13"/>
          <p:cNvSpPr/>
          <p:nvPr/>
        </p:nvSpPr>
        <p:spPr>
          <a:xfrm>
            <a:off x="0" y="456724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4"/>
          <p:cNvSpPr/>
          <p:nvPr/>
        </p:nvSpPr>
        <p:spPr>
          <a:xfrm>
            <a:off x="10585455" y="456724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Cuadro de texto 15"/>
          <p:cNvSpPr txBox="1"/>
          <p:nvPr/>
        </p:nvSpPr>
        <p:spPr>
          <a:xfrm>
            <a:off x="584200" y="747717"/>
            <a:ext cx="609600" cy="585787"/>
          </a:xfrm>
          <a:prstGeom prst="rect">
            <a:avLst/>
          </a:prstGeom>
        </p:spPr>
        <p:txBody>
          <a:bodyPr anchor="ctr"/>
          <a:lstStyle>
            <a:lvl1pPr latinLnBrk="0">
              <a:spcBef>
                <a:spcPct val="0"/>
              </a:spcBef>
              <a:buNone/>
              <a:defRPr lang="es-ES"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latinLnBrk="0">
              <a:defRPr lang="es-ES">
                <a:solidFill>
                  <a:schemeClr val="tx2"/>
                </a:solidFill>
              </a:defRPr>
            </a:lvl2pPr>
            <a:lvl3pPr latinLnBrk="0">
              <a:defRPr lang="es-ES">
                <a:solidFill>
                  <a:schemeClr val="tx2"/>
                </a:solidFill>
              </a:defRPr>
            </a:lvl3pPr>
            <a:lvl4pPr latinLnBrk="0">
              <a:defRPr lang="es-ES">
                <a:solidFill>
                  <a:schemeClr val="tx2"/>
                </a:solidFill>
              </a:defRPr>
            </a:lvl4pPr>
            <a:lvl5pPr latinLnBrk="0">
              <a:defRPr lang="es-ES">
                <a:solidFill>
                  <a:schemeClr val="tx2"/>
                </a:solidFill>
              </a:defRPr>
            </a:lvl5pPr>
            <a:lvl6pPr latinLnBrk="0">
              <a:defRPr lang="es-ES">
                <a:solidFill>
                  <a:schemeClr val="tx2"/>
                </a:solidFill>
              </a:defRPr>
            </a:lvl6pPr>
            <a:lvl7pPr latinLnBrk="0">
              <a:defRPr lang="es-ES">
                <a:solidFill>
                  <a:schemeClr val="tx2"/>
                </a:solidFill>
              </a:defRPr>
            </a:lvl7pPr>
            <a:lvl8pPr latinLnBrk="0">
              <a:defRPr lang="es-ES">
                <a:solidFill>
                  <a:schemeClr val="tx2"/>
                </a:solidFill>
              </a:defRPr>
            </a:lvl8pPr>
            <a:lvl9pPr latinLnBrk="0">
              <a:defRPr lang="es-ES">
                <a:solidFill>
                  <a:schemeClr val="tx2"/>
                </a:solidFill>
              </a:defRPr>
            </a:lvl9pPr>
          </a:lstStyle>
          <a:p>
            <a:pPr fontAlgn="auto">
              <a:spcAft>
                <a:spcPts val="0"/>
              </a:spcAft>
              <a:defRPr/>
            </a:pPr>
            <a:r>
              <a:rPr sz="7200">
                <a:effectLst/>
                <a:latin typeface="+mn-lt"/>
                <a:cs typeface="+mn-cs"/>
              </a:rPr>
              <a:t>“</a:t>
            </a:r>
          </a:p>
        </p:txBody>
      </p:sp>
      <p:sp>
        <p:nvSpPr>
          <p:cNvPr id="10" name="Cuadro de texto 16"/>
          <p:cNvSpPr txBox="1"/>
          <p:nvPr/>
        </p:nvSpPr>
        <p:spPr>
          <a:xfrm>
            <a:off x="9663113" y="3033713"/>
            <a:ext cx="609600" cy="584200"/>
          </a:xfrm>
          <a:prstGeom prst="rect">
            <a:avLst/>
          </a:prstGeom>
        </p:spPr>
        <p:txBody>
          <a:bodyPr anchor="ctr"/>
          <a:lstStyle>
            <a:lvl1pPr latinLnBrk="0">
              <a:spcBef>
                <a:spcPct val="0"/>
              </a:spcBef>
              <a:buNone/>
              <a:defRPr lang="es-ES"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latinLnBrk="0">
              <a:defRPr lang="es-ES">
                <a:solidFill>
                  <a:schemeClr val="tx2"/>
                </a:solidFill>
              </a:defRPr>
            </a:lvl2pPr>
            <a:lvl3pPr latinLnBrk="0">
              <a:defRPr lang="es-ES">
                <a:solidFill>
                  <a:schemeClr val="tx2"/>
                </a:solidFill>
              </a:defRPr>
            </a:lvl3pPr>
            <a:lvl4pPr latinLnBrk="0">
              <a:defRPr lang="es-ES">
                <a:solidFill>
                  <a:schemeClr val="tx2"/>
                </a:solidFill>
              </a:defRPr>
            </a:lvl4pPr>
            <a:lvl5pPr latinLnBrk="0">
              <a:defRPr lang="es-ES">
                <a:solidFill>
                  <a:schemeClr val="tx2"/>
                </a:solidFill>
              </a:defRPr>
            </a:lvl5pPr>
            <a:lvl6pPr latinLnBrk="0">
              <a:defRPr lang="es-ES">
                <a:solidFill>
                  <a:schemeClr val="tx2"/>
                </a:solidFill>
              </a:defRPr>
            </a:lvl6pPr>
            <a:lvl7pPr latinLnBrk="0">
              <a:defRPr lang="es-ES">
                <a:solidFill>
                  <a:schemeClr val="tx2"/>
                </a:solidFill>
              </a:defRPr>
            </a:lvl7pPr>
            <a:lvl8pPr latinLnBrk="0">
              <a:defRPr lang="es-ES">
                <a:solidFill>
                  <a:schemeClr val="tx2"/>
                </a:solidFill>
              </a:defRPr>
            </a:lvl8pPr>
            <a:lvl9pPr latinLnBrk="0">
              <a:defRPr lang="es-ES">
                <a:solidFill>
                  <a:schemeClr val="tx2"/>
                </a:solidFill>
              </a:defRPr>
            </a:lvl9pPr>
          </a:lstStyle>
          <a:p>
            <a:pPr algn="r" fontAlgn="auto">
              <a:spcAft>
                <a:spcPts val="0"/>
              </a:spcAft>
              <a:defRPr/>
            </a:pPr>
            <a:r>
              <a:rPr sz="7200">
                <a:effectLst/>
                <a:latin typeface="+mn-lt"/>
                <a:cs typeface="+mn-cs"/>
              </a:rPr>
              <a:t>”</a:t>
            </a:r>
          </a:p>
        </p:txBody>
      </p:sp>
      <p:sp>
        <p:nvSpPr>
          <p:cNvPr id="2" name="Título 1"/>
          <p:cNvSpPr>
            <a:spLocks noGrp="1"/>
          </p:cNvSpPr>
          <p:nvPr>
            <p:ph type="title"/>
          </p:nvPr>
        </p:nvSpPr>
        <p:spPr>
          <a:xfrm>
            <a:off x="1127856" y="609607"/>
            <a:ext cx="8718877" cy="3036061"/>
          </a:xfrm>
        </p:spPr>
        <p:txBody>
          <a:bodyPr/>
          <a:lstStyle>
            <a:lvl1pPr latinLnBrk="0">
              <a:defRPr lang="es-ES" sz="3200"/>
            </a:lvl1pPr>
          </a:lstStyle>
          <a:p>
            <a:r>
              <a:rPr lang="es-ES"/>
              <a:t>Haga clic para modificar el estilo de título del patrón</a:t>
            </a:r>
          </a:p>
        </p:txBody>
      </p:sp>
      <p:sp>
        <p:nvSpPr>
          <p:cNvPr id="12" name="Marcador de posición de texto 3"/>
          <p:cNvSpPr>
            <a:spLocks noGrp="1"/>
          </p:cNvSpPr>
          <p:nvPr>
            <p:ph type="body" sz="half" idx="13"/>
          </p:nvPr>
        </p:nvSpPr>
        <p:spPr>
          <a:xfrm>
            <a:off x="1402289" y="3653379"/>
            <a:ext cx="8156579" cy="548968"/>
          </a:xfrm>
        </p:spPr>
        <p:txBody>
          <a:bodyPr>
            <a:normAutofit/>
          </a:bodyPr>
          <a:lstStyle>
            <a:lvl1pPr marL="0" indent="0" latinLnBrk="0">
              <a:buNone/>
              <a:defRPr lang="es-ES" sz="14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4" name="Marcador de posición de texto 3"/>
          <p:cNvSpPr>
            <a:spLocks noGrp="1"/>
          </p:cNvSpPr>
          <p:nvPr>
            <p:ph type="body" sz="half" idx="2"/>
          </p:nvPr>
        </p:nvSpPr>
        <p:spPr>
          <a:xfrm>
            <a:off x="680325" y="4711629"/>
            <a:ext cx="9613859" cy="1090789"/>
          </a:xfrm>
        </p:spPr>
        <p:txBody>
          <a:bodyPr anchor="ctr">
            <a:normAutofit/>
          </a:bodyP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11" name="Marcador de posición de fecha 4"/>
          <p:cNvSpPr>
            <a:spLocks noGrp="1"/>
          </p:cNvSpPr>
          <p:nvPr>
            <p:ph type="dt" sz="half" idx="14"/>
          </p:nvPr>
        </p:nvSpPr>
        <p:spPr/>
        <p:txBody>
          <a:bodyPr/>
          <a:lstStyle>
            <a:lvl1pPr>
              <a:defRPr/>
            </a:lvl1pPr>
          </a:lstStyle>
          <a:p>
            <a:pPr>
              <a:defRPr/>
            </a:pPr>
            <a:endParaRPr/>
          </a:p>
        </p:txBody>
      </p:sp>
      <p:sp>
        <p:nvSpPr>
          <p:cNvPr id="13" name="Marcador de posición de pie de página 5"/>
          <p:cNvSpPr>
            <a:spLocks noGrp="1"/>
          </p:cNvSpPr>
          <p:nvPr>
            <p:ph type="ftr" sz="quarter" idx="15"/>
          </p:nvPr>
        </p:nvSpPr>
        <p:spPr/>
        <p:txBody>
          <a:bodyPr/>
          <a:lstStyle>
            <a:lvl1pPr>
              <a:defRPr/>
            </a:lvl1pPr>
          </a:lstStyle>
          <a:p>
            <a:pPr>
              <a:defRPr/>
            </a:pPr>
            <a:r>
              <a:rPr lang="es-ES"/>
              <a:t>Calidad de Sistemas de Software  - 2019</a:t>
            </a:r>
            <a:endParaRPr/>
          </a:p>
        </p:txBody>
      </p:sp>
      <p:sp>
        <p:nvSpPr>
          <p:cNvPr id="14" name="Marcador de posición de número de diapositiva 6"/>
          <p:cNvSpPr>
            <a:spLocks noGrp="1"/>
          </p:cNvSpPr>
          <p:nvPr>
            <p:ph type="sldNum" sz="quarter" idx="16"/>
          </p:nvPr>
        </p:nvSpPr>
        <p:spPr>
          <a:xfrm>
            <a:off x="10729913" y="4710113"/>
            <a:ext cx="1154112" cy="1090612"/>
          </a:xfrm>
        </p:spPr>
        <p:txBody>
          <a:bodyPr/>
          <a:lstStyle>
            <a:lvl1pPr>
              <a:defRPr/>
            </a:lvl1pPr>
          </a:lstStyle>
          <a:p>
            <a:pPr>
              <a:defRPr/>
            </a:pPr>
            <a:fld id="{DC694C8C-C398-4534-94AE-B262270A6C49}" type="slidenum">
              <a:rPr/>
              <a:pPr>
                <a:defRPr/>
              </a:pPr>
              <a:t>‹Nº›</a:t>
            </a:fld>
            <a:endParaRPr/>
          </a:p>
        </p:txBody>
      </p:sp>
    </p:spTree>
    <p:extLst>
      <p:ext uri="{BB962C8B-B14F-4D97-AF65-F5344CB8AC3E}">
        <p14:creationId xmlns:p14="http://schemas.microsoft.com/office/powerpoint/2010/main" val="2863213129"/>
      </p:ext>
    </p:extLst>
  </p:cSld>
  <p:clrMapOvr>
    <a:masterClrMapping/>
  </p:clrMapOvr>
  <p:transition spd="med">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5" name="Imagen 8"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1"/>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9"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10"/>
          <p:cNvSpPr/>
          <p:nvPr/>
        </p:nvSpPr>
        <p:spPr>
          <a:xfrm>
            <a:off x="0" y="4567246"/>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1"/>
          <p:cNvSpPr/>
          <p:nvPr/>
        </p:nvSpPr>
        <p:spPr>
          <a:xfrm>
            <a:off x="10585455" y="4567246"/>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6" y="4711629"/>
            <a:ext cx="9613863" cy="588535"/>
          </a:xfrm>
        </p:spPr>
        <p:txBody>
          <a:bodyPr anchor="b"/>
          <a:lstStyle>
            <a:lvl1pPr latinLnBrk="0">
              <a:defRPr lang="es-ES" sz="3200"/>
            </a:lvl1pPr>
          </a:lstStyle>
          <a:p>
            <a:r>
              <a:rPr lang="es-ES"/>
              <a:t>Haga clic para modificar el estilo de título del patrón</a:t>
            </a:r>
          </a:p>
        </p:txBody>
      </p:sp>
      <p:sp>
        <p:nvSpPr>
          <p:cNvPr id="4" name="Marcador de posición de texto 3"/>
          <p:cNvSpPr>
            <a:spLocks noGrp="1"/>
          </p:cNvSpPr>
          <p:nvPr>
            <p:ph type="body" sz="half" idx="2"/>
          </p:nvPr>
        </p:nvSpPr>
        <p:spPr>
          <a:xfrm>
            <a:off x="680326" y="5300163"/>
            <a:ext cx="9613863" cy="502255"/>
          </a:xfrm>
        </p:spPr>
        <p:txBody>
          <a:bodyP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0113"/>
            <a:ext cx="1154112" cy="1090612"/>
          </a:xfrm>
        </p:spPr>
        <p:txBody>
          <a:bodyPr/>
          <a:lstStyle>
            <a:lvl1pPr>
              <a:defRPr/>
            </a:lvl1pPr>
          </a:lstStyle>
          <a:p>
            <a:pPr>
              <a:defRPr/>
            </a:pPr>
            <a:fld id="{57AE510D-DC1B-4A38-AD56-66158B61CC63}" type="slidenum">
              <a:rPr/>
              <a:pPr>
                <a:defRPr/>
              </a:pPr>
              <a:t>‹Nº›</a:t>
            </a:fld>
            <a:endParaRPr/>
          </a:p>
        </p:txBody>
      </p:sp>
    </p:spTree>
    <p:extLst>
      <p:ext uri="{BB962C8B-B14F-4D97-AF65-F5344CB8AC3E}">
        <p14:creationId xmlns:p14="http://schemas.microsoft.com/office/powerpoint/2010/main" val="492874957"/>
      </p:ext>
    </p:extLst>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3 columnas">
    <p:spTree>
      <p:nvGrpSpPr>
        <p:cNvPr id="1" name=""/>
        <p:cNvGrpSpPr/>
        <p:nvPr/>
      </p:nvGrpSpPr>
      <p:grpSpPr>
        <a:xfrm>
          <a:off x="0" y="0"/>
          <a:ext cx="0" cy="0"/>
          <a:chOff x="0" y="0"/>
          <a:chExt cx="0" cy="0"/>
        </a:xfrm>
      </p:grpSpPr>
      <p:pic>
        <p:nvPicPr>
          <p:cNvPr id="13" name="Imagen 12"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6"/>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Imagen 13"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ángulo 15"/>
          <p:cNvSpPr/>
          <p:nvPr/>
        </p:nvSpPr>
        <p:spPr>
          <a:xfrm>
            <a:off x="0" y="60960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ángulo 16"/>
          <p:cNvSpPr/>
          <p:nvPr/>
        </p:nvSpPr>
        <p:spPr>
          <a:xfrm>
            <a:off x="10585455" y="6096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ítulo 1"/>
          <p:cNvSpPr>
            <a:spLocks noGrp="1"/>
          </p:cNvSpPr>
          <p:nvPr>
            <p:ph type="title"/>
          </p:nvPr>
        </p:nvSpPr>
        <p:spPr>
          <a:xfrm>
            <a:off x="669221" y="753228"/>
            <a:ext cx="9624960" cy="1080938"/>
          </a:xfrm>
        </p:spPr>
        <p:txBody>
          <a:bodyPr/>
          <a:lstStyle/>
          <a:p>
            <a:r>
              <a:rPr lang="es-ES"/>
              <a:t>Haga clic para modificar el estilo de título del patrón</a:t>
            </a:r>
          </a:p>
        </p:txBody>
      </p:sp>
      <p:sp>
        <p:nvSpPr>
          <p:cNvPr id="7" name="Marcador de posición de texto 2"/>
          <p:cNvSpPr>
            <a:spLocks noGrp="1"/>
          </p:cNvSpPr>
          <p:nvPr>
            <p:ph type="body" idx="1"/>
          </p:nvPr>
        </p:nvSpPr>
        <p:spPr>
          <a:xfrm>
            <a:off x="660945" y="2336873"/>
            <a:ext cx="307003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8" name="Marcador de posición de texto 3"/>
          <p:cNvSpPr>
            <a:spLocks noGrp="1"/>
          </p:cNvSpPr>
          <p:nvPr>
            <p:ph type="body" sz="half" idx="15"/>
          </p:nvPr>
        </p:nvSpPr>
        <p:spPr>
          <a:xfrm>
            <a:off x="680330" y="3022683"/>
            <a:ext cx="3049703" cy="2913513"/>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9" name="Marcador de posición de texto 4"/>
          <p:cNvSpPr>
            <a:spLocks noGrp="1"/>
          </p:cNvSpPr>
          <p:nvPr>
            <p:ph type="body" sz="quarter" idx="3"/>
          </p:nvPr>
        </p:nvSpPr>
        <p:spPr>
          <a:xfrm>
            <a:off x="3956025" y="2336873"/>
            <a:ext cx="3063240"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10" name="Marcador de posición de texto 3"/>
          <p:cNvSpPr>
            <a:spLocks noGrp="1"/>
          </p:cNvSpPr>
          <p:nvPr>
            <p:ph type="body" sz="half" idx="16"/>
          </p:nvPr>
        </p:nvSpPr>
        <p:spPr>
          <a:xfrm>
            <a:off x="3945471" y="3022683"/>
            <a:ext cx="3063240" cy="2913513"/>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1" name="Marcador de posición de texto 4"/>
          <p:cNvSpPr>
            <a:spLocks noGrp="1"/>
          </p:cNvSpPr>
          <p:nvPr>
            <p:ph type="body" sz="quarter" idx="13"/>
          </p:nvPr>
        </p:nvSpPr>
        <p:spPr>
          <a:xfrm>
            <a:off x="7224165" y="2336873"/>
            <a:ext cx="307002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12" name="Marcador de posición de texto 3"/>
          <p:cNvSpPr>
            <a:spLocks noGrp="1"/>
          </p:cNvSpPr>
          <p:nvPr>
            <p:ph type="body" sz="half" idx="17"/>
          </p:nvPr>
        </p:nvSpPr>
        <p:spPr>
          <a:xfrm>
            <a:off x="7224165" y="3022683"/>
            <a:ext cx="3070025" cy="2913513"/>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8" name="Marcador de posición de fecha 2"/>
          <p:cNvSpPr>
            <a:spLocks noGrp="1"/>
          </p:cNvSpPr>
          <p:nvPr>
            <p:ph type="dt" sz="half" idx="18"/>
          </p:nvPr>
        </p:nvSpPr>
        <p:spPr/>
        <p:txBody>
          <a:bodyPr/>
          <a:lstStyle>
            <a:lvl1pPr>
              <a:defRPr/>
            </a:lvl1pPr>
          </a:lstStyle>
          <a:p>
            <a:pPr>
              <a:defRPr/>
            </a:pPr>
            <a:endParaRPr/>
          </a:p>
        </p:txBody>
      </p:sp>
      <p:sp>
        <p:nvSpPr>
          <p:cNvPr id="19" name="Marcador de posición de pie de página 3"/>
          <p:cNvSpPr>
            <a:spLocks noGrp="1"/>
          </p:cNvSpPr>
          <p:nvPr>
            <p:ph type="ftr" sz="quarter" idx="19"/>
          </p:nvPr>
        </p:nvSpPr>
        <p:spPr/>
        <p:txBody>
          <a:bodyPr/>
          <a:lstStyle>
            <a:lvl1pPr>
              <a:defRPr/>
            </a:lvl1pPr>
          </a:lstStyle>
          <a:p>
            <a:pPr>
              <a:defRPr/>
            </a:pPr>
            <a:r>
              <a:rPr lang="es-ES"/>
              <a:t>Calidad de Sistemas de Software  - 2019</a:t>
            </a:r>
            <a:endParaRPr/>
          </a:p>
        </p:txBody>
      </p:sp>
      <p:sp>
        <p:nvSpPr>
          <p:cNvPr id="20" name="Marcador de posición de número de diapositiva 4"/>
          <p:cNvSpPr>
            <a:spLocks noGrp="1"/>
          </p:cNvSpPr>
          <p:nvPr>
            <p:ph type="sldNum" sz="quarter" idx="20"/>
          </p:nvPr>
        </p:nvSpPr>
        <p:spPr/>
        <p:txBody>
          <a:bodyPr/>
          <a:lstStyle>
            <a:lvl1pPr>
              <a:defRPr/>
            </a:lvl1pPr>
          </a:lstStyle>
          <a:p>
            <a:pPr>
              <a:defRPr/>
            </a:pPr>
            <a:fld id="{1C4E97C5-A54D-4637-87DC-EAEF6EB498D5}" type="slidenum">
              <a:rPr/>
              <a:pPr>
                <a:defRPr/>
              </a:pPr>
              <a:t>‹Nº›</a:t>
            </a:fld>
            <a:endParaRPr/>
          </a:p>
        </p:txBody>
      </p:sp>
    </p:spTree>
    <p:extLst>
      <p:ext uri="{BB962C8B-B14F-4D97-AF65-F5344CB8AC3E}">
        <p14:creationId xmlns:p14="http://schemas.microsoft.com/office/powerpoint/2010/main" val="2463867259"/>
      </p:ext>
    </p:extLst>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lumna de 3 imágenes">
    <p:spTree>
      <p:nvGrpSpPr>
        <p:cNvPr id="1" name=""/>
        <p:cNvGrpSpPr/>
        <p:nvPr/>
      </p:nvGrpSpPr>
      <p:grpSpPr>
        <a:xfrm>
          <a:off x="0" y="0"/>
          <a:ext cx="0" cy="0"/>
          <a:chOff x="0" y="0"/>
          <a:chExt cx="0" cy="0"/>
        </a:xfrm>
      </p:grpSpPr>
      <p:pic>
        <p:nvPicPr>
          <p:cNvPr id="12" name="Imagen 14"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6"/>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Imagen 15"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ángulo 16"/>
          <p:cNvSpPr/>
          <p:nvPr/>
        </p:nvSpPr>
        <p:spPr>
          <a:xfrm>
            <a:off x="0" y="60960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ángulo 17"/>
          <p:cNvSpPr/>
          <p:nvPr/>
        </p:nvSpPr>
        <p:spPr>
          <a:xfrm>
            <a:off x="10585455" y="6096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ítulo 1"/>
          <p:cNvSpPr>
            <a:spLocks noGrp="1"/>
          </p:cNvSpPr>
          <p:nvPr>
            <p:ph type="title"/>
          </p:nvPr>
        </p:nvSpPr>
        <p:spPr>
          <a:xfrm>
            <a:off x="680323" y="753228"/>
            <a:ext cx="9613860" cy="1080938"/>
          </a:xfrm>
        </p:spPr>
        <p:txBody>
          <a:bodyPr/>
          <a:lstStyle/>
          <a:p>
            <a:r>
              <a:rPr lang="es-ES"/>
              <a:t>Haga clic para modificar el estilo de título del patrón</a:t>
            </a:r>
          </a:p>
        </p:txBody>
      </p:sp>
      <p:sp>
        <p:nvSpPr>
          <p:cNvPr id="19" name="Marcador de posición de texto 2"/>
          <p:cNvSpPr>
            <a:spLocks noGrp="1"/>
          </p:cNvSpPr>
          <p:nvPr>
            <p:ph type="body" idx="1"/>
          </p:nvPr>
        </p:nvSpPr>
        <p:spPr>
          <a:xfrm>
            <a:off x="680328" y="4297503"/>
            <a:ext cx="304970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0" name="Marcador de posición de imagen 2"/>
          <p:cNvSpPr>
            <a:spLocks noGrp="1" noChangeAspect="1"/>
          </p:cNvSpPr>
          <p:nvPr>
            <p:ph type="pic" idx="15"/>
          </p:nvPr>
        </p:nvSpPr>
        <p:spPr>
          <a:xfrm>
            <a:off x="680328" y="2336873"/>
            <a:ext cx="3049705" cy="15240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1" name="Marcador de posición de texto 3"/>
          <p:cNvSpPr>
            <a:spLocks noGrp="1"/>
          </p:cNvSpPr>
          <p:nvPr>
            <p:ph type="body" sz="half" idx="18"/>
          </p:nvPr>
        </p:nvSpPr>
        <p:spPr>
          <a:xfrm>
            <a:off x="680328" y="4873765"/>
            <a:ext cx="3049705" cy="1062422"/>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22" name="Marcador de posición de texto 4"/>
          <p:cNvSpPr>
            <a:spLocks noGrp="1"/>
          </p:cNvSpPr>
          <p:nvPr>
            <p:ph type="body" sz="quarter" idx="3"/>
          </p:nvPr>
        </p:nvSpPr>
        <p:spPr>
          <a:xfrm>
            <a:off x="3945471" y="4297503"/>
            <a:ext cx="3063240"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3" name="Marcador de posición de imagen 2"/>
          <p:cNvSpPr>
            <a:spLocks noGrp="1" noChangeAspect="1"/>
          </p:cNvSpPr>
          <p:nvPr>
            <p:ph type="pic" idx="21"/>
          </p:nvPr>
        </p:nvSpPr>
        <p:spPr>
          <a:xfrm>
            <a:off x="3945471" y="2336873"/>
            <a:ext cx="3063240" cy="15240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4" name="Marcador de posición de texto 3"/>
          <p:cNvSpPr>
            <a:spLocks noGrp="1"/>
          </p:cNvSpPr>
          <p:nvPr>
            <p:ph type="body" sz="half" idx="19"/>
          </p:nvPr>
        </p:nvSpPr>
        <p:spPr>
          <a:xfrm>
            <a:off x="3944126" y="4873764"/>
            <a:ext cx="3067297" cy="1062422"/>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25" name="Marcador de posición de texto 4"/>
          <p:cNvSpPr>
            <a:spLocks noGrp="1"/>
          </p:cNvSpPr>
          <p:nvPr>
            <p:ph type="body" sz="quarter" idx="13"/>
          </p:nvPr>
        </p:nvSpPr>
        <p:spPr>
          <a:xfrm>
            <a:off x="7230688" y="4297503"/>
            <a:ext cx="306350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6" name="Marcador de posición de imagen 2"/>
          <p:cNvSpPr>
            <a:spLocks noGrp="1" noChangeAspect="1"/>
          </p:cNvSpPr>
          <p:nvPr>
            <p:ph type="pic" idx="22"/>
          </p:nvPr>
        </p:nvSpPr>
        <p:spPr>
          <a:xfrm>
            <a:off x="7230686" y="2336873"/>
            <a:ext cx="3063505" cy="15240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7" name="Marcador de posición de texto 3"/>
          <p:cNvSpPr>
            <a:spLocks noGrp="1"/>
          </p:cNvSpPr>
          <p:nvPr>
            <p:ph type="body" sz="half" idx="20"/>
          </p:nvPr>
        </p:nvSpPr>
        <p:spPr>
          <a:xfrm>
            <a:off x="7230553" y="4873762"/>
            <a:ext cx="3067563" cy="1062422"/>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6" name="Marcador de posición de fecha 2"/>
          <p:cNvSpPr>
            <a:spLocks noGrp="1"/>
          </p:cNvSpPr>
          <p:nvPr>
            <p:ph type="dt" sz="half" idx="23"/>
          </p:nvPr>
        </p:nvSpPr>
        <p:spPr/>
        <p:txBody>
          <a:bodyPr/>
          <a:lstStyle>
            <a:lvl1pPr>
              <a:defRPr/>
            </a:lvl1pPr>
          </a:lstStyle>
          <a:p>
            <a:pPr>
              <a:defRPr/>
            </a:pPr>
            <a:endParaRPr/>
          </a:p>
        </p:txBody>
      </p:sp>
      <p:sp>
        <p:nvSpPr>
          <p:cNvPr id="17" name="Marcador de posición de pie de página 3"/>
          <p:cNvSpPr>
            <a:spLocks noGrp="1"/>
          </p:cNvSpPr>
          <p:nvPr>
            <p:ph type="ftr" sz="quarter" idx="24"/>
          </p:nvPr>
        </p:nvSpPr>
        <p:spPr/>
        <p:txBody>
          <a:bodyPr/>
          <a:lstStyle>
            <a:lvl1pPr>
              <a:defRPr/>
            </a:lvl1pPr>
          </a:lstStyle>
          <a:p>
            <a:pPr>
              <a:defRPr/>
            </a:pPr>
            <a:r>
              <a:rPr lang="es-ES"/>
              <a:t>Calidad de Sistemas de Software  - 2019</a:t>
            </a:r>
            <a:endParaRPr/>
          </a:p>
        </p:txBody>
      </p:sp>
      <p:sp>
        <p:nvSpPr>
          <p:cNvPr id="18" name="Marcador de posición de número de diapositiva 4"/>
          <p:cNvSpPr>
            <a:spLocks noGrp="1"/>
          </p:cNvSpPr>
          <p:nvPr>
            <p:ph type="sldNum" sz="quarter" idx="25"/>
          </p:nvPr>
        </p:nvSpPr>
        <p:spPr/>
        <p:txBody>
          <a:bodyPr/>
          <a:lstStyle>
            <a:lvl1pPr>
              <a:defRPr/>
            </a:lvl1pPr>
          </a:lstStyle>
          <a:p>
            <a:pPr>
              <a:defRPr/>
            </a:pPr>
            <a:fld id="{299E7158-3B53-4849-A887-65E9BDF58355}" type="slidenum">
              <a:rPr/>
              <a:pPr>
                <a:defRPr/>
              </a:pPr>
              <a:t>‹Nº›</a:t>
            </a:fld>
            <a:endParaRPr/>
          </a:p>
        </p:txBody>
      </p:sp>
    </p:spTree>
    <p:extLst>
      <p:ext uri="{BB962C8B-B14F-4D97-AF65-F5344CB8AC3E}">
        <p14:creationId xmlns:p14="http://schemas.microsoft.com/office/powerpoint/2010/main" val="2279135080"/>
      </p:ext>
    </p:extLst>
  </p:cSld>
  <p:clrMapOvr>
    <a:masterClrMapping/>
  </p:clrMapOvr>
  <p:transition spd="med">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6"/>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5"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0" y="60960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10585455" y="6096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lvl1pPr algn="r" latinLnBrk="0">
              <a:defRPr lang="es-ES"/>
            </a:lvl1pPr>
          </a:lstStyle>
          <a:p>
            <a:r>
              <a:rPr lang="es-ES"/>
              <a:t>Haga clic para modificar el estilo de título del patrón</a:t>
            </a:r>
          </a:p>
        </p:txBody>
      </p:sp>
      <p:sp>
        <p:nvSpPr>
          <p:cNvPr id="3" name="Marcador de posición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p:txBody>
          <a:bodyPr/>
          <a:lstStyle>
            <a:lvl1pPr>
              <a:defRPr/>
            </a:lvl1pPr>
          </a:lstStyle>
          <a:p>
            <a:pPr>
              <a:defRPr/>
            </a:pPr>
            <a:fld id="{8D3D67A5-90E8-4B48-8233-BDB289E70A88}" type="slidenum">
              <a:rPr/>
              <a:pPr>
                <a:defRPr/>
              </a:pPr>
              <a:t>‹Nº›</a:t>
            </a:fld>
            <a:endParaRPr/>
          </a:p>
        </p:txBody>
      </p:sp>
    </p:spTree>
    <p:extLst>
      <p:ext uri="{BB962C8B-B14F-4D97-AF65-F5344CB8AC3E}">
        <p14:creationId xmlns:p14="http://schemas.microsoft.com/office/powerpoint/2010/main" val="3298759137"/>
      </p:ext>
    </p:extLst>
  </p:cSld>
  <p:clrMapOvr>
    <a:masterClrMapping/>
  </p:clrMapOvr>
  <p:transition spd="med">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Título y texto verticales">
    <p:spTree>
      <p:nvGrpSpPr>
        <p:cNvPr id="1" name=""/>
        <p:cNvGrpSpPr/>
        <p:nvPr/>
      </p:nvGrpSpPr>
      <p:grpSpPr>
        <a:xfrm>
          <a:off x="0" y="0"/>
          <a:ext cx="0" cy="0"/>
          <a:chOff x="0" y="0"/>
          <a:chExt cx="0" cy="0"/>
        </a:xfrm>
      </p:grpSpPr>
      <p:sp>
        <p:nvSpPr>
          <p:cNvPr id="4" name="Rectángulo 6"/>
          <p:cNvSpPr/>
          <p:nvPr/>
        </p:nvSpPr>
        <p:spPr>
          <a:xfrm rot="5400000">
            <a:off x="8116094" y="1869289"/>
            <a:ext cx="5106988"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ángulo 7"/>
          <p:cNvSpPr/>
          <p:nvPr/>
        </p:nvSpPr>
        <p:spPr>
          <a:xfrm rot="5400000">
            <a:off x="9867906" y="537210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vertical 1"/>
          <p:cNvSpPr>
            <a:spLocks noGrp="1"/>
          </p:cNvSpPr>
          <p:nvPr>
            <p:ph type="title" orient="vert"/>
          </p:nvPr>
        </p:nvSpPr>
        <p:spPr>
          <a:xfrm>
            <a:off x="10129233" y="609597"/>
            <a:ext cx="1073803" cy="4353760"/>
          </a:xfrm>
        </p:spPr>
        <p:txBody>
          <a:bodyPr vert="eaVert"/>
          <a:lstStyle/>
          <a:p>
            <a:r>
              <a:rPr lang="es-ES"/>
              <a:t>Haga clic para modificar el estilo de título del patrón</a:t>
            </a:r>
          </a:p>
        </p:txBody>
      </p:sp>
      <p:sp>
        <p:nvSpPr>
          <p:cNvPr id="3" name="Marcador de posición de texto vertical 2"/>
          <p:cNvSpPr>
            <a:spLocks noGrp="1"/>
          </p:cNvSpPr>
          <p:nvPr>
            <p:ph type="body" orient="vert" idx="1"/>
          </p:nvPr>
        </p:nvSpPr>
        <p:spPr>
          <a:xfrm>
            <a:off x="680322" y="609608"/>
            <a:ext cx="8870004" cy="5326589"/>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osición de fecha 3"/>
          <p:cNvSpPr>
            <a:spLocks noGrp="1"/>
          </p:cNvSpPr>
          <p:nvPr>
            <p:ph type="dt" sz="half" idx="10"/>
          </p:nvPr>
        </p:nvSpPr>
        <p:spPr>
          <a:xfrm>
            <a:off x="6807200" y="5935671"/>
            <a:ext cx="2743200" cy="365125"/>
          </a:xfrm>
        </p:spPr>
        <p:txBody>
          <a:bodyPr/>
          <a:lstStyle>
            <a:lvl1pPr>
              <a:defRPr/>
            </a:lvl1pPr>
          </a:lstStyle>
          <a:p>
            <a:pPr>
              <a:defRPr/>
            </a:pPr>
            <a:endParaRPr/>
          </a:p>
        </p:txBody>
      </p:sp>
      <p:sp>
        <p:nvSpPr>
          <p:cNvPr id="7" name="Marcador de posición de pie de página 4"/>
          <p:cNvSpPr>
            <a:spLocks noGrp="1"/>
          </p:cNvSpPr>
          <p:nvPr>
            <p:ph type="ftr" sz="quarter" idx="11"/>
          </p:nvPr>
        </p:nvSpPr>
        <p:spPr>
          <a:xfrm>
            <a:off x="681037" y="5935671"/>
            <a:ext cx="6126163" cy="365125"/>
          </a:xfrm>
        </p:spPr>
        <p:txBody>
          <a:bodyPr/>
          <a:lstStyle>
            <a:lvl1pPr>
              <a:defRPr/>
            </a:lvl1pPr>
          </a:lstStyle>
          <a:p>
            <a:pPr>
              <a:defRPr/>
            </a:pPr>
            <a:r>
              <a:rPr lang="es-ES"/>
              <a:t>Calidad de Sistemas de Software  - 2019</a:t>
            </a:r>
            <a:endParaRPr/>
          </a:p>
        </p:txBody>
      </p:sp>
      <p:sp>
        <p:nvSpPr>
          <p:cNvPr id="8" name="Marcador de posición de número de diapositiva 5"/>
          <p:cNvSpPr>
            <a:spLocks noGrp="1"/>
          </p:cNvSpPr>
          <p:nvPr>
            <p:ph type="sldNum" sz="quarter" idx="12"/>
          </p:nvPr>
        </p:nvSpPr>
        <p:spPr>
          <a:xfrm>
            <a:off x="10098088" y="5399088"/>
            <a:ext cx="1154112" cy="1090612"/>
          </a:xfrm>
        </p:spPr>
        <p:txBody>
          <a:bodyPr anchor="t"/>
          <a:lstStyle>
            <a:lvl1pPr algn="ctr" latinLnBrk="0">
              <a:defRPr lang="es-ES"/>
            </a:lvl1pPr>
          </a:lstStyle>
          <a:p>
            <a:pPr>
              <a:defRPr/>
            </a:pPr>
            <a:fld id="{BA39E182-5622-49E2-B219-C94A496064CE}" type="slidenum">
              <a:rPr/>
              <a:pPr>
                <a:defRPr/>
              </a:pPr>
              <a:t>‹Nº›</a:t>
            </a:fld>
            <a:endParaRPr/>
          </a:p>
        </p:txBody>
      </p:sp>
    </p:spTree>
    <p:extLst>
      <p:ext uri="{BB962C8B-B14F-4D97-AF65-F5344CB8AC3E}">
        <p14:creationId xmlns:p14="http://schemas.microsoft.com/office/powerpoint/2010/main" val="2662907332"/>
      </p:ext>
    </p:extLst>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16" name="15 Marcador de texto"/>
          <p:cNvSpPr>
            <a:spLocks noGrp="1"/>
          </p:cNvSpPr>
          <p:nvPr>
            <p:ph type="body" sz="quarter" idx="14"/>
          </p:nvPr>
        </p:nvSpPr>
        <p:spPr>
          <a:xfrm>
            <a:off x="4438" y="6451617"/>
            <a:ext cx="4190993" cy="357190"/>
          </a:xfrm>
        </p:spPr>
        <p:txBody>
          <a:bodyPr>
            <a:noAutofit/>
          </a:bodyPr>
          <a:lstStyle>
            <a:lvl1pPr>
              <a:buNone/>
              <a:defRPr sz="1400">
                <a:solidFill>
                  <a:schemeClr val="bg1"/>
                </a:solidFill>
              </a:defRPr>
            </a:lvl1pPr>
            <a:lvl2pPr>
              <a:buNone/>
              <a:defRPr sz="1400"/>
            </a:lvl2pPr>
            <a:lvl3pPr>
              <a:buNone/>
              <a:defRPr sz="1400"/>
            </a:lvl3pPr>
            <a:lvl4pPr>
              <a:buNone/>
              <a:defRPr sz="1400"/>
            </a:lvl4pPr>
            <a:lvl5pPr>
              <a:buNone/>
              <a:defRPr sz="1400"/>
            </a:lvl5pPr>
          </a:lstStyle>
          <a:p>
            <a:pPr lvl="0"/>
            <a:r>
              <a:rPr lang="es-ES"/>
              <a:t>Haga clic para modificar el estilo de texto del patrón</a:t>
            </a:r>
          </a:p>
        </p:txBody>
      </p:sp>
      <p:sp>
        <p:nvSpPr>
          <p:cNvPr id="8" name="Content Placeholder 2"/>
          <p:cNvSpPr>
            <a:spLocks noGrp="1"/>
          </p:cNvSpPr>
          <p:nvPr>
            <p:ph idx="1"/>
          </p:nvPr>
        </p:nvSpPr>
        <p:spPr>
          <a:xfrm>
            <a:off x="1097279" y="1845734"/>
            <a:ext cx="10058401" cy="4023360"/>
          </a:xfrm>
        </p:spPr>
        <p:txBody>
          <a:bodyPr/>
          <a:lstStyle>
            <a:lvl1pPr>
              <a:defRPr sz="2800"/>
            </a:lvl1pPr>
            <a:lvl2pPr>
              <a:defRPr sz="2400"/>
            </a:lvl2pPr>
            <a:lvl3pPr>
              <a:defRPr sz="2000"/>
            </a:lvl3pPr>
            <a:lvl4pPr>
              <a:defRPr sz="1800"/>
            </a:lvl4pPr>
            <a:lvl5pPr>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3 Marcador de pie de página"/>
          <p:cNvSpPr>
            <a:spLocks noGrp="1"/>
          </p:cNvSpPr>
          <p:nvPr>
            <p:ph type="ftr" sz="quarter" idx="15"/>
          </p:nvPr>
        </p:nvSpPr>
        <p:spPr>
          <a:xfrm>
            <a:off x="4241803" y="6459546"/>
            <a:ext cx="5183188" cy="365125"/>
          </a:xfrm>
        </p:spPr>
        <p:txBody>
          <a:bodyPr/>
          <a:lstStyle>
            <a:lvl1pPr>
              <a:defRPr/>
            </a:lvl1pPr>
          </a:lstStyle>
          <a:p>
            <a:pPr>
              <a:defRPr/>
            </a:pPr>
            <a:r>
              <a:rPr lang="es-ES"/>
              <a:t>Calidad de Sistemas de Software  - 2019</a:t>
            </a:r>
            <a:endParaRPr/>
          </a:p>
        </p:txBody>
      </p:sp>
      <p:sp>
        <p:nvSpPr>
          <p:cNvPr id="6" name="4 Marcador de número de diapositiva"/>
          <p:cNvSpPr>
            <a:spLocks noGrp="1"/>
          </p:cNvSpPr>
          <p:nvPr>
            <p:ph type="sldNum" sz="quarter" idx="16"/>
          </p:nvPr>
        </p:nvSpPr>
        <p:spPr/>
        <p:txBody>
          <a:bodyPr/>
          <a:lstStyle>
            <a:lvl1pPr>
              <a:defRPr smtClean="0"/>
            </a:lvl1pPr>
          </a:lstStyle>
          <a:p>
            <a:pPr>
              <a:defRPr/>
            </a:pPr>
            <a:fld id="{DF1FCF6D-C8CF-4BAD-97EB-E2ED6555196C}" type="slidenum">
              <a:rPr/>
              <a:pPr>
                <a:defRPr/>
              </a:pPr>
              <a:t>‹Nº›</a:t>
            </a:fld>
            <a:endParaRPr/>
          </a:p>
        </p:txBody>
      </p:sp>
    </p:spTree>
    <p:extLst>
      <p:ext uri="{BB962C8B-B14F-4D97-AF65-F5344CB8AC3E}">
        <p14:creationId xmlns:p14="http://schemas.microsoft.com/office/powerpoint/2010/main" val="364216114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 y="4243398"/>
            <a:ext cx="89677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12257" y="4243388"/>
            <a:ext cx="30765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3" y="2590800"/>
            <a:ext cx="8967788" cy="165893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9112257" y="2590800"/>
            <a:ext cx="3076575" cy="16589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ctrTitle"/>
          </p:nvPr>
        </p:nvSpPr>
        <p:spPr>
          <a:xfrm>
            <a:off x="680331" y="2733709"/>
            <a:ext cx="8144135" cy="1373070"/>
          </a:xfrm>
        </p:spPr>
        <p:txBody>
          <a:bodyPr anchor="b">
            <a:noAutofit/>
          </a:bodyPr>
          <a:lstStyle>
            <a:lvl1pPr algn="r" latinLnBrk="0">
              <a:defRPr lang="es-ES" sz="5400"/>
            </a:lvl1pPr>
          </a:lstStyle>
          <a:p>
            <a:r>
              <a:rPr lang="es-ES"/>
              <a:t>Haga clic para modificar el estilo de título del patrón</a:t>
            </a:r>
          </a:p>
        </p:txBody>
      </p:sp>
      <p:sp>
        <p:nvSpPr>
          <p:cNvPr id="3" name="Subtítulo 2"/>
          <p:cNvSpPr>
            <a:spLocks noGrp="1"/>
          </p:cNvSpPr>
          <p:nvPr>
            <p:ph type="subTitle" idx="1"/>
          </p:nvPr>
        </p:nvSpPr>
        <p:spPr>
          <a:xfrm>
            <a:off x="680331" y="4394057"/>
            <a:ext cx="8144135" cy="1117687"/>
          </a:xfrm>
        </p:spPr>
        <p:txBody>
          <a:bodyPr>
            <a:normAutofit/>
          </a:bodyPr>
          <a:lstStyle>
            <a:lvl1pPr marL="0" indent="0" algn="r" latinLnBrk="0">
              <a:buNone/>
              <a:defRPr lang="es-ES" sz="2000"/>
            </a:lvl1pPr>
            <a:lvl2pPr marL="457200" indent="0" algn="ctr" latinLnBrk="0">
              <a:buNone/>
              <a:defRPr lang="es-ES" sz="2000"/>
            </a:lvl2pPr>
            <a:lvl3pPr marL="914400" indent="0" algn="ctr" latinLnBrk="0">
              <a:buNone/>
              <a:defRPr lang="es-ES" sz="1800"/>
            </a:lvl3pPr>
            <a:lvl4pPr marL="1371600" indent="0" algn="ctr" latinLnBrk="0">
              <a:buNone/>
              <a:defRPr lang="es-ES" sz="1600"/>
            </a:lvl4pPr>
            <a:lvl5pPr marL="1828800" indent="0" algn="ctr" latinLnBrk="0">
              <a:buNone/>
              <a:defRPr lang="es-ES" sz="1600"/>
            </a:lvl5pPr>
            <a:lvl6pPr marL="2286000" indent="0" algn="ctr" latinLnBrk="0">
              <a:buNone/>
              <a:defRPr lang="es-ES" sz="1600"/>
            </a:lvl6pPr>
            <a:lvl7pPr marL="2743200" indent="0" algn="ctr" latinLnBrk="0">
              <a:buNone/>
              <a:defRPr lang="es-ES" sz="1600"/>
            </a:lvl7pPr>
            <a:lvl8pPr marL="3200400" indent="0" algn="ctr" latinLnBrk="0">
              <a:buNone/>
              <a:defRPr lang="es-ES" sz="1600"/>
            </a:lvl8pPr>
            <a:lvl9pPr marL="3657600" indent="0" algn="ctr" latinLnBrk="0">
              <a:buNone/>
              <a:defRPr lang="es-ES" sz="1600"/>
            </a:lvl9pPr>
          </a:lstStyle>
          <a:p>
            <a:r>
              <a:rPr lang="es-ES"/>
              <a:t>Haga clic para modificar el estilo de subtítulo del patrón</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a:xfrm>
            <a:off x="9255131" y="2749560"/>
            <a:ext cx="1171575" cy="1357313"/>
          </a:xfrm>
        </p:spPr>
        <p:txBody>
          <a:bodyPr/>
          <a:lstStyle>
            <a:lvl1pPr>
              <a:defRPr/>
            </a:lvl1pPr>
          </a:lstStyle>
          <a:p>
            <a:pPr>
              <a:defRPr/>
            </a:pPr>
            <a:fld id="{C2AABE43-61EB-424F-910D-9B2AE6C84A41}" type="slidenum">
              <a:rPr/>
              <a:pPr>
                <a:defRPr/>
              </a:pPr>
              <a:t>‹Nº›</a:t>
            </a:fld>
            <a:endParaRPr/>
          </a:p>
        </p:txBody>
      </p:sp>
    </p:spTree>
    <p:extLst>
      <p:ext uri="{BB962C8B-B14F-4D97-AF65-F5344CB8AC3E}">
        <p14:creationId xmlns:p14="http://schemas.microsoft.com/office/powerpoint/2010/main" val="3591258764"/>
      </p:ext>
    </p:extLst>
  </p:cSld>
  <p:clrMapOvr>
    <a:masterClrMapping/>
  </p:clrMapOvr>
  <p:transition spd="med">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pic>
        <p:nvPicPr>
          <p:cNvPr id="4" name="Imagen 14"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8"/>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15"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16"/>
          <p:cNvSpPr/>
          <p:nvPr/>
        </p:nvSpPr>
        <p:spPr>
          <a:xfrm>
            <a:off x="0" y="60961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17"/>
          <p:cNvSpPr/>
          <p:nvPr/>
        </p:nvSpPr>
        <p:spPr>
          <a:xfrm>
            <a:off x="10585457" y="6096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p:txBody>
          <a:bodyPr/>
          <a:lstStyle>
            <a:lvl1pPr>
              <a:defRPr/>
            </a:lvl1pPr>
          </a:lstStyle>
          <a:p>
            <a:pPr>
              <a:defRPr/>
            </a:pPr>
            <a:fld id="{13678578-A093-48DD-9C55-21A58DDC1691}" type="slidenum">
              <a:rPr/>
              <a:pPr>
                <a:defRPr/>
              </a:pPr>
              <a:t>‹Nº›</a:t>
            </a:fld>
            <a:endParaRPr/>
          </a:p>
        </p:txBody>
      </p:sp>
    </p:spTree>
    <p:extLst>
      <p:ext uri="{BB962C8B-B14F-4D97-AF65-F5344CB8AC3E}">
        <p14:creationId xmlns:p14="http://schemas.microsoft.com/office/powerpoint/2010/main" val="4004396414"/>
      </p:ext>
    </p:extLst>
  </p:cSld>
  <p:clrMapOvr>
    <a:masterClrMapping/>
  </p:clrMapOvr>
  <p:transition spd="med">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086235"/>
            <a:ext cx="10437813"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40878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0" y="272574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10585457" y="272574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3" y="2869895"/>
            <a:ext cx="9613860" cy="1090788"/>
          </a:xfrm>
        </p:spPr>
        <p:txBody>
          <a:bodyPr>
            <a:normAutofit/>
          </a:bodyPr>
          <a:lstStyle>
            <a:lvl1pPr algn="r" latinLnBrk="0">
              <a:defRPr lang="es-ES" sz="3600"/>
            </a:lvl1pPr>
          </a:lstStyle>
          <a:p>
            <a:r>
              <a:rPr lang="es-ES"/>
              <a:t>Haga clic para modificar el estilo de título del patrón</a:t>
            </a:r>
          </a:p>
        </p:txBody>
      </p:sp>
      <p:sp>
        <p:nvSpPr>
          <p:cNvPr id="3" name="Marcador de posición de texto 2"/>
          <p:cNvSpPr>
            <a:spLocks noGrp="1"/>
          </p:cNvSpPr>
          <p:nvPr>
            <p:ph type="body" idx="1"/>
          </p:nvPr>
        </p:nvSpPr>
        <p:spPr>
          <a:xfrm>
            <a:off x="680323" y="4232189"/>
            <a:ext cx="9613860" cy="1704017"/>
          </a:xfrm>
        </p:spPr>
        <p:txBody>
          <a:bodyPr>
            <a:normAutofit/>
          </a:bodyPr>
          <a:lstStyle>
            <a:lvl1pPr marL="0" indent="0" algn="r" latinLnBrk="0">
              <a:buNone/>
              <a:defRPr lang="es-ES" sz="2000">
                <a:solidFill>
                  <a:schemeClr val="tx1">
                    <a:tint val="75000"/>
                  </a:schemeClr>
                </a:solidFill>
              </a:defRPr>
            </a:lvl1pPr>
            <a:lvl2pPr marL="457200" indent="0" latinLnBrk="0">
              <a:buNone/>
              <a:defRPr lang="es-ES" sz="2000">
                <a:solidFill>
                  <a:schemeClr val="tx1">
                    <a:tint val="75000"/>
                  </a:schemeClr>
                </a:solidFill>
              </a:defRPr>
            </a:lvl2pPr>
            <a:lvl3pPr marL="914400" indent="0" latinLnBrk="0">
              <a:buNone/>
              <a:defRPr lang="es-ES" sz="1800">
                <a:solidFill>
                  <a:schemeClr val="tx1">
                    <a:tint val="75000"/>
                  </a:schemeClr>
                </a:solidFill>
              </a:defRPr>
            </a:lvl3pPr>
            <a:lvl4pPr marL="1371600" indent="0" latinLnBrk="0">
              <a:buNone/>
              <a:defRPr lang="es-ES" sz="1600">
                <a:solidFill>
                  <a:schemeClr val="tx1">
                    <a:tint val="75000"/>
                  </a:schemeClr>
                </a:solidFill>
              </a:defRPr>
            </a:lvl4pPr>
            <a:lvl5pPr marL="1828800" indent="0" latinLnBrk="0">
              <a:buNone/>
              <a:defRPr lang="es-ES" sz="1600">
                <a:solidFill>
                  <a:schemeClr val="tx1">
                    <a:tint val="75000"/>
                  </a:schemeClr>
                </a:solidFill>
              </a:defRPr>
            </a:lvl5pPr>
            <a:lvl6pPr marL="2286000" indent="0" latinLnBrk="0">
              <a:buNone/>
              <a:defRPr lang="es-ES" sz="1600">
                <a:solidFill>
                  <a:schemeClr val="tx1">
                    <a:tint val="75000"/>
                  </a:schemeClr>
                </a:solidFill>
              </a:defRPr>
            </a:lvl6pPr>
            <a:lvl7pPr marL="2743200" indent="0" latinLnBrk="0">
              <a:buNone/>
              <a:defRPr lang="es-ES" sz="1600">
                <a:solidFill>
                  <a:schemeClr val="tx1">
                    <a:tint val="75000"/>
                  </a:schemeClr>
                </a:solidFill>
              </a:defRPr>
            </a:lvl7pPr>
            <a:lvl8pPr marL="3200400" indent="0" latinLnBrk="0">
              <a:buNone/>
              <a:defRPr lang="es-ES" sz="1600">
                <a:solidFill>
                  <a:schemeClr val="tx1">
                    <a:tint val="75000"/>
                  </a:schemeClr>
                </a:solidFill>
              </a:defRPr>
            </a:lvl8pPr>
            <a:lvl9pPr marL="3657600" indent="0" latinLnBrk="0">
              <a:buNone/>
              <a:defRPr lang="es-ES" sz="1600">
                <a:solidFill>
                  <a:schemeClr val="tx1">
                    <a:tint val="75000"/>
                  </a:schemeClr>
                </a:solidFill>
              </a:defRPr>
            </a:lvl9pPr>
          </a:lstStyle>
          <a:p>
            <a:pPr lvl="0"/>
            <a:r>
              <a:rPr lang="es-ES"/>
              <a:t>Haga clic para modificar el estilo de texto del patrón</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a:xfrm>
            <a:off x="10729913" y="2870210"/>
            <a:ext cx="1154112" cy="1090613"/>
          </a:xfrm>
        </p:spPr>
        <p:txBody>
          <a:bodyPr/>
          <a:lstStyle>
            <a:lvl1pPr>
              <a:defRPr/>
            </a:lvl1pPr>
          </a:lstStyle>
          <a:p>
            <a:pPr>
              <a:defRPr/>
            </a:pPr>
            <a:fld id="{772F981A-13DB-446B-8600-4608DE14842A}" type="slidenum">
              <a:rPr/>
              <a:pPr>
                <a:defRPr/>
              </a:pPr>
              <a:t>‹Nº›</a:t>
            </a:fld>
            <a:endParaRPr/>
          </a:p>
        </p:txBody>
      </p:sp>
    </p:spTree>
    <p:extLst>
      <p:ext uri="{BB962C8B-B14F-4D97-AF65-F5344CB8AC3E}">
        <p14:creationId xmlns:p14="http://schemas.microsoft.com/office/powerpoint/2010/main" val="2191984101"/>
      </p:ext>
    </p:extLst>
  </p:cSld>
  <p:clrMapOvr>
    <a:masterClrMapping/>
  </p:clrMapOvr>
  <p:transition spd="med">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Dos objetos de contenido">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8"/>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1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7" y="6096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contenido 2"/>
          <p:cNvSpPr>
            <a:spLocks noGrp="1"/>
          </p:cNvSpPr>
          <p:nvPr>
            <p:ph sz="half" idx="1"/>
          </p:nvPr>
        </p:nvSpPr>
        <p:spPr>
          <a:xfrm>
            <a:off x="680331" y="2336873"/>
            <a:ext cx="4698359" cy="359931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contenido 3"/>
          <p:cNvSpPr>
            <a:spLocks noGrp="1"/>
          </p:cNvSpPr>
          <p:nvPr>
            <p:ph sz="half" idx="2"/>
          </p:nvPr>
        </p:nvSpPr>
        <p:spPr>
          <a:xfrm>
            <a:off x="5594125" y="2336873"/>
            <a:ext cx="4700059" cy="359931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4FC45ECC-8308-4F7B-A9B4-1B67259588A1}" type="slidenum">
              <a:rPr/>
              <a:pPr>
                <a:defRPr/>
              </a:pPr>
              <a:t>‹Nº›</a:t>
            </a:fld>
            <a:endParaRPr/>
          </a:p>
        </p:txBody>
      </p:sp>
    </p:spTree>
    <p:extLst>
      <p:ext uri="{BB962C8B-B14F-4D97-AF65-F5344CB8AC3E}">
        <p14:creationId xmlns:p14="http://schemas.microsoft.com/office/powerpoint/2010/main" val="1907411678"/>
      </p:ext>
    </p:extLst>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7" name="Imagen 9"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8"/>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10"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ángulo 11"/>
          <p:cNvSpPr/>
          <p:nvPr/>
        </p:nvSpPr>
        <p:spPr>
          <a:xfrm>
            <a:off x="0" y="60961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ángulo 12"/>
          <p:cNvSpPr/>
          <p:nvPr/>
        </p:nvSpPr>
        <p:spPr>
          <a:xfrm>
            <a:off x="10585457" y="6096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7" y="753243"/>
            <a:ext cx="9613863" cy="1080937"/>
          </a:xfrm>
        </p:spPr>
        <p:txBody>
          <a:bodyPr/>
          <a:lstStyle/>
          <a:p>
            <a:r>
              <a:rPr lang="es-ES"/>
              <a:t>Haga clic para modificar el estilo de título del patrón</a:t>
            </a:r>
          </a:p>
        </p:txBody>
      </p:sp>
      <p:sp>
        <p:nvSpPr>
          <p:cNvPr id="3" name="Marcador de posición de texto 2"/>
          <p:cNvSpPr>
            <a:spLocks noGrp="1"/>
          </p:cNvSpPr>
          <p:nvPr>
            <p:ph type="body" idx="1"/>
          </p:nvPr>
        </p:nvSpPr>
        <p:spPr>
          <a:xfrm>
            <a:off x="906360" y="2336891"/>
            <a:ext cx="4472327" cy="693135"/>
          </a:xfrm>
        </p:spPr>
        <p:txBody>
          <a:bodyPr anchor="b"/>
          <a:lstStyle>
            <a:lvl1pPr marL="0" indent="0" latinLnBrk="0">
              <a:buNone/>
              <a:defRPr lang="es-ES" sz="2400" b="1"/>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4" name="Marcador de posición de contenido 3"/>
          <p:cNvSpPr>
            <a:spLocks noGrp="1"/>
          </p:cNvSpPr>
          <p:nvPr>
            <p:ph sz="half" idx="2"/>
          </p:nvPr>
        </p:nvSpPr>
        <p:spPr>
          <a:xfrm>
            <a:off x="680325" y="3030022"/>
            <a:ext cx="4698355" cy="290617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posición de texto 4"/>
          <p:cNvSpPr>
            <a:spLocks noGrp="1"/>
          </p:cNvSpPr>
          <p:nvPr>
            <p:ph type="body" sz="quarter" idx="3"/>
          </p:nvPr>
        </p:nvSpPr>
        <p:spPr>
          <a:xfrm>
            <a:off x="5820155" y="2336873"/>
            <a:ext cx="4474028" cy="692076"/>
          </a:xfrm>
        </p:spPr>
        <p:txBody>
          <a:bodyPr anchor="b"/>
          <a:lstStyle>
            <a:lvl1pPr marL="0" indent="0" latinLnBrk="0">
              <a:buNone/>
              <a:defRPr lang="es-ES" sz="2400" b="1"/>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6" name="Marcador de posición de contenido 5"/>
          <p:cNvSpPr>
            <a:spLocks noGrp="1"/>
          </p:cNvSpPr>
          <p:nvPr>
            <p:ph sz="quarter" idx="4"/>
          </p:nvPr>
        </p:nvSpPr>
        <p:spPr>
          <a:xfrm>
            <a:off x="5594125" y="3030022"/>
            <a:ext cx="4700059" cy="290617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11" name="Marcador de posición de fecha 6"/>
          <p:cNvSpPr>
            <a:spLocks noGrp="1"/>
          </p:cNvSpPr>
          <p:nvPr>
            <p:ph type="dt" sz="half" idx="10"/>
          </p:nvPr>
        </p:nvSpPr>
        <p:spPr/>
        <p:txBody>
          <a:bodyPr/>
          <a:lstStyle>
            <a:lvl1pPr>
              <a:defRPr/>
            </a:lvl1pPr>
          </a:lstStyle>
          <a:p>
            <a:pPr>
              <a:defRPr/>
            </a:pPr>
            <a:endParaRPr/>
          </a:p>
        </p:txBody>
      </p:sp>
      <p:sp>
        <p:nvSpPr>
          <p:cNvPr id="12" name="Marcador de posición de pie de página 7"/>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3" name="Marcador de posición de número de diapositiva 8"/>
          <p:cNvSpPr>
            <a:spLocks noGrp="1"/>
          </p:cNvSpPr>
          <p:nvPr>
            <p:ph type="sldNum" sz="quarter" idx="12"/>
          </p:nvPr>
        </p:nvSpPr>
        <p:spPr/>
        <p:txBody>
          <a:bodyPr/>
          <a:lstStyle>
            <a:lvl1pPr>
              <a:defRPr/>
            </a:lvl1pPr>
          </a:lstStyle>
          <a:p>
            <a:pPr>
              <a:defRPr/>
            </a:pPr>
            <a:fld id="{E87AF7C5-C2C4-4B5E-841B-D44A638AFCE4}" type="slidenum">
              <a:rPr/>
              <a:pPr>
                <a:defRPr/>
              </a:pPr>
              <a:t>‹Nº›</a:t>
            </a:fld>
            <a:endParaRPr/>
          </a:p>
        </p:txBody>
      </p:sp>
    </p:spTree>
    <p:extLst>
      <p:ext uri="{BB962C8B-B14F-4D97-AF65-F5344CB8AC3E}">
        <p14:creationId xmlns:p14="http://schemas.microsoft.com/office/powerpoint/2010/main" val="83053838"/>
      </p:ext>
    </p:extLst>
  </p:cSld>
  <p:clrMapOvr>
    <a:masterClrMapping/>
  </p:clrMapOvr>
  <p:transition spd="med">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3" name="Imagen 5"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8"/>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n 6"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7"/>
          <p:cNvSpPr/>
          <p:nvPr/>
        </p:nvSpPr>
        <p:spPr>
          <a:xfrm>
            <a:off x="0" y="60961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ángulo 8"/>
          <p:cNvSpPr/>
          <p:nvPr/>
        </p:nvSpPr>
        <p:spPr>
          <a:xfrm>
            <a:off x="10585457" y="6096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7" name="Marcador de posición de fecha 2"/>
          <p:cNvSpPr>
            <a:spLocks noGrp="1"/>
          </p:cNvSpPr>
          <p:nvPr>
            <p:ph type="dt" sz="half" idx="10"/>
          </p:nvPr>
        </p:nvSpPr>
        <p:spPr/>
        <p:txBody>
          <a:bodyPr/>
          <a:lstStyle>
            <a:lvl1pPr>
              <a:defRPr/>
            </a:lvl1pPr>
          </a:lstStyle>
          <a:p>
            <a:pPr>
              <a:defRPr/>
            </a:pPr>
            <a:endParaRPr/>
          </a:p>
        </p:txBody>
      </p:sp>
      <p:sp>
        <p:nvSpPr>
          <p:cNvPr id="8" name="Marcador de posición de pie de página 3"/>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9" name="Marcador de posición de número de diapositiva 4"/>
          <p:cNvSpPr>
            <a:spLocks noGrp="1"/>
          </p:cNvSpPr>
          <p:nvPr>
            <p:ph type="sldNum" sz="quarter" idx="12"/>
          </p:nvPr>
        </p:nvSpPr>
        <p:spPr/>
        <p:txBody>
          <a:bodyPr/>
          <a:lstStyle>
            <a:lvl1pPr>
              <a:defRPr/>
            </a:lvl1pPr>
          </a:lstStyle>
          <a:p>
            <a:pPr>
              <a:defRPr/>
            </a:pPr>
            <a:fld id="{CBA798FF-0B47-40EE-8865-1D74C78E06CF}" type="slidenum">
              <a:rPr/>
              <a:pPr>
                <a:defRPr/>
              </a:pPr>
              <a:t>‹Nº›</a:t>
            </a:fld>
            <a:endParaRPr/>
          </a:p>
        </p:txBody>
      </p:sp>
    </p:spTree>
    <p:extLst>
      <p:ext uri="{BB962C8B-B14F-4D97-AF65-F5344CB8AC3E}">
        <p14:creationId xmlns:p14="http://schemas.microsoft.com/office/powerpoint/2010/main" val="2317924391"/>
      </p:ext>
    </p:extLst>
  </p:cSld>
  <p:clrMapOvr>
    <a:masterClrMapping/>
  </p:clrMapOvr>
  <p:transition spd="med">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2" name="Imagen 4" descr="HD-ShadowShort.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85457"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ángulo 5"/>
          <p:cNvSpPr/>
          <p:nvPr/>
        </p:nvSpPr>
        <p:spPr>
          <a:xfrm>
            <a:off x="10585457" y="6096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Marcador de posición de fecha 1"/>
          <p:cNvSpPr>
            <a:spLocks noGrp="1"/>
          </p:cNvSpPr>
          <p:nvPr>
            <p:ph type="dt" sz="half" idx="10"/>
          </p:nvPr>
        </p:nvSpPr>
        <p:spPr/>
        <p:txBody>
          <a:bodyPr/>
          <a:lstStyle>
            <a:lvl1pPr>
              <a:defRPr/>
            </a:lvl1pPr>
          </a:lstStyle>
          <a:p>
            <a:pPr>
              <a:defRPr/>
            </a:pPr>
            <a:endParaRPr/>
          </a:p>
        </p:txBody>
      </p:sp>
      <p:sp>
        <p:nvSpPr>
          <p:cNvPr id="5" name="Marcador de posición de pie de página 2"/>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6" name="Marcador de posición de número de diapositiva 3"/>
          <p:cNvSpPr>
            <a:spLocks noGrp="1"/>
          </p:cNvSpPr>
          <p:nvPr>
            <p:ph type="sldNum" sz="quarter" idx="12"/>
          </p:nvPr>
        </p:nvSpPr>
        <p:spPr/>
        <p:txBody>
          <a:bodyPr/>
          <a:lstStyle>
            <a:lvl1pPr>
              <a:defRPr/>
            </a:lvl1pPr>
          </a:lstStyle>
          <a:p>
            <a:pPr>
              <a:defRPr/>
            </a:pPr>
            <a:fld id="{0C929D50-D02C-4555-B61E-B102DF90EC46}" type="slidenum">
              <a:rPr/>
              <a:pPr>
                <a:defRPr/>
              </a:pPr>
              <a:t>‹Nº›</a:t>
            </a:fld>
            <a:endParaRPr/>
          </a:p>
        </p:txBody>
      </p:sp>
    </p:spTree>
    <p:extLst>
      <p:ext uri="{BB962C8B-B14F-4D97-AF65-F5344CB8AC3E}">
        <p14:creationId xmlns:p14="http://schemas.microsoft.com/office/powerpoint/2010/main" val="4085051250"/>
      </p:ext>
    </p:extLst>
  </p:cSld>
  <p:clrMapOvr>
    <a:masterClrMapping/>
  </p:clrMapOvr>
  <p:transition spd="med">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ido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8"/>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1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7" y="6096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1" y="753227"/>
            <a:ext cx="9613859" cy="1080940"/>
          </a:xfrm>
        </p:spPr>
        <p:txBody>
          <a:bodyPr>
            <a:normAutofit/>
          </a:bodyPr>
          <a:lstStyle>
            <a:lvl1pPr latinLnBrk="0">
              <a:defRPr lang="es-ES" sz="3600"/>
            </a:lvl1pPr>
          </a:lstStyle>
          <a:p>
            <a:r>
              <a:rPr lang="es-ES"/>
              <a:t>Haga clic para modificar el estilo de título del patrón</a:t>
            </a:r>
          </a:p>
        </p:txBody>
      </p:sp>
      <p:sp>
        <p:nvSpPr>
          <p:cNvPr id="3" name="Marcador de posición de contenido 2"/>
          <p:cNvSpPr>
            <a:spLocks noGrp="1"/>
          </p:cNvSpPr>
          <p:nvPr>
            <p:ph idx="1"/>
          </p:nvPr>
        </p:nvSpPr>
        <p:spPr>
          <a:xfrm>
            <a:off x="4685847" y="2336880"/>
            <a:ext cx="5608336" cy="359931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texto 3"/>
          <p:cNvSpPr>
            <a:spLocks noGrp="1"/>
          </p:cNvSpPr>
          <p:nvPr>
            <p:ph type="body" sz="half" idx="2"/>
          </p:nvPr>
        </p:nvSpPr>
        <p:spPr>
          <a:xfrm>
            <a:off x="680331" y="2336878"/>
            <a:ext cx="3790079" cy="3599317"/>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DA56AF8F-C93D-4712-B38B-12AAB9C8090A}" type="slidenum">
              <a:rPr/>
              <a:pPr>
                <a:defRPr/>
              </a:pPr>
              <a:t>‹Nº›</a:t>
            </a:fld>
            <a:endParaRPr/>
          </a:p>
        </p:txBody>
      </p:sp>
    </p:spTree>
    <p:extLst>
      <p:ext uri="{BB962C8B-B14F-4D97-AF65-F5344CB8AC3E}">
        <p14:creationId xmlns:p14="http://schemas.microsoft.com/office/powerpoint/2010/main" val="889881093"/>
      </p:ext>
    </p:extLst>
  </p:cSld>
  <p:clrMapOvr>
    <a:masterClrMapping/>
  </p:clrMapOvr>
  <p:transition spd="med">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8"/>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1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7" y="6096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30" y="753228"/>
            <a:ext cx="9613857" cy="1080938"/>
          </a:xfrm>
        </p:spPr>
        <p:txBody>
          <a:bodyPr>
            <a:normAutofit/>
          </a:bodyPr>
          <a:lstStyle>
            <a:lvl1pPr latinLnBrk="0">
              <a:defRPr lang="es-ES" sz="3600"/>
            </a:lvl1pPr>
          </a:lstStyle>
          <a:p>
            <a:r>
              <a:rPr lang="es-ES"/>
              <a:t>Haga clic para modificar el estilo de título del patrón</a:t>
            </a:r>
          </a:p>
        </p:txBody>
      </p:sp>
      <p:sp>
        <p:nvSpPr>
          <p:cNvPr id="3" name="Marcador de posición de imagen 2"/>
          <p:cNvSpPr>
            <a:spLocks noGrp="1" noChangeAspect="1"/>
          </p:cNvSpPr>
          <p:nvPr>
            <p:ph type="pic" idx="1"/>
          </p:nvPr>
        </p:nvSpPr>
        <p:spPr>
          <a:xfrm>
            <a:off x="4868345" y="2336874"/>
            <a:ext cx="5425849" cy="3599312"/>
          </a:xfrm>
          <a:noFill/>
          <a:ln>
            <a:noFill/>
          </a:ln>
          <a:effectLst>
            <a:outerShdw blurRad="76200" dist="63500" dir="5040000" algn="tl" rotWithShape="0">
              <a:srgbClr val="000000">
                <a:alpha val="41000"/>
              </a:srgbClr>
            </a:outerShdw>
          </a:effectLst>
        </p:spPr>
        <p:txBody>
          <a:bodyPr rtlCol="0">
            <a:normAutofit/>
          </a:bodyPr>
          <a:lstStyle>
            <a:lvl1pPr marL="0" indent="0" latinLnBrk="0">
              <a:buNone/>
              <a:defRPr lang="es-ES" sz="3200"/>
            </a:lvl1pPr>
            <a:lvl2pPr marL="457200" indent="0" latinLnBrk="0">
              <a:buNone/>
              <a:defRPr lang="es-ES" sz="2800"/>
            </a:lvl2pPr>
            <a:lvl3pPr marL="914400" indent="0" latinLnBrk="0">
              <a:buNone/>
              <a:defRPr lang="es-ES" sz="2400"/>
            </a:lvl3pPr>
            <a:lvl4pPr marL="1371600" indent="0" latinLnBrk="0">
              <a:buNone/>
              <a:defRPr lang="es-ES" sz="2000"/>
            </a:lvl4pPr>
            <a:lvl5pPr marL="1828800" indent="0" latinLnBrk="0">
              <a:buNone/>
              <a:defRPr lang="es-ES" sz="2000"/>
            </a:lvl5pPr>
            <a:lvl6pPr marL="2286000" indent="0" latinLnBrk="0">
              <a:buNone/>
              <a:defRPr lang="es-ES" sz="2000"/>
            </a:lvl6pPr>
            <a:lvl7pPr marL="2743200" indent="0" latinLnBrk="0">
              <a:buNone/>
              <a:defRPr lang="es-ES" sz="2000"/>
            </a:lvl7pPr>
            <a:lvl8pPr marL="3200400" indent="0" latinLnBrk="0">
              <a:buNone/>
              <a:defRPr lang="es-ES" sz="2000"/>
            </a:lvl8pPr>
            <a:lvl9pPr marL="3657600" indent="0" latinLnBrk="0">
              <a:buNone/>
              <a:defRPr lang="es-ES" sz="2000"/>
            </a:lvl9pPr>
          </a:lstStyle>
          <a:p>
            <a:pPr lvl="0"/>
            <a:r>
              <a:rPr lang="es-ES" noProof="0"/>
              <a:t>Haga clic en el icono para agregar una imagen</a:t>
            </a:r>
          </a:p>
        </p:txBody>
      </p:sp>
      <p:sp>
        <p:nvSpPr>
          <p:cNvPr id="4" name="Marcador de posición de texto 3"/>
          <p:cNvSpPr>
            <a:spLocks noGrp="1"/>
          </p:cNvSpPr>
          <p:nvPr>
            <p:ph type="body" sz="half" idx="2"/>
          </p:nvPr>
        </p:nvSpPr>
        <p:spPr>
          <a:xfrm>
            <a:off x="680323" y="2336879"/>
            <a:ext cx="3876256" cy="3599315"/>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C06E6245-CC72-497E-B06D-339BF9331F84}" type="slidenum">
              <a:rPr/>
              <a:pPr>
                <a:defRPr/>
              </a:pPr>
              <a:t>‹Nº›</a:t>
            </a:fld>
            <a:endParaRPr/>
          </a:p>
        </p:txBody>
      </p:sp>
    </p:spTree>
    <p:extLst>
      <p:ext uri="{BB962C8B-B14F-4D97-AF65-F5344CB8AC3E}">
        <p14:creationId xmlns:p14="http://schemas.microsoft.com/office/powerpoint/2010/main" val="1167087827"/>
      </p:ext>
    </p:extLst>
  </p:cSld>
  <p:clrMapOvr>
    <a:masterClrMapping/>
  </p:clrMapOvr>
  <p:transition spd="med">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Vista panorámica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3"/>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456724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7" y="456724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5" y="4711634"/>
            <a:ext cx="9613859" cy="453051"/>
          </a:xfrm>
        </p:spPr>
        <p:txBody>
          <a:bodyPr anchor="b">
            <a:normAutofit/>
          </a:bodyPr>
          <a:lstStyle>
            <a:lvl1pPr latinLnBrk="0">
              <a:defRPr lang="es-ES" sz="2400"/>
            </a:lvl1pPr>
          </a:lstStyle>
          <a:p>
            <a:r>
              <a:rPr lang="es-ES"/>
              <a:t>Haga clic para modificar el estilo de título del patrón</a:t>
            </a:r>
          </a:p>
        </p:txBody>
      </p:sp>
      <p:sp>
        <p:nvSpPr>
          <p:cNvPr id="3" name="Marcador de posición de imagen 2"/>
          <p:cNvSpPr>
            <a:spLocks noGrp="1" noChangeAspect="1"/>
          </p:cNvSpPr>
          <p:nvPr>
            <p:ph type="pic" idx="1"/>
          </p:nvPr>
        </p:nvSpPr>
        <p:spPr>
          <a:xfrm>
            <a:off x="680325" y="609611"/>
            <a:ext cx="9613859" cy="3589575"/>
          </a:xfrm>
          <a:noFill/>
          <a:ln>
            <a:noFill/>
          </a:ln>
          <a:effectLst>
            <a:outerShdw blurRad="76200" dist="63500" dir="5040000" algn="tl" rotWithShape="0">
              <a:srgbClr val="000000">
                <a:alpha val="41000"/>
              </a:srgbClr>
            </a:outerShdw>
          </a:effectLst>
        </p:spPr>
        <p:txBody>
          <a:bodyPr rtlCol="0">
            <a:normAutofit/>
          </a:bodyPr>
          <a:lstStyle>
            <a:lvl1pPr marL="0" indent="0" latinLnBrk="0">
              <a:buNone/>
              <a:defRPr lang="es-ES" sz="3200"/>
            </a:lvl1pPr>
            <a:lvl2pPr marL="457200" indent="0" latinLnBrk="0">
              <a:buNone/>
              <a:defRPr lang="es-ES" sz="2800"/>
            </a:lvl2pPr>
            <a:lvl3pPr marL="914400" indent="0" latinLnBrk="0">
              <a:buNone/>
              <a:defRPr lang="es-ES" sz="2400"/>
            </a:lvl3pPr>
            <a:lvl4pPr marL="1371600" indent="0" latinLnBrk="0">
              <a:buNone/>
              <a:defRPr lang="es-ES" sz="2000"/>
            </a:lvl4pPr>
            <a:lvl5pPr marL="1828800" indent="0" latinLnBrk="0">
              <a:buNone/>
              <a:defRPr lang="es-ES" sz="2000"/>
            </a:lvl5pPr>
            <a:lvl6pPr marL="2286000" indent="0" latinLnBrk="0">
              <a:buNone/>
              <a:defRPr lang="es-ES" sz="2000"/>
            </a:lvl6pPr>
            <a:lvl7pPr marL="2743200" indent="0" latinLnBrk="0">
              <a:buNone/>
              <a:defRPr lang="es-ES" sz="2000"/>
            </a:lvl7pPr>
            <a:lvl8pPr marL="3200400" indent="0" latinLnBrk="0">
              <a:buNone/>
              <a:defRPr lang="es-ES" sz="2000"/>
            </a:lvl8pPr>
            <a:lvl9pPr marL="3657600" indent="0" latinLnBrk="0">
              <a:buNone/>
              <a:defRPr lang="es-ES" sz="2000"/>
            </a:lvl9pPr>
          </a:lstStyle>
          <a:p>
            <a:pPr lvl="0"/>
            <a:r>
              <a:rPr lang="es-ES" noProof="0"/>
              <a:t>Haga clic en el icono para agregar una imagen</a:t>
            </a:r>
          </a:p>
        </p:txBody>
      </p:sp>
      <p:sp>
        <p:nvSpPr>
          <p:cNvPr id="4" name="Marcador de posición de texto 3"/>
          <p:cNvSpPr>
            <a:spLocks noGrp="1"/>
          </p:cNvSpPr>
          <p:nvPr>
            <p:ph type="body" sz="half" idx="2"/>
          </p:nvPr>
        </p:nvSpPr>
        <p:spPr>
          <a:xfrm>
            <a:off x="680327" y="5169601"/>
            <a:ext cx="9613863" cy="622971"/>
          </a:xfrm>
        </p:spPr>
        <p:txBody>
          <a:bodyP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1710"/>
            <a:ext cx="1154112" cy="1090613"/>
          </a:xfrm>
        </p:spPr>
        <p:txBody>
          <a:bodyPr/>
          <a:lstStyle>
            <a:lvl1pPr>
              <a:defRPr/>
            </a:lvl1pPr>
          </a:lstStyle>
          <a:p>
            <a:pPr>
              <a:defRPr/>
            </a:pPr>
            <a:fld id="{E0E80042-76C6-41FC-BF44-33D5205B2AB3}" type="slidenum">
              <a:rPr/>
              <a:pPr>
                <a:defRPr/>
              </a:pPr>
              <a:t>‹Nº›</a:t>
            </a:fld>
            <a:endParaRPr/>
          </a:p>
        </p:txBody>
      </p:sp>
    </p:spTree>
    <p:extLst>
      <p:ext uri="{BB962C8B-B14F-4D97-AF65-F5344CB8AC3E}">
        <p14:creationId xmlns:p14="http://schemas.microsoft.com/office/powerpoint/2010/main" val="3172612336"/>
      </p:ext>
    </p:extLst>
  </p:cSld>
  <p:clrMapOvr>
    <a:masterClrMapping/>
  </p:clrMapOvr>
  <p:transition spd="med">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ítulo y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3"/>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456724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7" y="456724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1" y="609597"/>
            <a:ext cx="9613859" cy="3592750"/>
          </a:xfrm>
        </p:spPr>
        <p:txBody>
          <a:bodyPr/>
          <a:lstStyle>
            <a:lvl1pPr latinLnBrk="0">
              <a:defRPr lang="es-ES" sz="3200"/>
            </a:lvl1pPr>
          </a:lstStyle>
          <a:p>
            <a:r>
              <a:rPr lang="es-ES"/>
              <a:t>Haga clic para modificar el estilo de título del patrón</a:t>
            </a:r>
          </a:p>
        </p:txBody>
      </p:sp>
      <p:sp>
        <p:nvSpPr>
          <p:cNvPr id="4" name="Marcador de posición de texto 3"/>
          <p:cNvSpPr>
            <a:spLocks noGrp="1"/>
          </p:cNvSpPr>
          <p:nvPr>
            <p:ph type="body" sz="half" idx="2"/>
          </p:nvPr>
        </p:nvSpPr>
        <p:spPr>
          <a:xfrm>
            <a:off x="680325" y="4711633"/>
            <a:ext cx="9613859" cy="1090789"/>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1710"/>
            <a:ext cx="1154112" cy="1090613"/>
          </a:xfrm>
        </p:spPr>
        <p:txBody>
          <a:bodyPr/>
          <a:lstStyle>
            <a:lvl1pPr>
              <a:defRPr/>
            </a:lvl1pPr>
          </a:lstStyle>
          <a:p>
            <a:pPr>
              <a:defRPr/>
            </a:pPr>
            <a:fld id="{996B6497-6B85-4E5B-8D32-902F4AFBB83A}" type="slidenum">
              <a:rPr/>
              <a:pPr>
                <a:defRPr/>
              </a:pPr>
              <a:t>‹Nº›</a:t>
            </a:fld>
            <a:endParaRPr/>
          </a:p>
        </p:txBody>
      </p:sp>
    </p:spTree>
    <p:extLst>
      <p:ext uri="{BB962C8B-B14F-4D97-AF65-F5344CB8AC3E}">
        <p14:creationId xmlns:p14="http://schemas.microsoft.com/office/powerpoint/2010/main" val="3368628735"/>
      </p:ext>
    </p:extLst>
  </p:cSld>
  <p:clrMapOvr>
    <a:masterClrMapping/>
  </p:clrMapOvr>
  <p:transition spd="med">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ita con leyenda">
    <p:spTree>
      <p:nvGrpSpPr>
        <p:cNvPr id="1" name=""/>
        <p:cNvGrpSpPr/>
        <p:nvPr/>
      </p:nvGrpSpPr>
      <p:grpSpPr>
        <a:xfrm>
          <a:off x="0" y="0"/>
          <a:ext cx="0" cy="0"/>
          <a:chOff x="0" y="0"/>
          <a:chExt cx="0" cy="0"/>
        </a:xfrm>
      </p:grpSpPr>
      <p:pic>
        <p:nvPicPr>
          <p:cNvPr id="5" name="Imagen 10"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3"/>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12"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13"/>
          <p:cNvSpPr/>
          <p:nvPr/>
        </p:nvSpPr>
        <p:spPr>
          <a:xfrm>
            <a:off x="0" y="456724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4"/>
          <p:cNvSpPr/>
          <p:nvPr/>
        </p:nvSpPr>
        <p:spPr>
          <a:xfrm>
            <a:off x="10585457" y="456724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Cuadro de texto 15"/>
          <p:cNvSpPr txBox="1"/>
          <p:nvPr/>
        </p:nvSpPr>
        <p:spPr>
          <a:xfrm>
            <a:off x="584200" y="747717"/>
            <a:ext cx="609600" cy="585787"/>
          </a:xfrm>
          <a:prstGeom prst="rect">
            <a:avLst/>
          </a:prstGeom>
        </p:spPr>
        <p:txBody>
          <a:bodyPr anchor="ctr"/>
          <a:lstStyle>
            <a:lvl1pPr latinLnBrk="0">
              <a:spcBef>
                <a:spcPct val="0"/>
              </a:spcBef>
              <a:buNone/>
              <a:defRPr lang="es-ES"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latinLnBrk="0">
              <a:defRPr lang="es-ES">
                <a:solidFill>
                  <a:schemeClr val="tx2"/>
                </a:solidFill>
              </a:defRPr>
            </a:lvl2pPr>
            <a:lvl3pPr latinLnBrk="0">
              <a:defRPr lang="es-ES">
                <a:solidFill>
                  <a:schemeClr val="tx2"/>
                </a:solidFill>
              </a:defRPr>
            </a:lvl3pPr>
            <a:lvl4pPr latinLnBrk="0">
              <a:defRPr lang="es-ES">
                <a:solidFill>
                  <a:schemeClr val="tx2"/>
                </a:solidFill>
              </a:defRPr>
            </a:lvl4pPr>
            <a:lvl5pPr latinLnBrk="0">
              <a:defRPr lang="es-ES">
                <a:solidFill>
                  <a:schemeClr val="tx2"/>
                </a:solidFill>
              </a:defRPr>
            </a:lvl5pPr>
            <a:lvl6pPr latinLnBrk="0">
              <a:defRPr lang="es-ES">
                <a:solidFill>
                  <a:schemeClr val="tx2"/>
                </a:solidFill>
              </a:defRPr>
            </a:lvl6pPr>
            <a:lvl7pPr latinLnBrk="0">
              <a:defRPr lang="es-ES">
                <a:solidFill>
                  <a:schemeClr val="tx2"/>
                </a:solidFill>
              </a:defRPr>
            </a:lvl7pPr>
            <a:lvl8pPr latinLnBrk="0">
              <a:defRPr lang="es-ES">
                <a:solidFill>
                  <a:schemeClr val="tx2"/>
                </a:solidFill>
              </a:defRPr>
            </a:lvl8pPr>
            <a:lvl9pPr latinLnBrk="0">
              <a:defRPr lang="es-ES">
                <a:solidFill>
                  <a:schemeClr val="tx2"/>
                </a:solidFill>
              </a:defRPr>
            </a:lvl9pPr>
          </a:lstStyle>
          <a:p>
            <a:pPr fontAlgn="auto">
              <a:spcAft>
                <a:spcPts val="0"/>
              </a:spcAft>
              <a:defRPr/>
            </a:pPr>
            <a:r>
              <a:rPr sz="7200">
                <a:effectLst/>
                <a:latin typeface="+mn-lt"/>
                <a:cs typeface="+mn-cs"/>
              </a:rPr>
              <a:t>“</a:t>
            </a:r>
          </a:p>
        </p:txBody>
      </p:sp>
      <p:sp>
        <p:nvSpPr>
          <p:cNvPr id="10" name="Cuadro de texto 16"/>
          <p:cNvSpPr txBox="1"/>
          <p:nvPr/>
        </p:nvSpPr>
        <p:spPr>
          <a:xfrm>
            <a:off x="9663113" y="3033713"/>
            <a:ext cx="609600" cy="584200"/>
          </a:xfrm>
          <a:prstGeom prst="rect">
            <a:avLst/>
          </a:prstGeom>
        </p:spPr>
        <p:txBody>
          <a:bodyPr anchor="ctr"/>
          <a:lstStyle>
            <a:lvl1pPr latinLnBrk="0">
              <a:spcBef>
                <a:spcPct val="0"/>
              </a:spcBef>
              <a:buNone/>
              <a:defRPr lang="es-ES"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latinLnBrk="0">
              <a:defRPr lang="es-ES">
                <a:solidFill>
                  <a:schemeClr val="tx2"/>
                </a:solidFill>
              </a:defRPr>
            </a:lvl2pPr>
            <a:lvl3pPr latinLnBrk="0">
              <a:defRPr lang="es-ES">
                <a:solidFill>
                  <a:schemeClr val="tx2"/>
                </a:solidFill>
              </a:defRPr>
            </a:lvl3pPr>
            <a:lvl4pPr latinLnBrk="0">
              <a:defRPr lang="es-ES">
                <a:solidFill>
                  <a:schemeClr val="tx2"/>
                </a:solidFill>
              </a:defRPr>
            </a:lvl4pPr>
            <a:lvl5pPr latinLnBrk="0">
              <a:defRPr lang="es-ES">
                <a:solidFill>
                  <a:schemeClr val="tx2"/>
                </a:solidFill>
              </a:defRPr>
            </a:lvl5pPr>
            <a:lvl6pPr latinLnBrk="0">
              <a:defRPr lang="es-ES">
                <a:solidFill>
                  <a:schemeClr val="tx2"/>
                </a:solidFill>
              </a:defRPr>
            </a:lvl6pPr>
            <a:lvl7pPr latinLnBrk="0">
              <a:defRPr lang="es-ES">
                <a:solidFill>
                  <a:schemeClr val="tx2"/>
                </a:solidFill>
              </a:defRPr>
            </a:lvl7pPr>
            <a:lvl8pPr latinLnBrk="0">
              <a:defRPr lang="es-ES">
                <a:solidFill>
                  <a:schemeClr val="tx2"/>
                </a:solidFill>
              </a:defRPr>
            </a:lvl8pPr>
            <a:lvl9pPr latinLnBrk="0">
              <a:defRPr lang="es-ES">
                <a:solidFill>
                  <a:schemeClr val="tx2"/>
                </a:solidFill>
              </a:defRPr>
            </a:lvl9pPr>
          </a:lstStyle>
          <a:p>
            <a:pPr algn="r" fontAlgn="auto">
              <a:spcAft>
                <a:spcPts val="0"/>
              </a:spcAft>
              <a:defRPr/>
            </a:pPr>
            <a:r>
              <a:rPr sz="7200">
                <a:effectLst/>
                <a:latin typeface="+mn-lt"/>
                <a:cs typeface="+mn-cs"/>
              </a:rPr>
              <a:t>”</a:t>
            </a:r>
          </a:p>
        </p:txBody>
      </p:sp>
      <p:sp>
        <p:nvSpPr>
          <p:cNvPr id="2" name="Título 1"/>
          <p:cNvSpPr>
            <a:spLocks noGrp="1"/>
          </p:cNvSpPr>
          <p:nvPr>
            <p:ph type="title"/>
          </p:nvPr>
        </p:nvSpPr>
        <p:spPr>
          <a:xfrm>
            <a:off x="1127856" y="609609"/>
            <a:ext cx="8718877" cy="3036061"/>
          </a:xfrm>
        </p:spPr>
        <p:txBody>
          <a:bodyPr/>
          <a:lstStyle>
            <a:lvl1pPr latinLnBrk="0">
              <a:defRPr lang="es-ES" sz="3200"/>
            </a:lvl1pPr>
          </a:lstStyle>
          <a:p>
            <a:r>
              <a:rPr lang="es-ES"/>
              <a:t>Haga clic para modificar el estilo de título del patrón</a:t>
            </a:r>
          </a:p>
        </p:txBody>
      </p:sp>
      <p:sp>
        <p:nvSpPr>
          <p:cNvPr id="12" name="Marcador de posición de texto 3"/>
          <p:cNvSpPr>
            <a:spLocks noGrp="1"/>
          </p:cNvSpPr>
          <p:nvPr>
            <p:ph type="body" sz="half" idx="13"/>
          </p:nvPr>
        </p:nvSpPr>
        <p:spPr>
          <a:xfrm>
            <a:off x="1402289" y="3653379"/>
            <a:ext cx="8156579" cy="548968"/>
          </a:xfrm>
        </p:spPr>
        <p:txBody>
          <a:bodyPr>
            <a:normAutofit/>
          </a:bodyPr>
          <a:lstStyle>
            <a:lvl1pPr marL="0" indent="0" latinLnBrk="0">
              <a:buNone/>
              <a:defRPr lang="es-ES" sz="14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4" name="Marcador de posición de texto 3"/>
          <p:cNvSpPr>
            <a:spLocks noGrp="1"/>
          </p:cNvSpPr>
          <p:nvPr>
            <p:ph type="body" sz="half" idx="2"/>
          </p:nvPr>
        </p:nvSpPr>
        <p:spPr>
          <a:xfrm>
            <a:off x="680325" y="4711633"/>
            <a:ext cx="9613859" cy="1090789"/>
          </a:xfrm>
        </p:spPr>
        <p:txBody>
          <a:bodyPr anchor="ctr">
            <a:normAutofit/>
          </a:bodyP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11" name="Marcador de posición de fecha 4"/>
          <p:cNvSpPr>
            <a:spLocks noGrp="1"/>
          </p:cNvSpPr>
          <p:nvPr>
            <p:ph type="dt" sz="half" idx="14"/>
          </p:nvPr>
        </p:nvSpPr>
        <p:spPr/>
        <p:txBody>
          <a:bodyPr/>
          <a:lstStyle>
            <a:lvl1pPr>
              <a:defRPr/>
            </a:lvl1pPr>
          </a:lstStyle>
          <a:p>
            <a:pPr>
              <a:defRPr/>
            </a:pPr>
            <a:endParaRPr/>
          </a:p>
        </p:txBody>
      </p:sp>
      <p:sp>
        <p:nvSpPr>
          <p:cNvPr id="13" name="Marcador de posición de pie de página 5"/>
          <p:cNvSpPr>
            <a:spLocks noGrp="1"/>
          </p:cNvSpPr>
          <p:nvPr>
            <p:ph type="ftr" sz="quarter" idx="15"/>
          </p:nvPr>
        </p:nvSpPr>
        <p:spPr/>
        <p:txBody>
          <a:bodyPr/>
          <a:lstStyle>
            <a:lvl1pPr>
              <a:defRPr/>
            </a:lvl1pPr>
          </a:lstStyle>
          <a:p>
            <a:pPr>
              <a:defRPr/>
            </a:pPr>
            <a:r>
              <a:rPr lang="es-ES"/>
              <a:t>Calidad de Sistemas de Software  - 2019</a:t>
            </a:r>
            <a:endParaRPr/>
          </a:p>
        </p:txBody>
      </p:sp>
      <p:sp>
        <p:nvSpPr>
          <p:cNvPr id="14" name="Marcador de posición de número de diapositiva 6"/>
          <p:cNvSpPr>
            <a:spLocks noGrp="1"/>
          </p:cNvSpPr>
          <p:nvPr>
            <p:ph type="sldNum" sz="quarter" idx="16"/>
          </p:nvPr>
        </p:nvSpPr>
        <p:spPr>
          <a:xfrm>
            <a:off x="10729913" y="4710113"/>
            <a:ext cx="1154112" cy="1090612"/>
          </a:xfrm>
        </p:spPr>
        <p:txBody>
          <a:bodyPr/>
          <a:lstStyle>
            <a:lvl1pPr>
              <a:defRPr/>
            </a:lvl1pPr>
          </a:lstStyle>
          <a:p>
            <a:pPr>
              <a:defRPr/>
            </a:pPr>
            <a:fld id="{67AB3A27-6F16-40A3-9B18-962185A2649A}" type="slidenum">
              <a:rPr/>
              <a:pPr>
                <a:defRPr/>
              </a:pPr>
              <a:t>‹Nº›</a:t>
            </a:fld>
            <a:endParaRPr/>
          </a:p>
        </p:txBody>
      </p:sp>
    </p:spTree>
    <p:extLst>
      <p:ext uri="{BB962C8B-B14F-4D97-AF65-F5344CB8AC3E}">
        <p14:creationId xmlns:p14="http://schemas.microsoft.com/office/powerpoint/2010/main" val="764802014"/>
      </p:ext>
    </p:extLst>
  </p:cSld>
  <p:clrMapOvr>
    <a:masterClrMapping/>
  </p:clrMapOvr>
  <p:transition spd="med">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5" name="Imagen 8"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3"/>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9"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10"/>
          <p:cNvSpPr/>
          <p:nvPr/>
        </p:nvSpPr>
        <p:spPr>
          <a:xfrm>
            <a:off x="0" y="4567248"/>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1"/>
          <p:cNvSpPr/>
          <p:nvPr/>
        </p:nvSpPr>
        <p:spPr>
          <a:xfrm>
            <a:off x="10585457" y="4567248"/>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7" y="4711633"/>
            <a:ext cx="9613863" cy="588535"/>
          </a:xfrm>
        </p:spPr>
        <p:txBody>
          <a:bodyPr anchor="b"/>
          <a:lstStyle>
            <a:lvl1pPr latinLnBrk="0">
              <a:defRPr lang="es-ES" sz="3200"/>
            </a:lvl1pPr>
          </a:lstStyle>
          <a:p>
            <a:r>
              <a:rPr lang="es-ES"/>
              <a:t>Haga clic para modificar el estilo de título del patrón</a:t>
            </a:r>
          </a:p>
        </p:txBody>
      </p:sp>
      <p:sp>
        <p:nvSpPr>
          <p:cNvPr id="4" name="Marcador de posición de texto 3"/>
          <p:cNvSpPr>
            <a:spLocks noGrp="1"/>
          </p:cNvSpPr>
          <p:nvPr>
            <p:ph type="body" sz="half" idx="2"/>
          </p:nvPr>
        </p:nvSpPr>
        <p:spPr>
          <a:xfrm>
            <a:off x="680327" y="5300167"/>
            <a:ext cx="9613863" cy="502255"/>
          </a:xfrm>
        </p:spPr>
        <p:txBody>
          <a:bodyP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0113"/>
            <a:ext cx="1154112" cy="1090612"/>
          </a:xfrm>
        </p:spPr>
        <p:txBody>
          <a:bodyPr/>
          <a:lstStyle>
            <a:lvl1pPr>
              <a:defRPr/>
            </a:lvl1pPr>
          </a:lstStyle>
          <a:p>
            <a:pPr>
              <a:defRPr/>
            </a:pPr>
            <a:fld id="{2B6BE68C-05F6-44A8-97CB-CB187B432D2A}" type="slidenum">
              <a:rPr/>
              <a:pPr>
                <a:defRPr/>
              </a:pPr>
              <a:t>‹Nº›</a:t>
            </a:fld>
            <a:endParaRPr/>
          </a:p>
        </p:txBody>
      </p:sp>
    </p:spTree>
    <p:extLst>
      <p:ext uri="{BB962C8B-B14F-4D97-AF65-F5344CB8AC3E}">
        <p14:creationId xmlns:p14="http://schemas.microsoft.com/office/powerpoint/2010/main" val="1997950824"/>
      </p:ext>
    </p:extLst>
  </p:cSld>
  <p:clrMapOvr>
    <a:masterClrMapping/>
  </p:clrMapOvr>
  <p:transition spd="med">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3 columnas">
    <p:spTree>
      <p:nvGrpSpPr>
        <p:cNvPr id="1" name=""/>
        <p:cNvGrpSpPr/>
        <p:nvPr/>
      </p:nvGrpSpPr>
      <p:grpSpPr>
        <a:xfrm>
          <a:off x="0" y="0"/>
          <a:ext cx="0" cy="0"/>
          <a:chOff x="0" y="0"/>
          <a:chExt cx="0" cy="0"/>
        </a:xfrm>
      </p:grpSpPr>
      <p:pic>
        <p:nvPicPr>
          <p:cNvPr id="13" name="Imagen 12"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8"/>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Imagen 13"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ángulo 15"/>
          <p:cNvSpPr/>
          <p:nvPr/>
        </p:nvSpPr>
        <p:spPr>
          <a:xfrm>
            <a:off x="0" y="60961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ángulo 16"/>
          <p:cNvSpPr/>
          <p:nvPr/>
        </p:nvSpPr>
        <p:spPr>
          <a:xfrm>
            <a:off x="10585457" y="6096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ítulo 1"/>
          <p:cNvSpPr>
            <a:spLocks noGrp="1"/>
          </p:cNvSpPr>
          <p:nvPr>
            <p:ph type="title"/>
          </p:nvPr>
        </p:nvSpPr>
        <p:spPr>
          <a:xfrm>
            <a:off x="669221" y="753228"/>
            <a:ext cx="9624960" cy="1080938"/>
          </a:xfrm>
        </p:spPr>
        <p:txBody>
          <a:bodyPr/>
          <a:lstStyle/>
          <a:p>
            <a:r>
              <a:rPr lang="es-ES"/>
              <a:t>Haga clic para modificar el estilo de título del patrón</a:t>
            </a:r>
          </a:p>
        </p:txBody>
      </p:sp>
      <p:sp>
        <p:nvSpPr>
          <p:cNvPr id="7" name="Marcador de posición de texto 2"/>
          <p:cNvSpPr>
            <a:spLocks noGrp="1"/>
          </p:cNvSpPr>
          <p:nvPr>
            <p:ph type="body" idx="1"/>
          </p:nvPr>
        </p:nvSpPr>
        <p:spPr>
          <a:xfrm>
            <a:off x="660945" y="2336873"/>
            <a:ext cx="307003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8" name="Marcador de posición de texto 3"/>
          <p:cNvSpPr>
            <a:spLocks noGrp="1"/>
          </p:cNvSpPr>
          <p:nvPr>
            <p:ph type="body" sz="half" idx="15"/>
          </p:nvPr>
        </p:nvSpPr>
        <p:spPr>
          <a:xfrm>
            <a:off x="680333" y="3022685"/>
            <a:ext cx="3049703" cy="2913513"/>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9" name="Marcador de posición de texto 4"/>
          <p:cNvSpPr>
            <a:spLocks noGrp="1"/>
          </p:cNvSpPr>
          <p:nvPr>
            <p:ph type="body" sz="quarter" idx="3"/>
          </p:nvPr>
        </p:nvSpPr>
        <p:spPr>
          <a:xfrm>
            <a:off x="3956025" y="2336873"/>
            <a:ext cx="3063240"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10" name="Marcador de posición de texto 3"/>
          <p:cNvSpPr>
            <a:spLocks noGrp="1"/>
          </p:cNvSpPr>
          <p:nvPr>
            <p:ph type="body" sz="half" idx="16"/>
          </p:nvPr>
        </p:nvSpPr>
        <p:spPr>
          <a:xfrm>
            <a:off x="3945471" y="3022685"/>
            <a:ext cx="3063240" cy="2913513"/>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1" name="Marcador de posición de texto 4"/>
          <p:cNvSpPr>
            <a:spLocks noGrp="1"/>
          </p:cNvSpPr>
          <p:nvPr>
            <p:ph type="body" sz="quarter" idx="13"/>
          </p:nvPr>
        </p:nvSpPr>
        <p:spPr>
          <a:xfrm>
            <a:off x="7224168" y="2336873"/>
            <a:ext cx="307002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12" name="Marcador de posición de texto 3"/>
          <p:cNvSpPr>
            <a:spLocks noGrp="1"/>
          </p:cNvSpPr>
          <p:nvPr>
            <p:ph type="body" sz="half" idx="17"/>
          </p:nvPr>
        </p:nvSpPr>
        <p:spPr>
          <a:xfrm>
            <a:off x="7224168" y="3022685"/>
            <a:ext cx="3070025" cy="2913513"/>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8" name="Marcador de posición de fecha 2"/>
          <p:cNvSpPr>
            <a:spLocks noGrp="1"/>
          </p:cNvSpPr>
          <p:nvPr>
            <p:ph type="dt" sz="half" idx="18"/>
          </p:nvPr>
        </p:nvSpPr>
        <p:spPr/>
        <p:txBody>
          <a:bodyPr/>
          <a:lstStyle>
            <a:lvl1pPr>
              <a:defRPr/>
            </a:lvl1pPr>
          </a:lstStyle>
          <a:p>
            <a:pPr>
              <a:defRPr/>
            </a:pPr>
            <a:endParaRPr/>
          </a:p>
        </p:txBody>
      </p:sp>
      <p:sp>
        <p:nvSpPr>
          <p:cNvPr id="19" name="Marcador de posición de pie de página 3"/>
          <p:cNvSpPr>
            <a:spLocks noGrp="1"/>
          </p:cNvSpPr>
          <p:nvPr>
            <p:ph type="ftr" sz="quarter" idx="19"/>
          </p:nvPr>
        </p:nvSpPr>
        <p:spPr/>
        <p:txBody>
          <a:bodyPr/>
          <a:lstStyle>
            <a:lvl1pPr>
              <a:defRPr/>
            </a:lvl1pPr>
          </a:lstStyle>
          <a:p>
            <a:pPr>
              <a:defRPr/>
            </a:pPr>
            <a:r>
              <a:rPr lang="es-ES"/>
              <a:t>Calidad de Sistemas de Software  - 2019</a:t>
            </a:r>
            <a:endParaRPr/>
          </a:p>
        </p:txBody>
      </p:sp>
      <p:sp>
        <p:nvSpPr>
          <p:cNvPr id="20" name="Marcador de posición de número de diapositiva 4"/>
          <p:cNvSpPr>
            <a:spLocks noGrp="1"/>
          </p:cNvSpPr>
          <p:nvPr>
            <p:ph type="sldNum" sz="quarter" idx="20"/>
          </p:nvPr>
        </p:nvSpPr>
        <p:spPr/>
        <p:txBody>
          <a:bodyPr/>
          <a:lstStyle>
            <a:lvl1pPr>
              <a:defRPr/>
            </a:lvl1pPr>
          </a:lstStyle>
          <a:p>
            <a:pPr>
              <a:defRPr/>
            </a:pPr>
            <a:fld id="{43058561-E4D9-47A1-9982-14C1BFC47660}" type="slidenum">
              <a:rPr/>
              <a:pPr>
                <a:defRPr/>
              </a:pPr>
              <a:t>‹Nº›</a:t>
            </a:fld>
            <a:endParaRPr/>
          </a:p>
        </p:txBody>
      </p:sp>
    </p:spTree>
    <p:extLst>
      <p:ext uri="{BB962C8B-B14F-4D97-AF65-F5344CB8AC3E}">
        <p14:creationId xmlns:p14="http://schemas.microsoft.com/office/powerpoint/2010/main" val="4081778966"/>
      </p:ext>
    </p:extLst>
  </p:cSld>
  <p:clrMapOvr>
    <a:masterClrMapping/>
  </p:clrMapOvr>
  <p:transition spd="med">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lumna de 3 imágenes">
    <p:spTree>
      <p:nvGrpSpPr>
        <p:cNvPr id="1" name=""/>
        <p:cNvGrpSpPr/>
        <p:nvPr/>
      </p:nvGrpSpPr>
      <p:grpSpPr>
        <a:xfrm>
          <a:off x="0" y="0"/>
          <a:ext cx="0" cy="0"/>
          <a:chOff x="0" y="0"/>
          <a:chExt cx="0" cy="0"/>
        </a:xfrm>
      </p:grpSpPr>
      <p:pic>
        <p:nvPicPr>
          <p:cNvPr id="12" name="Imagen 14"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8"/>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Imagen 15"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ángulo 16"/>
          <p:cNvSpPr/>
          <p:nvPr/>
        </p:nvSpPr>
        <p:spPr>
          <a:xfrm>
            <a:off x="0" y="60961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ángulo 17"/>
          <p:cNvSpPr/>
          <p:nvPr/>
        </p:nvSpPr>
        <p:spPr>
          <a:xfrm>
            <a:off x="10585457" y="6096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ítulo 1"/>
          <p:cNvSpPr>
            <a:spLocks noGrp="1"/>
          </p:cNvSpPr>
          <p:nvPr>
            <p:ph type="title"/>
          </p:nvPr>
        </p:nvSpPr>
        <p:spPr>
          <a:xfrm>
            <a:off x="680323" y="753228"/>
            <a:ext cx="9613860" cy="1080938"/>
          </a:xfrm>
        </p:spPr>
        <p:txBody>
          <a:bodyPr/>
          <a:lstStyle/>
          <a:p>
            <a:r>
              <a:rPr lang="es-ES"/>
              <a:t>Haga clic para modificar el estilo de título del patrón</a:t>
            </a:r>
          </a:p>
        </p:txBody>
      </p:sp>
      <p:sp>
        <p:nvSpPr>
          <p:cNvPr id="19" name="Marcador de posición de texto 2"/>
          <p:cNvSpPr>
            <a:spLocks noGrp="1"/>
          </p:cNvSpPr>
          <p:nvPr>
            <p:ph type="body" idx="1"/>
          </p:nvPr>
        </p:nvSpPr>
        <p:spPr>
          <a:xfrm>
            <a:off x="680330" y="4297503"/>
            <a:ext cx="304970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0" name="Marcador de posición de imagen 2"/>
          <p:cNvSpPr>
            <a:spLocks noGrp="1" noChangeAspect="1"/>
          </p:cNvSpPr>
          <p:nvPr>
            <p:ph type="pic" idx="15"/>
          </p:nvPr>
        </p:nvSpPr>
        <p:spPr>
          <a:xfrm>
            <a:off x="680330" y="2336873"/>
            <a:ext cx="3049705" cy="15240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1" name="Marcador de posición de texto 3"/>
          <p:cNvSpPr>
            <a:spLocks noGrp="1"/>
          </p:cNvSpPr>
          <p:nvPr>
            <p:ph type="body" sz="half" idx="18"/>
          </p:nvPr>
        </p:nvSpPr>
        <p:spPr>
          <a:xfrm>
            <a:off x="680330" y="4873765"/>
            <a:ext cx="3049705" cy="1062422"/>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22" name="Marcador de posición de texto 4"/>
          <p:cNvSpPr>
            <a:spLocks noGrp="1"/>
          </p:cNvSpPr>
          <p:nvPr>
            <p:ph type="body" sz="quarter" idx="3"/>
          </p:nvPr>
        </p:nvSpPr>
        <p:spPr>
          <a:xfrm>
            <a:off x="3945471" y="4297503"/>
            <a:ext cx="3063240"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3" name="Marcador de posición de imagen 2"/>
          <p:cNvSpPr>
            <a:spLocks noGrp="1" noChangeAspect="1"/>
          </p:cNvSpPr>
          <p:nvPr>
            <p:ph type="pic" idx="21"/>
          </p:nvPr>
        </p:nvSpPr>
        <p:spPr>
          <a:xfrm>
            <a:off x="3945471" y="2336873"/>
            <a:ext cx="3063240" cy="15240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4" name="Marcador de posición de texto 3"/>
          <p:cNvSpPr>
            <a:spLocks noGrp="1"/>
          </p:cNvSpPr>
          <p:nvPr>
            <p:ph type="body" sz="half" idx="19"/>
          </p:nvPr>
        </p:nvSpPr>
        <p:spPr>
          <a:xfrm>
            <a:off x="3944129" y="4873764"/>
            <a:ext cx="3067297" cy="1062422"/>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25" name="Marcador de posición de texto 4"/>
          <p:cNvSpPr>
            <a:spLocks noGrp="1"/>
          </p:cNvSpPr>
          <p:nvPr>
            <p:ph type="body" sz="quarter" idx="13"/>
          </p:nvPr>
        </p:nvSpPr>
        <p:spPr>
          <a:xfrm>
            <a:off x="7230690" y="4297503"/>
            <a:ext cx="306350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6" name="Marcador de posición de imagen 2"/>
          <p:cNvSpPr>
            <a:spLocks noGrp="1" noChangeAspect="1"/>
          </p:cNvSpPr>
          <p:nvPr>
            <p:ph type="pic" idx="22"/>
          </p:nvPr>
        </p:nvSpPr>
        <p:spPr>
          <a:xfrm>
            <a:off x="7230689" y="2336873"/>
            <a:ext cx="3063505" cy="15240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7" name="Marcador de posición de texto 3"/>
          <p:cNvSpPr>
            <a:spLocks noGrp="1"/>
          </p:cNvSpPr>
          <p:nvPr>
            <p:ph type="body" sz="half" idx="20"/>
          </p:nvPr>
        </p:nvSpPr>
        <p:spPr>
          <a:xfrm>
            <a:off x="7230553" y="4873762"/>
            <a:ext cx="3067563" cy="1062422"/>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6" name="Marcador de posición de fecha 2"/>
          <p:cNvSpPr>
            <a:spLocks noGrp="1"/>
          </p:cNvSpPr>
          <p:nvPr>
            <p:ph type="dt" sz="half" idx="23"/>
          </p:nvPr>
        </p:nvSpPr>
        <p:spPr/>
        <p:txBody>
          <a:bodyPr/>
          <a:lstStyle>
            <a:lvl1pPr>
              <a:defRPr/>
            </a:lvl1pPr>
          </a:lstStyle>
          <a:p>
            <a:pPr>
              <a:defRPr/>
            </a:pPr>
            <a:endParaRPr/>
          </a:p>
        </p:txBody>
      </p:sp>
      <p:sp>
        <p:nvSpPr>
          <p:cNvPr id="17" name="Marcador de posición de pie de página 3"/>
          <p:cNvSpPr>
            <a:spLocks noGrp="1"/>
          </p:cNvSpPr>
          <p:nvPr>
            <p:ph type="ftr" sz="quarter" idx="24"/>
          </p:nvPr>
        </p:nvSpPr>
        <p:spPr/>
        <p:txBody>
          <a:bodyPr/>
          <a:lstStyle>
            <a:lvl1pPr>
              <a:defRPr/>
            </a:lvl1pPr>
          </a:lstStyle>
          <a:p>
            <a:pPr>
              <a:defRPr/>
            </a:pPr>
            <a:r>
              <a:rPr lang="es-ES"/>
              <a:t>Calidad de Sistemas de Software  - 2019</a:t>
            </a:r>
            <a:endParaRPr/>
          </a:p>
        </p:txBody>
      </p:sp>
      <p:sp>
        <p:nvSpPr>
          <p:cNvPr id="18" name="Marcador de posición de número de diapositiva 4"/>
          <p:cNvSpPr>
            <a:spLocks noGrp="1"/>
          </p:cNvSpPr>
          <p:nvPr>
            <p:ph type="sldNum" sz="quarter" idx="25"/>
          </p:nvPr>
        </p:nvSpPr>
        <p:spPr/>
        <p:txBody>
          <a:bodyPr/>
          <a:lstStyle>
            <a:lvl1pPr>
              <a:defRPr/>
            </a:lvl1pPr>
          </a:lstStyle>
          <a:p>
            <a:pPr>
              <a:defRPr/>
            </a:pPr>
            <a:fld id="{49C4411B-3C72-4C25-8B72-97051BD17E72}" type="slidenum">
              <a:rPr/>
              <a:pPr>
                <a:defRPr/>
              </a:pPr>
              <a:t>‹Nº›</a:t>
            </a:fld>
            <a:endParaRPr/>
          </a:p>
        </p:txBody>
      </p:sp>
    </p:spTree>
    <p:extLst>
      <p:ext uri="{BB962C8B-B14F-4D97-AF65-F5344CB8AC3E}">
        <p14:creationId xmlns:p14="http://schemas.microsoft.com/office/powerpoint/2010/main" val="1613760616"/>
      </p:ext>
    </p:extLst>
  </p:cSld>
  <p:clrMapOvr>
    <a:masterClrMapping/>
  </p:clrMapOvr>
  <p:transition spd="med">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098"/>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7"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0" y="60961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10585457" y="6096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lvl1pPr algn="r" latinLnBrk="0">
              <a:defRPr lang="es-ES"/>
            </a:lvl1pPr>
          </a:lstStyle>
          <a:p>
            <a:r>
              <a:rPr lang="es-ES"/>
              <a:t>Haga clic para modificar el estilo de título del patrón</a:t>
            </a:r>
          </a:p>
        </p:txBody>
      </p:sp>
      <p:sp>
        <p:nvSpPr>
          <p:cNvPr id="3" name="Marcador de posición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p:txBody>
          <a:bodyPr/>
          <a:lstStyle>
            <a:lvl1pPr>
              <a:defRPr/>
            </a:lvl1pPr>
          </a:lstStyle>
          <a:p>
            <a:pPr>
              <a:defRPr/>
            </a:pPr>
            <a:fld id="{B521DDE5-34EF-417E-972E-57D0712AB794}" type="slidenum">
              <a:rPr/>
              <a:pPr>
                <a:defRPr/>
              </a:pPr>
              <a:t>‹Nº›</a:t>
            </a:fld>
            <a:endParaRPr/>
          </a:p>
        </p:txBody>
      </p:sp>
    </p:spTree>
    <p:extLst>
      <p:ext uri="{BB962C8B-B14F-4D97-AF65-F5344CB8AC3E}">
        <p14:creationId xmlns:p14="http://schemas.microsoft.com/office/powerpoint/2010/main" val="1883040618"/>
      </p:ext>
    </p:extLst>
  </p:cSld>
  <p:clrMapOvr>
    <a:masterClrMapping/>
  </p:clrMapOvr>
  <p:transition spd="med">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Título y texto verticales">
    <p:spTree>
      <p:nvGrpSpPr>
        <p:cNvPr id="1" name=""/>
        <p:cNvGrpSpPr/>
        <p:nvPr/>
      </p:nvGrpSpPr>
      <p:grpSpPr>
        <a:xfrm>
          <a:off x="0" y="0"/>
          <a:ext cx="0" cy="0"/>
          <a:chOff x="0" y="0"/>
          <a:chExt cx="0" cy="0"/>
        </a:xfrm>
      </p:grpSpPr>
      <p:sp>
        <p:nvSpPr>
          <p:cNvPr id="4" name="Rectángulo 6"/>
          <p:cNvSpPr/>
          <p:nvPr/>
        </p:nvSpPr>
        <p:spPr>
          <a:xfrm rot="5400000">
            <a:off x="8116094" y="1869291"/>
            <a:ext cx="5106988"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ángulo 7"/>
          <p:cNvSpPr/>
          <p:nvPr/>
        </p:nvSpPr>
        <p:spPr>
          <a:xfrm rot="5400000">
            <a:off x="9867907" y="537211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vertical 1"/>
          <p:cNvSpPr>
            <a:spLocks noGrp="1"/>
          </p:cNvSpPr>
          <p:nvPr>
            <p:ph type="title" orient="vert"/>
          </p:nvPr>
        </p:nvSpPr>
        <p:spPr>
          <a:xfrm>
            <a:off x="10129233" y="609597"/>
            <a:ext cx="1073803" cy="4353760"/>
          </a:xfrm>
        </p:spPr>
        <p:txBody>
          <a:bodyPr vert="eaVert"/>
          <a:lstStyle/>
          <a:p>
            <a:r>
              <a:rPr lang="es-ES"/>
              <a:t>Haga clic para modificar el estilo de título del patrón</a:t>
            </a:r>
          </a:p>
        </p:txBody>
      </p:sp>
      <p:sp>
        <p:nvSpPr>
          <p:cNvPr id="3" name="Marcador de posición de texto vertical 2"/>
          <p:cNvSpPr>
            <a:spLocks noGrp="1"/>
          </p:cNvSpPr>
          <p:nvPr>
            <p:ph type="body" orient="vert" idx="1"/>
          </p:nvPr>
        </p:nvSpPr>
        <p:spPr>
          <a:xfrm>
            <a:off x="680322" y="609610"/>
            <a:ext cx="8870004" cy="5326589"/>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osición de fecha 3"/>
          <p:cNvSpPr>
            <a:spLocks noGrp="1"/>
          </p:cNvSpPr>
          <p:nvPr>
            <p:ph type="dt" sz="half" idx="10"/>
          </p:nvPr>
        </p:nvSpPr>
        <p:spPr>
          <a:xfrm>
            <a:off x="6807200" y="5935673"/>
            <a:ext cx="2743200" cy="365125"/>
          </a:xfrm>
        </p:spPr>
        <p:txBody>
          <a:bodyPr/>
          <a:lstStyle>
            <a:lvl1pPr>
              <a:defRPr/>
            </a:lvl1pPr>
          </a:lstStyle>
          <a:p>
            <a:pPr>
              <a:defRPr/>
            </a:pPr>
            <a:endParaRPr/>
          </a:p>
        </p:txBody>
      </p:sp>
      <p:sp>
        <p:nvSpPr>
          <p:cNvPr id="7" name="Marcador de posición de pie de página 4"/>
          <p:cNvSpPr>
            <a:spLocks noGrp="1"/>
          </p:cNvSpPr>
          <p:nvPr>
            <p:ph type="ftr" sz="quarter" idx="11"/>
          </p:nvPr>
        </p:nvSpPr>
        <p:spPr>
          <a:xfrm>
            <a:off x="681037" y="5935673"/>
            <a:ext cx="6126163" cy="365125"/>
          </a:xfrm>
        </p:spPr>
        <p:txBody>
          <a:bodyPr/>
          <a:lstStyle>
            <a:lvl1pPr>
              <a:defRPr/>
            </a:lvl1pPr>
          </a:lstStyle>
          <a:p>
            <a:pPr>
              <a:defRPr/>
            </a:pPr>
            <a:r>
              <a:rPr lang="es-ES"/>
              <a:t>Calidad de Sistemas de Software  - 2019</a:t>
            </a:r>
            <a:endParaRPr/>
          </a:p>
        </p:txBody>
      </p:sp>
      <p:sp>
        <p:nvSpPr>
          <p:cNvPr id="8" name="Marcador de posición de número de diapositiva 5"/>
          <p:cNvSpPr>
            <a:spLocks noGrp="1"/>
          </p:cNvSpPr>
          <p:nvPr>
            <p:ph type="sldNum" sz="quarter" idx="12"/>
          </p:nvPr>
        </p:nvSpPr>
        <p:spPr>
          <a:xfrm>
            <a:off x="10098088" y="5399088"/>
            <a:ext cx="1154112" cy="1090612"/>
          </a:xfrm>
        </p:spPr>
        <p:txBody>
          <a:bodyPr anchor="t"/>
          <a:lstStyle>
            <a:lvl1pPr algn="ctr" latinLnBrk="0">
              <a:defRPr lang="es-ES"/>
            </a:lvl1pPr>
          </a:lstStyle>
          <a:p>
            <a:pPr>
              <a:defRPr/>
            </a:pPr>
            <a:fld id="{CF69B87C-F83B-424F-9833-9E37E594C0DD}" type="slidenum">
              <a:rPr/>
              <a:pPr>
                <a:defRPr/>
              </a:pPr>
              <a:t>‹Nº›</a:t>
            </a:fld>
            <a:endParaRPr/>
          </a:p>
        </p:txBody>
      </p:sp>
    </p:spTree>
    <p:extLst>
      <p:ext uri="{BB962C8B-B14F-4D97-AF65-F5344CB8AC3E}">
        <p14:creationId xmlns:p14="http://schemas.microsoft.com/office/powerpoint/2010/main" val="733333210"/>
      </p:ext>
    </p:extLst>
  </p:cSld>
  <p:clrMapOvr>
    <a:masterClrMapping/>
  </p:clrMapOvr>
  <p:transition spd="med">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16" name="15 Marcador de texto"/>
          <p:cNvSpPr>
            <a:spLocks noGrp="1"/>
          </p:cNvSpPr>
          <p:nvPr>
            <p:ph type="body" sz="quarter" idx="14"/>
          </p:nvPr>
        </p:nvSpPr>
        <p:spPr>
          <a:xfrm>
            <a:off x="4440" y="6451617"/>
            <a:ext cx="4190993" cy="357190"/>
          </a:xfrm>
        </p:spPr>
        <p:txBody>
          <a:bodyPr>
            <a:noAutofit/>
          </a:bodyPr>
          <a:lstStyle>
            <a:lvl1pPr>
              <a:buNone/>
              <a:defRPr sz="1400">
                <a:solidFill>
                  <a:schemeClr val="bg1"/>
                </a:solidFill>
              </a:defRPr>
            </a:lvl1pPr>
            <a:lvl2pPr>
              <a:buNone/>
              <a:defRPr sz="1400"/>
            </a:lvl2pPr>
            <a:lvl3pPr>
              <a:buNone/>
              <a:defRPr sz="1400"/>
            </a:lvl3pPr>
            <a:lvl4pPr>
              <a:buNone/>
              <a:defRPr sz="1400"/>
            </a:lvl4pPr>
            <a:lvl5pPr>
              <a:buNone/>
              <a:defRPr sz="1400"/>
            </a:lvl5pPr>
          </a:lstStyle>
          <a:p>
            <a:pPr lvl="0"/>
            <a:r>
              <a:rPr lang="es-ES"/>
              <a:t>Haga clic para modificar el estilo de texto del patrón</a:t>
            </a:r>
          </a:p>
        </p:txBody>
      </p:sp>
      <p:sp>
        <p:nvSpPr>
          <p:cNvPr id="8" name="Content Placeholder 2"/>
          <p:cNvSpPr>
            <a:spLocks noGrp="1"/>
          </p:cNvSpPr>
          <p:nvPr>
            <p:ph idx="1"/>
          </p:nvPr>
        </p:nvSpPr>
        <p:spPr>
          <a:xfrm>
            <a:off x="1097279" y="1845734"/>
            <a:ext cx="10058401" cy="4023360"/>
          </a:xfrm>
        </p:spPr>
        <p:txBody>
          <a:bodyPr/>
          <a:lstStyle>
            <a:lvl1pPr>
              <a:defRPr sz="2800"/>
            </a:lvl1pPr>
            <a:lvl2pPr>
              <a:defRPr sz="2400"/>
            </a:lvl2pPr>
            <a:lvl3pPr>
              <a:defRPr sz="2000"/>
            </a:lvl3pPr>
            <a:lvl4pPr>
              <a:defRPr sz="1800"/>
            </a:lvl4pPr>
            <a:lvl5pPr>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3 Marcador de pie de página"/>
          <p:cNvSpPr>
            <a:spLocks noGrp="1"/>
          </p:cNvSpPr>
          <p:nvPr>
            <p:ph type="ftr" sz="quarter" idx="15"/>
          </p:nvPr>
        </p:nvSpPr>
        <p:spPr>
          <a:xfrm>
            <a:off x="4241803" y="6459548"/>
            <a:ext cx="5183188" cy="365125"/>
          </a:xfrm>
        </p:spPr>
        <p:txBody>
          <a:bodyPr/>
          <a:lstStyle>
            <a:lvl1pPr>
              <a:defRPr/>
            </a:lvl1pPr>
          </a:lstStyle>
          <a:p>
            <a:pPr>
              <a:defRPr/>
            </a:pPr>
            <a:r>
              <a:rPr lang="es-ES"/>
              <a:t>Calidad de Sistemas de Software  - 2019</a:t>
            </a:r>
            <a:endParaRPr/>
          </a:p>
        </p:txBody>
      </p:sp>
      <p:sp>
        <p:nvSpPr>
          <p:cNvPr id="6" name="4 Marcador de número de diapositiva"/>
          <p:cNvSpPr>
            <a:spLocks noGrp="1"/>
          </p:cNvSpPr>
          <p:nvPr>
            <p:ph type="sldNum" sz="quarter" idx="16"/>
          </p:nvPr>
        </p:nvSpPr>
        <p:spPr/>
        <p:txBody>
          <a:bodyPr/>
          <a:lstStyle>
            <a:lvl1pPr>
              <a:defRPr smtClean="0"/>
            </a:lvl1pPr>
          </a:lstStyle>
          <a:p>
            <a:pPr>
              <a:defRPr/>
            </a:pPr>
            <a:fld id="{5D28BA0E-65A1-4689-818F-78C8F46BC9AB}" type="slidenum">
              <a:rPr/>
              <a:pPr>
                <a:defRPr/>
              </a:pPr>
              <a:t>‹Nº›</a:t>
            </a:fld>
            <a:endParaRPr/>
          </a:p>
        </p:txBody>
      </p:sp>
    </p:spTree>
    <p:extLst>
      <p:ext uri="{BB962C8B-B14F-4D97-AF65-F5344CB8AC3E}">
        <p14:creationId xmlns:p14="http://schemas.microsoft.com/office/powerpoint/2010/main" val="42483248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 y="4243400"/>
            <a:ext cx="89677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12258" y="4243388"/>
            <a:ext cx="30765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3" y="2590800"/>
            <a:ext cx="8967788" cy="165893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9112258" y="2590800"/>
            <a:ext cx="3076575" cy="16589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ctrTitle"/>
          </p:nvPr>
        </p:nvSpPr>
        <p:spPr>
          <a:xfrm>
            <a:off x="680333" y="2733709"/>
            <a:ext cx="8144135" cy="1373070"/>
          </a:xfrm>
        </p:spPr>
        <p:txBody>
          <a:bodyPr anchor="b">
            <a:noAutofit/>
          </a:bodyPr>
          <a:lstStyle>
            <a:lvl1pPr algn="r" latinLnBrk="0">
              <a:defRPr lang="es-ES" sz="5400"/>
            </a:lvl1pPr>
          </a:lstStyle>
          <a:p>
            <a:r>
              <a:rPr lang="es-ES"/>
              <a:t>Haga clic para modificar el estilo de título del patrón</a:t>
            </a:r>
          </a:p>
        </p:txBody>
      </p:sp>
      <p:sp>
        <p:nvSpPr>
          <p:cNvPr id="3" name="Subtítulo 2"/>
          <p:cNvSpPr>
            <a:spLocks noGrp="1"/>
          </p:cNvSpPr>
          <p:nvPr>
            <p:ph type="subTitle" idx="1"/>
          </p:nvPr>
        </p:nvSpPr>
        <p:spPr>
          <a:xfrm>
            <a:off x="680333" y="4394061"/>
            <a:ext cx="8144135" cy="1117687"/>
          </a:xfrm>
        </p:spPr>
        <p:txBody>
          <a:bodyPr>
            <a:normAutofit/>
          </a:bodyPr>
          <a:lstStyle>
            <a:lvl1pPr marL="0" indent="0" algn="r" latinLnBrk="0">
              <a:buNone/>
              <a:defRPr lang="es-ES" sz="2000"/>
            </a:lvl1pPr>
            <a:lvl2pPr marL="457200" indent="0" algn="ctr" latinLnBrk="0">
              <a:buNone/>
              <a:defRPr lang="es-ES" sz="2000"/>
            </a:lvl2pPr>
            <a:lvl3pPr marL="914400" indent="0" algn="ctr" latinLnBrk="0">
              <a:buNone/>
              <a:defRPr lang="es-ES" sz="1800"/>
            </a:lvl3pPr>
            <a:lvl4pPr marL="1371600" indent="0" algn="ctr" latinLnBrk="0">
              <a:buNone/>
              <a:defRPr lang="es-ES" sz="1600"/>
            </a:lvl4pPr>
            <a:lvl5pPr marL="1828800" indent="0" algn="ctr" latinLnBrk="0">
              <a:buNone/>
              <a:defRPr lang="es-ES" sz="1600"/>
            </a:lvl5pPr>
            <a:lvl6pPr marL="2286000" indent="0" algn="ctr" latinLnBrk="0">
              <a:buNone/>
              <a:defRPr lang="es-ES" sz="1600"/>
            </a:lvl6pPr>
            <a:lvl7pPr marL="2743200" indent="0" algn="ctr" latinLnBrk="0">
              <a:buNone/>
              <a:defRPr lang="es-ES" sz="1600"/>
            </a:lvl7pPr>
            <a:lvl8pPr marL="3200400" indent="0" algn="ctr" latinLnBrk="0">
              <a:buNone/>
              <a:defRPr lang="es-ES" sz="1600"/>
            </a:lvl8pPr>
            <a:lvl9pPr marL="3657600" indent="0" algn="ctr" latinLnBrk="0">
              <a:buNone/>
              <a:defRPr lang="es-ES" sz="1600"/>
            </a:lvl9pPr>
          </a:lstStyle>
          <a:p>
            <a:r>
              <a:rPr lang="es-ES"/>
              <a:t>Haga clic para modificar el estilo de subtítulo del patrón</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a:xfrm>
            <a:off x="9255133" y="2749562"/>
            <a:ext cx="1171575" cy="1357313"/>
          </a:xfrm>
        </p:spPr>
        <p:txBody>
          <a:bodyPr/>
          <a:lstStyle>
            <a:lvl1pPr>
              <a:defRPr/>
            </a:lvl1pPr>
          </a:lstStyle>
          <a:p>
            <a:pPr>
              <a:defRPr/>
            </a:pPr>
            <a:fld id="{14479542-B7A9-4772-8FC1-CD550942CE44}" type="slidenum">
              <a:rPr/>
              <a:pPr>
                <a:defRPr/>
              </a:pPr>
              <a:t>‹Nº›</a:t>
            </a:fld>
            <a:endParaRPr/>
          </a:p>
        </p:txBody>
      </p:sp>
    </p:spTree>
    <p:extLst>
      <p:ext uri="{BB962C8B-B14F-4D97-AF65-F5344CB8AC3E}">
        <p14:creationId xmlns:p14="http://schemas.microsoft.com/office/powerpoint/2010/main" val="1939671432"/>
      </p:ext>
    </p:extLst>
  </p:cSld>
  <p:clrMapOvr>
    <a:masterClrMapping/>
  </p:clrMapOvr>
  <p:transition spd="med">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pic>
        <p:nvPicPr>
          <p:cNvPr id="4" name="Imagen 14"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100"/>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15"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16"/>
          <p:cNvSpPr/>
          <p:nvPr/>
        </p:nvSpPr>
        <p:spPr>
          <a:xfrm>
            <a:off x="0" y="609612"/>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17"/>
          <p:cNvSpPr/>
          <p:nvPr/>
        </p:nvSpPr>
        <p:spPr>
          <a:xfrm>
            <a:off x="10585458" y="6096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p:txBody>
          <a:bodyPr/>
          <a:lstStyle>
            <a:lvl1pPr>
              <a:defRPr/>
            </a:lvl1pPr>
          </a:lstStyle>
          <a:p>
            <a:pPr>
              <a:defRPr/>
            </a:pPr>
            <a:fld id="{4C6918E0-580C-4FC9-A224-2FA36F9CB582}" type="slidenum">
              <a:rPr/>
              <a:pPr>
                <a:defRPr/>
              </a:pPr>
              <a:t>‹Nº›</a:t>
            </a:fld>
            <a:endParaRPr/>
          </a:p>
        </p:txBody>
      </p:sp>
    </p:spTree>
    <p:extLst>
      <p:ext uri="{BB962C8B-B14F-4D97-AF65-F5344CB8AC3E}">
        <p14:creationId xmlns:p14="http://schemas.microsoft.com/office/powerpoint/2010/main" val="3624938227"/>
      </p:ext>
    </p:extLst>
  </p:cSld>
  <p:clrMapOvr>
    <a:masterClrMapping/>
  </p:clrMapOvr>
  <p:transition spd="med">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086237"/>
            <a:ext cx="10437813"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40878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0" y="272575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10585458" y="272575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3" y="2869895"/>
            <a:ext cx="9613860" cy="1090788"/>
          </a:xfrm>
        </p:spPr>
        <p:txBody>
          <a:bodyPr>
            <a:normAutofit/>
          </a:bodyPr>
          <a:lstStyle>
            <a:lvl1pPr algn="r" latinLnBrk="0">
              <a:defRPr lang="es-ES" sz="3600"/>
            </a:lvl1pPr>
          </a:lstStyle>
          <a:p>
            <a:r>
              <a:rPr lang="es-ES"/>
              <a:t>Haga clic para modificar el estilo de título del patrón</a:t>
            </a:r>
          </a:p>
        </p:txBody>
      </p:sp>
      <p:sp>
        <p:nvSpPr>
          <p:cNvPr id="3" name="Marcador de posición de texto 2"/>
          <p:cNvSpPr>
            <a:spLocks noGrp="1"/>
          </p:cNvSpPr>
          <p:nvPr>
            <p:ph type="body" idx="1"/>
          </p:nvPr>
        </p:nvSpPr>
        <p:spPr>
          <a:xfrm>
            <a:off x="680323" y="4232193"/>
            <a:ext cx="9613860" cy="1704017"/>
          </a:xfrm>
        </p:spPr>
        <p:txBody>
          <a:bodyPr>
            <a:normAutofit/>
          </a:bodyPr>
          <a:lstStyle>
            <a:lvl1pPr marL="0" indent="0" algn="r" latinLnBrk="0">
              <a:buNone/>
              <a:defRPr lang="es-ES" sz="2000">
                <a:solidFill>
                  <a:schemeClr val="tx1">
                    <a:tint val="75000"/>
                  </a:schemeClr>
                </a:solidFill>
              </a:defRPr>
            </a:lvl1pPr>
            <a:lvl2pPr marL="457200" indent="0" latinLnBrk="0">
              <a:buNone/>
              <a:defRPr lang="es-ES" sz="2000">
                <a:solidFill>
                  <a:schemeClr val="tx1">
                    <a:tint val="75000"/>
                  </a:schemeClr>
                </a:solidFill>
              </a:defRPr>
            </a:lvl2pPr>
            <a:lvl3pPr marL="914400" indent="0" latinLnBrk="0">
              <a:buNone/>
              <a:defRPr lang="es-ES" sz="1800">
                <a:solidFill>
                  <a:schemeClr val="tx1">
                    <a:tint val="75000"/>
                  </a:schemeClr>
                </a:solidFill>
              </a:defRPr>
            </a:lvl3pPr>
            <a:lvl4pPr marL="1371600" indent="0" latinLnBrk="0">
              <a:buNone/>
              <a:defRPr lang="es-ES" sz="1600">
                <a:solidFill>
                  <a:schemeClr val="tx1">
                    <a:tint val="75000"/>
                  </a:schemeClr>
                </a:solidFill>
              </a:defRPr>
            </a:lvl4pPr>
            <a:lvl5pPr marL="1828800" indent="0" latinLnBrk="0">
              <a:buNone/>
              <a:defRPr lang="es-ES" sz="1600">
                <a:solidFill>
                  <a:schemeClr val="tx1">
                    <a:tint val="75000"/>
                  </a:schemeClr>
                </a:solidFill>
              </a:defRPr>
            </a:lvl5pPr>
            <a:lvl6pPr marL="2286000" indent="0" latinLnBrk="0">
              <a:buNone/>
              <a:defRPr lang="es-ES" sz="1600">
                <a:solidFill>
                  <a:schemeClr val="tx1">
                    <a:tint val="75000"/>
                  </a:schemeClr>
                </a:solidFill>
              </a:defRPr>
            </a:lvl6pPr>
            <a:lvl7pPr marL="2743200" indent="0" latinLnBrk="0">
              <a:buNone/>
              <a:defRPr lang="es-ES" sz="1600">
                <a:solidFill>
                  <a:schemeClr val="tx1">
                    <a:tint val="75000"/>
                  </a:schemeClr>
                </a:solidFill>
              </a:defRPr>
            </a:lvl7pPr>
            <a:lvl8pPr marL="3200400" indent="0" latinLnBrk="0">
              <a:buNone/>
              <a:defRPr lang="es-ES" sz="1600">
                <a:solidFill>
                  <a:schemeClr val="tx1">
                    <a:tint val="75000"/>
                  </a:schemeClr>
                </a:solidFill>
              </a:defRPr>
            </a:lvl8pPr>
            <a:lvl9pPr marL="3657600" indent="0" latinLnBrk="0">
              <a:buNone/>
              <a:defRPr lang="es-ES" sz="1600">
                <a:solidFill>
                  <a:schemeClr val="tx1">
                    <a:tint val="75000"/>
                  </a:schemeClr>
                </a:solidFill>
              </a:defRPr>
            </a:lvl9pPr>
          </a:lstStyle>
          <a:p>
            <a:pPr lvl="0"/>
            <a:r>
              <a:rPr lang="es-ES"/>
              <a:t>Haga clic para modificar el estilo de texto del patrón</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a:xfrm>
            <a:off x="10729913" y="2870212"/>
            <a:ext cx="1154112" cy="1090613"/>
          </a:xfrm>
        </p:spPr>
        <p:txBody>
          <a:bodyPr/>
          <a:lstStyle>
            <a:lvl1pPr>
              <a:defRPr/>
            </a:lvl1pPr>
          </a:lstStyle>
          <a:p>
            <a:pPr>
              <a:defRPr/>
            </a:pPr>
            <a:fld id="{4C706A0C-DE8D-4AA6-A565-54AAF2E0D89F}" type="slidenum">
              <a:rPr/>
              <a:pPr>
                <a:defRPr/>
              </a:pPr>
              <a:t>‹Nº›</a:t>
            </a:fld>
            <a:endParaRPr/>
          </a:p>
        </p:txBody>
      </p:sp>
    </p:spTree>
    <p:extLst>
      <p:ext uri="{BB962C8B-B14F-4D97-AF65-F5344CB8AC3E}">
        <p14:creationId xmlns:p14="http://schemas.microsoft.com/office/powerpoint/2010/main" val="1851962079"/>
      </p:ext>
    </p:extLst>
  </p:cSld>
  <p:clrMapOvr>
    <a:masterClrMapping/>
  </p:clrMapOvr>
  <p:transition spd="med">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Dos objetos de contenido">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100"/>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12"/>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8" y="6096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contenido 2"/>
          <p:cNvSpPr>
            <a:spLocks noGrp="1"/>
          </p:cNvSpPr>
          <p:nvPr>
            <p:ph sz="half" idx="1"/>
          </p:nvPr>
        </p:nvSpPr>
        <p:spPr>
          <a:xfrm>
            <a:off x="680333" y="2336873"/>
            <a:ext cx="4698359" cy="359931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contenido 3"/>
          <p:cNvSpPr>
            <a:spLocks noGrp="1"/>
          </p:cNvSpPr>
          <p:nvPr>
            <p:ph sz="half" idx="2"/>
          </p:nvPr>
        </p:nvSpPr>
        <p:spPr>
          <a:xfrm>
            <a:off x="5594125" y="2336873"/>
            <a:ext cx="4700059" cy="359931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ACC7C5B1-249B-41EE-876E-A34C94D75DB2}" type="slidenum">
              <a:rPr/>
              <a:pPr>
                <a:defRPr/>
              </a:pPr>
              <a:t>‹Nº›</a:t>
            </a:fld>
            <a:endParaRPr/>
          </a:p>
        </p:txBody>
      </p:sp>
    </p:spTree>
    <p:extLst>
      <p:ext uri="{BB962C8B-B14F-4D97-AF65-F5344CB8AC3E}">
        <p14:creationId xmlns:p14="http://schemas.microsoft.com/office/powerpoint/2010/main" val="2685287874"/>
      </p:ext>
    </p:extLst>
  </p:cSld>
  <p:clrMapOvr>
    <a:masterClrMapping/>
  </p:clrMapOvr>
  <p:transition spd="med">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7" name="Imagen 9"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100"/>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10"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ángulo 11"/>
          <p:cNvSpPr/>
          <p:nvPr/>
        </p:nvSpPr>
        <p:spPr>
          <a:xfrm>
            <a:off x="0" y="609612"/>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ángulo 12"/>
          <p:cNvSpPr/>
          <p:nvPr/>
        </p:nvSpPr>
        <p:spPr>
          <a:xfrm>
            <a:off x="10585458" y="6096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9" y="753245"/>
            <a:ext cx="9613863" cy="1080937"/>
          </a:xfrm>
        </p:spPr>
        <p:txBody>
          <a:bodyPr/>
          <a:lstStyle/>
          <a:p>
            <a:r>
              <a:rPr lang="es-ES"/>
              <a:t>Haga clic para modificar el estilo de título del patrón</a:t>
            </a:r>
          </a:p>
        </p:txBody>
      </p:sp>
      <p:sp>
        <p:nvSpPr>
          <p:cNvPr id="3" name="Marcador de posición de texto 2"/>
          <p:cNvSpPr>
            <a:spLocks noGrp="1"/>
          </p:cNvSpPr>
          <p:nvPr>
            <p:ph type="body" idx="1"/>
          </p:nvPr>
        </p:nvSpPr>
        <p:spPr>
          <a:xfrm>
            <a:off x="906360" y="2336895"/>
            <a:ext cx="4472327" cy="693135"/>
          </a:xfrm>
        </p:spPr>
        <p:txBody>
          <a:bodyPr anchor="b"/>
          <a:lstStyle>
            <a:lvl1pPr marL="0" indent="0" latinLnBrk="0">
              <a:buNone/>
              <a:defRPr lang="es-ES" sz="2400" b="1"/>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4" name="Marcador de posición de contenido 3"/>
          <p:cNvSpPr>
            <a:spLocks noGrp="1"/>
          </p:cNvSpPr>
          <p:nvPr>
            <p:ph sz="half" idx="2"/>
          </p:nvPr>
        </p:nvSpPr>
        <p:spPr>
          <a:xfrm>
            <a:off x="680325" y="3030024"/>
            <a:ext cx="4698355" cy="290617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posición de texto 4"/>
          <p:cNvSpPr>
            <a:spLocks noGrp="1"/>
          </p:cNvSpPr>
          <p:nvPr>
            <p:ph type="body" sz="quarter" idx="3"/>
          </p:nvPr>
        </p:nvSpPr>
        <p:spPr>
          <a:xfrm>
            <a:off x="5820155" y="2336873"/>
            <a:ext cx="4474028" cy="692076"/>
          </a:xfrm>
        </p:spPr>
        <p:txBody>
          <a:bodyPr anchor="b"/>
          <a:lstStyle>
            <a:lvl1pPr marL="0" indent="0" latinLnBrk="0">
              <a:buNone/>
              <a:defRPr lang="es-ES" sz="2400" b="1"/>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6" name="Marcador de posición de contenido 5"/>
          <p:cNvSpPr>
            <a:spLocks noGrp="1"/>
          </p:cNvSpPr>
          <p:nvPr>
            <p:ph sz="quarter" idx="4"/>
          </p:nvPr>
        </p:nvSpPr>
        <p:spPr>
          <a:xfrm>
            <a:off x="5594125" y="3030024"/>
            <a:ext cx="4700059" cy="290617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11" name="Marcador de posición de fecha 6"/>
          <p:cNvSpPr>
            <a:spLocks noGrp="1"/>
          </p:cNvSpPr>
          <p:nvPr>
            <p:ph type="dt" sz="half" idx="10"/>
          </p:nvPr>
        </p:nvSpPr>
        <p:spPr/>
        <p:txBody>
          <a:bodyPr/>
          <a:lstStyle>
            <a:lvl1pPr>
              <a:defRPr/>
            </a:lvl1pPr>
          </a:lstStyle>
          <a:p>
            <a:pPr>
              <a:defRPr/>
            </a:pPr>
            <a:endParaRPr/>
          </a:p>
        </p:txBody>
      </p:sp>
      <p:sp>
        <p:nvSpPr>
          <p:cNvPr id="12" name="Marcador de posición de pie de página 7"/>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3" name="Marcador de posición de número de diapositiva 8"/>
          <p:cNvSpPr>
            <a:spLocks noGrp="1"/>
          </p:cNvSpPr>
          <p:nvPr>
            <p:ph type="sldNum" sz="quarter" idx="12"/>
          </p:nvPr>
        </p:nvSpPr>
        <p:spPr/>
        <p:txBody>
          <a:bodyPr/>
          <a:lstStyle>
            <a:lvl1pPr>
              <a:defRPr/>
            </a:lvl1pPr>
          </a:lstStyle>
          <a:p>
            <a:pPr>
              <a:defRPr/>
            </a:pPr>
            <a:fld id="{465AF3B5-DCA1-4634-96C7-3ACAAE80B001}" type="slidenum">
              <a:rPr/>
              <a:pPr>
                <a:defRPr/>
              </a:pPr>
              <a:t>‹Nº›</a:t>
            </a:fld>
            <a:endParaRPr/>
          </a:p>
        </p:txBody>
      </p:sp>
    </p:spTree>
    <p:extLst>
      <p:ext uri="{BB962C8B-B14F-4D97-AF65-F5344CB8AC3E}">
        <p14:creationId xmlns:p14="http://schemas.microsoft.com/office/powerpoint/2010/main" val="843509548"/>
      </p:ext>
    </p:extLst>
  </p:cSld>
  <p:clrMapOvr>
    <a:masterClrMapping/>
  </p:clrMapOvr>
  <p:transition spd="med">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3" name="Imagen 5"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100"/>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n 6"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7"/>
          <p:cNvSpPr/>
          <p:nvPr/>
        </p:nvSpPr>
        <p:spPr>
          <a:xfrm>
            <a:off x="0" y="609612"/>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ángulo 8"/>
          <p:cNvSpPr/>
          <p:nvPr/>
        </p:nvSpPr>
        <p:spPr>
          <a:xfrm>
            <a:off x="10585458" y="6096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p>
            <a:r>
              <a:rPr lang="es-ES"/>
              <a:t>Haga clic para modificar el estilo de título del patrón</a:t>
            </a:r>
          </a:p>
        </p:txBody>
      </p:sp>
      <p:sp>
        <p:nvSpPr>
          <p:cNvPr id="7" name="Marcador de posición de fecha 2"/>
          <p:cNvSpPr>
            <a:spLocks noGrp="1"/>
          </p:cNvSpPr>
          <p:nvPr>
            <p:ph type="dt" sz="half" idx="10"/>
          </p:nvPr>
        </p:nvSpPr>
        <p:spPr/>
        <p:txBody>
          <a:bodyPr/>
          <a:lstStyle>
            <a:lvl1pPr>
              <a:defRPr/>
            </a:lvl1pPr>
          </a:lstStyle>
          <a:p>
            <a:pPr>
              <a:defRPr/>
            </a:pPr>
            <a:endParaRPr/>
          </a:p>
        </p:txBody>
      </p:sp>
      <p:sp>
        <p:nvSpPr>
          <p:cNvPr id="8" name="Marcador de posición de pie de página 3"/>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9" name="Marcador de posición de número de diapositiva 4"/>
          <p:cNvSpPr>
            <a:spLocks noGrp="1"/>
          </p:cNvSpPr>
          <p:nvPr>
            <p:ph type="sldNum" sz="quarter" idx="12"/>
          </p:nvPr>
        </p:nvSpPr>
        <p:spPr/>
        <p:txBody>
          <a:bodyPr/>
          <a:lstStyle>
            <a:lvl1pPr>
              <a:defRPr/>
            </a:lvl1pPr>
          </a:lstStyle>
          <a:p>
            <a:pPr>
              <a:defRPr/>
            </a:pPr>
            <a:fld id="{A9A91AA8-608E-44E3-96D1-D92D04306CAB}" type="slidenum">
              <a:rPr/>
              <a:pPr>
                <a:defRPr/>
              </a:pPr>
              <a:t>‹Nº›</a:t>
            </a:fld>
            <a:endParaRPr/>
          </a:p>
        </p:txBody>
      </p:sp>
    </p:spTree>
    <p:extLst>
      <p:ext uri="{BB962C8B-B14F-4D97-AF65-F5344CB8AC3E}">
        <p14:creationId xmlns:p14="http://schemas.microsoft.com/office/powerpoint/2010/main" val="1739176691"/>
      </p:ext>
    </p:extLst>
  </p:cSld>
  <p:clrMapOvr>
    <a:masterClrMapping/>
  </p:clrMapOvr>
  <p:transition spd="med">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2" name="Imagen 4" descr="HD-ShadowShort.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85458"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ángulo 5"/>
          <p:cNvSpPr/>
          <p:nvPr/>
        </p:nvSpPr>
        <p:spPr>
          <a:xfrm>
            <a:off x="10585458" y="6096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Marcador de posición de fecha 1"/>
          <p:cNvSpPr>
            <a:spLocks noGrp="1"/>
          </p:cNvSpPr>
          <p:nvPr>
            <p:ph type="dt" sz="half" idx="10"/>
          </p:nvPr>
        </p:nvSpPr>
        <p:spPr/>
        <p:txBody>
          <a:bodyPr/>
          <a:lstStyle>
            <a:lvl1pPr>
              <a:defRPr/>
            </a:lvl1pPr>
          </a:lstStyle>
          <a:p>
            <a:pPr>
              <a:defRPr/>
            </a:pPr>
            <a:endParaRPr/>
          </a:p>
        </p:txBody>
      </p:sp>
      <p:sp>
        <p:nvSpPr>
          <p:cNvPr id="5" name="Marcador de posición de pie de página 2"/>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6" name="Marcador de posición de número de diapositiva 3"/>
          <p:cNvSpPr>
            <a:spLocks noGrp="1"/>
          </p:cNvSpPr>
          <p:nvPr>
            <p:ph type="sldNum" sz="quarter" idx="12"/>
          </p:nvPr>
        </p:nvSpPr>
        <p:spPr/>
        <p:txBody>
          <a:bodyPr/>
          <a:lstStyle>
            <a:lvl1pPr>
              <a:defRPr/>
            </a:lvl1pPr>
          </a:lstStyle>
          <a:p>
            <a:pPr>
              <a:defRPr/>
            </a:pPr>
            <a:fld id="{0735FF54-0365-49A3-971E-5B667E3DB4CE}" type="slidenum">
              <a:rPr/>
              <a:pPr>
                <a:defRPr/>
              </a:pPr>
              <a:t>‹Nº›</a:t>
            </a:fld>
            <a:endParaRPr/>
          </a:p>
        </p:txBody>
      </p:sp>
    </p:spTree>
    <p:extLst>
      <p:ext uri="{BB962C8B-B14F-4D97-AF65-F5344CB8AC3E}">
        <p14:creationId xmlns:p14="http://schemas.microsoft.com/office/powerpoint/2010/main" val="2723395264"/>
      </p:ext>
    </p:extLst>
  </p:cSld>
  <p:clrMapOvr>
    <a:masterClrMapping/>
  </p:clrMapOvr>
  <p:transition spd="med">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Contenido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100"/>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12"/>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8" y="6096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1" y="753227"/>
            <a:ext cx="9613859" cy="1080940"/>
          </a:xfrm>
        </p:spPr>
        <p:txBody>
          <a:bodyPr>
            <a:normAutofit/>
          </a:bodyPr>
          <a:lstStyle>
            <a:lvl1pPr latinLnBrk="0">
              <a:defRPr lang="es-ES" sz="3600"/>
            </a:lvl1pPr>
          </a:lstStyle>
          <a:p>
            <a:r>
              <a:rPr lang="es-ES"/>
              <a:t>Haga clic para modificar el estilo de título del patrón</a:t>
            </a:r>
          </a:p>
        </p:txBody>
      </p:sp>
      <p:sp>
        <p:nvSpPr>
          <p:cNvPr id="3" name="Marcador de posición de contenido 2"/>
          <p:cNvSpPr>
            <a:spLocks noGrp="1"/>
          </p:cNvSpPr>
          <p:nvPr>
            <p:ph idx="1"/>
          </p:nvPr>
        </p:nvSpPr>
        <p:spPr>
          <a:xfrm>
            <a:off x="4685847" y="2336880"/>
            <a:ext cx="5608336" cy="359931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texto 3"/>
          <p:cNvSpPr>
            <a:spLocks noGrp="1"/>
          </p:cNvSpPr>
          <p:nvPr>
            <p:ph type="body" sz="half" idx="2"/>
          </p:nvPr>
        </p:nvSpPr>
        <p:spPr>
          <a:xfrm>
            <a:off x="680333" y="2336878"/>
            <a:ext cx="3790079" cy="3599317"/>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E73A27CF-295B-4C6B-B7A6-91A46A40980A}" type="slidenum">
              <a:rPr/>
              <a:pPr>
                <a:defRPr/>
              </a:pPr>
              <a:t>‹Nº›</a:t>
            </a:fld>
            <a:endParaRPr/>
          </a:p>
        </p:txBody>
      </p:sp>
    </p:spTree>
    <p:extLst>
      <p:ext uri="{BB962C8B-B14F-4D97-AF65-F5344CB8AC3E}">
        <p14:creationId xmlns:p14="http://schemas.microsoft.com/office/powerpoint/2010/main" val="2079236815"/>
      </p:ext>
    </p:extLst>
  </p:cSld>
  <p:clrMapOvr>
    <a:masterClrMapping/>
  </p:clrMapOvr>
  <p:transition spd="med">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100"/>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609612"/>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8" y="6096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32" y="753228"/>
            <a:ext cx="9613857" cy="1080938"/>
          </a:xfrm>
        </p:spPr>
        <p:txBody>
          <a:bodyPr>
            <a:normAutofit/>
          </a:bodyPr>
          <a:lstStyle>
            <a:lvl1pPr latinLnBrk="0">
              <a:defRPr lang="es-ES" sz="3600"/>
            </a:lvl1pPr>
          </a:lstStyle>
          <a:p>
            <a:r>
              <a:rPr lang="es-ES"/>
              <a:t>Haga clic para modificar el estilo de título del patrón</a:t>
            </a:r>
          </a:p>
        </p:txBody>
      </p:sp>
      <p:sp>
        <p:nvSpPr>
          <p:cNvPr id="3" name="Marcador de posición de imagen 2"/>
          <p:cNvSpPr>
            <a:spLocks noGrp="1" noChangeAspect="1"/>
          </p:cNvSpPr>
          <p:nvPr>
            <p:ph type="pic" idx="1"/>
          </p:nvPr>
        </p:nvSpPr>
        <p:spPr>
          <a:xfrm>
            <a:off x="4868348" y="2336874"/>
            <a:ext cx="5425849" cy="3599312"/>
          </a:xfrm>
          <a:noFill/>
          <a:ln>
            <a:noFill/>
          </a:ln>
          <a:effectLst>
            <a:outerShdw blurRad="76200" dist="63500" dir="5040000" algn="tl" rotWithShape="0">
              <a:srgbClr val="000000">
                <a:alpha val="41000"/>
              </a:srgbClr>
            </a:outerShdw>
          </a:effectLst>
        </p:spPr>
        <p:txBody>
          <a:bodyPr rtlCol="0">
            <a:normAutofit/>
          </a:bodyPr>
          <a:lstStyle>
            <a:lvl1pPr marL="0" indent="0" latinLnBrk="0">
              <a:buNone/>
              <a:defRPr lang="es-ES" sz="3200"/>
            </a:lvl1pPr>
            <a:lvl2pPr marL="457200" indent="0" latinLnBrk="0">
              <a:buNone/>
              <a:defRPr lang="es-ES" sz="2800"/>
            </a:lvl2pPr>
            <a:lvl3pPr marL="914400" indent="0" latinLnBrk="0">
              <a:buNone/>
              <a:defRPr lang="es-ES" sz="2400"/>
            </a:lvl3pPr>
            <a:lvl4pPr marL="1371600" indent="0" latinLnBrk="0">
              <a:buNone/>
              <a:defRPr lang="es-ES" sz="2000"/>
            </a:lvl4pPr>
            <a:lvl5pPr marL="1828800" indent="0" latinLnBrk="0">
              <a:buNone/>
              <a:defRPr lang="es-ES" sz="2000"/>
            </a:lvl5pPr>
            <a:lvl6pPr marL="2286000" indent="0" latinLnBrk="0">
              <a:buNone/>
              <a:defRPr lang="es-ES" sz="2000"/>
            </a:lvl6pPr>
            <a:lvl7pPr marL="2743200" indent="0" latinLnBrk="0">
              <a:buNone/>
              <a:defRPr lang="es-ES" sz="2000"/>
            </a:lvl7pPr>
            <a:lvl8pPr marL="3200400" indent="0" latinLnBrk="0">
              <a:buNone/>
              <a:defRPr lang="es-ES" sz="2000"/>
            </a:lvl8pPr>
            <a:lvl9pPr marL="3657600" indent="0" latinLnBrk="0">
              <a:buNone/>
              <a:defRPr lang="es-ES" sz="2000"/>
            </a:lvl9pPr>
          </a:lstStyle>
          <a:p>
            <a:pPr lvl="0"/>
            <a:r>
              <a:rPr lang="es-ES" noProof="0"/>
              <a:t>Haga clic en el icono para agregar una imagen</a:t>
            </a:r>
          </a:p>
        </p:txBody>
      </p:sp>
      <p:sp>
        <p:nvSpPr>
          <p:cNvPr id="4" name="Marcador de posición de texto 3"/>
          <p:cNvSpPr>
            <a:spLocks noGrp="1"/>
          </p:cNvSpPr>
          <p:nvPr>
            <p:ph type="body" sz="half" idx="2"/>
          </p:nvPr>
        </p:nvSpPr>
        <p:spPr>
          <a:xfrm>
            <a:off x="680323" y="2336879"/>
            <a:ext cx="3876256" cy="3599315"/>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p:txBody>
          <a:bodyPr/>
          <a:lstStyle>
            <a:lvl1pPr>
              <a:defRPr/>
            </a:lvl1pPr>
          </a:lstStyle>
          <a:p>
            <a:pPr>
              <a:defRPr/>
            </a:pPr>
            <a:fld id="{FE9A9F34-4A60-4FF8-AB20-DFCB851FB5D1}" type="slidenum">
              <a:rPr/>
              <a:pPr>
                <a:defRPr/>
              </a:pPr>
              <a:t>‹Nº›</a:t>
            </a:fld>
            <a:endParaRPr/>
          </a:p>
        </p:txBody>
      </p:sp>
    </p:spTree>
    <p:extLst>
      <p:ext uri="{BB962C8B-B14F-4D97-AF65-F5344CB8AC3E}">
        <p14:creationId xmlns:p14="http://schemas.microsoft.com/office/powerpoint/2010/main" val="3058057641"/>
      </p:ext>
    </p:extLst>
  </p:cSld>
  <p:clrMapOvr>
    <a:masterClrMapping/>
  </p:clrMapOvr>
  <p:transition spd="med">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Vista panorámica con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5"/>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456725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8" y="456725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5" y="4711638"/>
            <a:ext cx="9613859" cy="453051"/>
          </a:xfrm>
        </p:spPr>
        <p:txBody>
          <a:bodyPr anchor="b">
            <a:normAutofit/>
          </a:bodyPr>
          <a:lstStyle>
            <a:lvl1pPr latinLnBrk="0">
              <a:defRPr lang="es-ES" sz="2400"/>
            </a:lvl1pPr>
          </a:lstStyle>
          <a:p>
            <a:r>
              <a:rPr lang="es-ES"/>
              <a:t>Haga clic para modificar el estilo de título del patrón</a:t>
            </a:r>
          </a:p>
        </p:txBody>
      </p:sp>
      <p:sp>
        <p:nvSpPr>
          <p:cNvPr id="3" name="Marcador de posición de imagen 2"/>
          <p:cNvSpPr>
            <a:spLocks noGrp="1" noChangeAspect="1"/>
          </p:cNvSpPr>
          <p:nvPr>
            <p:ph type="pic" idx="1"/>
          </p:nvPr>
        </p:nvSpPr>
        <p:spPr>
          <a:xfrm>
            <a:off x="680325" y="609613"/>
            <a:ext cx="9613859" cy="3589575"/>
          </a:xfrm>
          <a:noFill/>
          <a:ln>
            <a:noFill/>
          </a:ln>
          <a:effectLst>
            <a:outerShdw blurRad="76200" dist="63500" dir="5040000" algn="tl" rotWithShape="0">
              <a:srgbClr val="000000">
                <a:alpha val="41000"/>
              </a:srgbClr>
            </a:outerShdw>
          </a:effectLst>
        </p:spPr>
        <p:txBody>
          <a:bodyPr rtlCol="0">
            <a:normAutofit/>
          </a:bodyPr>
          <a:lstStyle>
            <a:lvl1pPr marL="0" indent="0" latinLnBrk="0">
              <a:buNone/>
              <a:defRPr lang="es-ES" sz="3200"/>
            </a:lvl1pPr>
            <a:lvl2pPr marL="457200" indent="0" latinLnBrk="0">
              <a:buNone/>
              <a:defRPr lang="es-ES" sz="2800"/>
            </a:lvl2pPr>
            <a:lvl3pPr marL="914400" indent="0" latinLnBrk="0">
              <a:buNone/>
              <a:defRPr lang="es-ES" sz="2400"/>
            </a:lvl3pPr>
            <a:lvl4pPr marL="1371600" indent="0" latinLnBrk="0">
              <a:buNone/>
              <a:defRPr lang="es-ES" sz="2000"/>
            </a:lvl4pPr>
            <a:lvl5pPr marL="1828800" indent="0" latinLnBrk="0">
              <a:buNone/>
              <a:defRPr lang="es-ES" sz="2000"/>
            </a:lvl5pPr>
            <a:lvl6pPr marL="2286000" indent="0" latinLnBrk="0">
              <a:buNone/>
              <a:defRPr lang="es-ES" sz="2000"/>
            </a:lvl6pPr>
            <a:lvl7pPr marL="2743200" indent="0" latinLnBrk="0">
              <a:buNone/>
              <a:defRPr lang="es-ES" sz="2000"/>
            </a:lvl7pPr>
            <a:lvl8pPr marL="3200400" indent="0" latinLnBrk="0">
              <a:buNone/>
              <a:defRPr lang="es-ES" sz="2000"/>
            </a:lvl8pPr>
            <a:lvl9pPr marL="3657600" indent="0" latinLnBrk="0">
              <a:buNone/>
              <a:defRPr lang="es-ES" sz="2000"/>
            </a:lvl9pPr>
          </a:lstStyle>
          <a:p>
            <a:pPr lvl="0"/>
            <a:r>
              <a:rPr lang="es-ES" noProof="0"/>
              <a:t>Haga clic en el icono para agregar una imagen</a:t>
            </a:r>
          </a:p>
        </p:txBody>
      </p:sp>
      <p:sp>
        <p:nvSpPr>
          <p:cNvPr id="4" name="Marcador de posición de texto 3"/>
          <p:cNvSpPr>
            <a:spLocks noGrp="1"/>
          </p:cNvSpPr>
          <p:nvPr>
            <p:ph type="body" sz="half" idx="2"/>
          </p:nvPr>
        </p:nvSpPr>
        <p:spPr>
          <a:xfrm>
            <a:off x="680329" y="5169605"/>
            <a:ext cx="9613863" cy="622971"/>
          </a:xfrm>
        </p:spPr>
        <p:txBody>
          <a:bodyP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1712"/>
            <a:ext cx="1154112" cy="1090613"/>
          </a:xfrm>
        </p:spPr>
        <p:txBody>
          <a:bodyPr/>
          <a:lstStyle>
            <a:lvl1pPr>
              <a:defRPr/>
            </a:lvl1pPr>
          </a:lstStyle>
          <a:p>
            <a:pPr>
              <a:defRPr/>
            </a:pPr>
            <a:fld id="{B9D3608E-B6D9-4B40-B006-53035E0D72F8}" type="slidenum">
              <a:rPr/>
              <a:pPr>
                <a:defRPr/>
              </a:pPr>
              <a:t>‹Nº›</a:t>
            </a:fld>
            <a:endParaRPr/>
          </a:p>
        </p:txBody>
      </p:sp>
    </p:spTree>
    <p:extLst>
      <p:ext uri="{BB962C8B-B14F-4D97-AF65-F5344CB8AC3E}">
        <p14:creationId xmlns:p14="http://schemas.microsoft.com/office/powerpoint/2010/main" val="3153927398"/>
      </p:ext>
    </p:extLst>
  </p:cSld>
  <p:clrMapOvr>
    <a:masterClrMapping/>
  </p:clrMapOvr>
  <p:transition spd="med">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ítulo y leyenda">
    <p:spTree>
      <p:nvGrpSpPr>
        <p:cNvPr id="1" name=""/>
        <p:cNvGrpSpPr/>
        <p:nvPr/>
      </p:nvGrpSpPr>
      <p:grpSpPr>
        <a:xfrm>
          <a:off x="0" y="0"/>
          <a:ext cx="0" cy="0"/>
          <a:chOff x="0" y="0"/>
          <a:chExt cx="0" cy="0"/>
        </a:xfrm>
      </p:grpSpPr>
      <p:pic>
        <p:nvPicPr>
          <p:cNvPr id="5" name="Imagen 7"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5"/>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9"/>
          <p:cNvSpPr/>
          <p:nvPr/>
        </p:nvSpPr>
        <p:spPr>
          <a:xfrm>
            <a:off x="0" y="456725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0"/>
          <p:cNvSpPr/>
          <p:nvPr/>
        </p:nvSpPr>
        <p:spPr>
          <a:xfrm>
            <a:off x="10585458" y="456725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1" y="609597"/>
            <a:ext cx="9613859" cy="3592750"/>
          </a:xfrm>
        </p:spPr>
        <p:txBody>
          <a:bodyPr/>
          <a:lstStyle>
            <a:lvl1pPr latinLnBrk="0">
              <a:defRPr lang="es-ES" sz="3200"/>
            </a:lvl1pPr>
          </a:lstStyle>
          <a:p>
            <a:r>
              <a:rPr lang="es-ES"/>
              <a:t>Haga clic para modificar el estilo de título del patrón</a:t>
            </a:r>
          </a:p>
        </p:txBody>
      </p:sp>
      <p:sp>
        <p:nvSpPr>
          <p:cNvPr id="4" name="Marcador de posición de texto 3"/>
          <p:cNvSpPr>
            <a:spLocks noGrp="1"/>
          </p:cNvSpPr>
          <p:nvPr>
            <p:ph type="body" sz="half" idx="2"/>
          </p:nvPr>
        </p:nvSpPr>
        <p:spPr>
          <a:xfrm>
            <a:off x="680325" y="4711637"/>
            <a:ext cx="9613859" cy="1090789"/>
          </a:xfrm>
        </p:spPr>
        <p:txBody>
          <a:bodyPr anchor="ct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1712"/>
            <a:ext cx="1154112" cy="1090613"/>
          </a:xfrm>
        </p:spPr>
        <p:txBody>
          <a:bodyPr/>
          <a:lstStyle>
            <a:lvl1pPr>
              <a:defRPr/>
            </a:lvl1pPr>
          </a:lstStyle>
          <a:p>
            <a:pPr>
              <a:defRPr/>
            </a:pPr>
            <a:fld id="{55193323-08D6-48AA-86E5-6496635729A5}" type="slidenum">
              <a:rPr/>
              <a:pPr>
                <a:defRPr/>
              </a:pPr>
              <a:t>‹Nº›</a:t>
            </a:fld>
            <a:endParaRPr/>
          </a:p>
        </p:txBody>
      </p:sp>
    </p:spTree>
    <p:extLst>
      <p:ext uri="{BB962C8B-B14F-4D97-AF65-F5344CB8AC3E}">
        <p14:creationId xmlns:p14="http://schemas.microsoft.com/office/powerpoint/2010/main" val="3677811027"/>
      </p:ext>
    </p:extLst>
  </p:cSld>
  <p:clrMapOvr>
    <a:masterClrMapping/>
  </p:clrMapOvr>
  <p:transition spd="med">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ita con leyenda">
    <p:spTree>
      <p:nvGrpSpPr>
        <p:cNvPr id="1" name=""/>
        <p:cNvGrpSpPr/>
        <p:nvPr/>
      </p:nvGrpSpPr>
      <p:grpSpPr>
        <a:xfrm>
          <a:off x="0" y="0"/>
          <a:ext cx="0" cy="0"/>
          <a:chOff x="0" y="0"/>
          <a:chExt cx="0" cy="0"/>
        </a:xfrm>
      </p:grpSpPr>
      <p:pic>
        <p:nvPicPr>
          <p:cNvPr id="5" name="Imagen 10"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5"/>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12"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13"/>
          <p:cNvSpPr/>
          <p:nvPr/>
        </p:nvSpPr>
        <p:spPr>
          <a:xfrm>
            <a:off x="0" y="456725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4"/>
          <p:cNvSpPr/>
          <p:nvPr/>
        </p:nvSpPr>
        <p:spPr>
          <a:xfrm>
            <a:off x="10585458" y="456725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Cuadro de texto 15"/>
          <p:cNvSpPr txBox="1"/>
          <p:nvPr/>
        </p:nvSpPr>
        <p:spPr>
          <a:xfrm>
            <a:off x="584200" y="747717"/>
            <a:ext cx="609600" cy="585787"/>
          </a:xfrm>
          <a:prstGeom prst="rect">
            <a:avLst/>
          </a:prstGeom>
        </p:spPr>
        <p:txBody>
          <a:bodyPr anchor="ctr"/>
          <a:lstStyle>
            <a:lvl1pPr latinLnBrk="0">
              <a:spcBef>
                <a:spcPct val="0"/>
              </a:spcBef>
              <a:buNone/>
              <a:defRPr lang="es-ES"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latinLnBrk="0">
              <a:defRPr lang="es-ES">
                <a:solidFill>
                  <a:schemeClr val="tx2"/>
                </a:solidFill>
              </a:defRPr>
            </a:lvl2pPr>
            <a:lvl3pPr latinLnBrk="0">
              <a:defRPr lang="es-ES">
                <a:solidFill>
                  <a:schemeClr val="tx2"/>
                </a:solidFill>
              </a:defRPr>
            </a:lvl3pPr>
            <a:lvl4pPr latinLnBrk="0">
              <a:defRPr lang="es-ES">
                <a:solidFill>
                  <a:schemeClr val="tx2"/>
                </a:solidFill>
              </a:defRPr>
            </a:lvl4pPr>
            <a:lvl5pPr latinLnBrk="0">
              <a:defRPr lang="es-ES">
                <a:solidFill>
                  <a:schemeClr val="tx2"/>
                </a:solidFill>
              </a:defRPr>
            </a:lvl5pPr>
            <a:lvl6pPr latinLnBrk="0">
              <a:defRPr lang="es-ES">
                <a:solidFill>
                  <a:schemeClr val="tx2"/>
                </a:solidFill>
              </a:defRPr>
            </a:lvl6pPr>
            <a:lvl7pPr latinLnBrk="0">
              <a:defRPr lang="es-ES">
                <a:solidFill>
                  <a:schemeClr val="tx2"/>
                </a:solidFill>
              </a:defRPr>
            </a:lvl7pPr>
            <a:lvl8pPr latinLnBrk="0">
              <a:defRPr lang="es-ES">
                <a:solidFill>
                  <a:schemeClr val="tx2"/>
                </a:solidFill>
              </a:defRPr>
            </a:lvl8pPr>
            <a:lvl9pPr latinLnBrk="0">
              <a:defRPr lang="es-ES">
                <a:solidFill>
                  <a:schemeClr val="tx2"/>
                </a:solidFill>
              </a:defRPr>
            </a:lvl9pPr>
          </a:lstStyle>
          <a:p>
            <a:pPr fontAlgn="auto">
              <a:spcAft>
                <a:spcPts val="0"/>
              </a:spcAft>
              <a:defRPr/>
            </a:pPr>
            <a:r>
              <a:rPr sz="7200">
                <a:effectLst/>
                <a:latin typeface="+mn-lt"/>
                <a:cs typeface="+mn-cs"/>
              </a:rPr>
              <a:t>“</a:t>
            </a:r>
          </a:p>
        </p:txBody>
      </p:sp>
      <p:sp>
        <p:nvSpPr>
          <p:cNvPr id="10" name="Cuadro de texto 16"/>
          <p:cNvSpPr txBox="1"/>
          <p:nvPr/>
        </p:nvSpPr>
        <p:spPr>
          <a:xfrm>
            <a:off x="9663113" y="3033713"/>
            <a:ext cx="609600" cy="584200"/>
          </a:xfrm>
          <a:prstGeom prst="rect">
            <a:avLst/>
          </a:prstGeom>
        </p:spPr>
        <p:txBody>
          <a:bodyPr anchor="ctr"/>
          <a:lstStyle>
            <a:lvl1pPr latinLnBrk="0">
              <a:spcBef>
                <a:spcPct val="0"/>
              </a:spcBef>
              <a:buNone/>
              <a:defRPr lang="es-ES"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latinLnBrk="0">
              <a:defRPr lang="es-ES">
                <a:solidFill>
                  <a:schemeClr val="tx2"/>
                </a:solidFill>
              </a:defRPr>
            </a:lvl2pPr>
            <a:lvl3pPr latinLnBrk="0">
              <a:defRPr lang="es-ES">
                <a:solidFill>
                  <a:schemeClr val="tx2"/>
                </a:solidFill>
              </a:defRPr>
            </a:lvl3pPr>
            <a:lvl4pPr latinLnBrk="0">
              <a:defRPr lang="es-ES">
                <a:solidFill>
                  <a:schemeClr val="tx2"/>
                </a:solidFill>
              </a:defRPr>
            </a:lvl4pPr>
            <a:lvl5pPr latinLnBrk="0">
              <a:defRPr lang="es-ES">
                <a:solidFill>
                  <a:schemeClr val="tx2"/>
                </a:solidFill>
              </a:defRPr>
            </a:lvl5pPr>
            <a:lvl6pPr latinLnBrk="0">
              <a:defRPr lang="es-ES">
                <a:solidFill>
                  <a:schemeClr val="tx2"/>
                </a:solidFill>
              </a:defRPr>
            </a:lvl6pPr>
            <a:lvl7pPr latinLnBrk="0">
              <a:defRPr lang="es-ES">
                <a:solidFill>
                  <a:schemeClr val="tx2"/>
                </a:solidFill>
              </a:defRPr>
            </a:lvl7pPr>
            <a:lvl8pPr latinLnBrk="0">
              <a:defRPr lang="es-ES">
                <a:solidFill>
                  <a:schemeClr val="tx2"/>
                </a:solidFill>
              </a:defRPr>
            </a:lvl8pPr>
            <a:lvl9pPr latinLnBrk="0">
              <a:defRPr lang="es-ES">
                <a:solidFill>
                  <a:schemeClr val="tx2"/>
                </a:solidFill>
              </a:defRPr>
            </a:lvl9pPr>
          </a:lstStyle>
          <a:p>
            <a:pPr algn="r" fontAlgn="auto">
              <a:spcAft>
                <a:spcPts val="0"/>
              </a:spcAft>
              <a:defRPr/>
            </a:pPr>
            <a:r>
              <a:rPr sz="7200">
                <a:effectLst/>
                <a:latin typeface="+mn-lt"/>
                <a:cs typeface="+mn-cs"/>
              </a:rPr>
              <a:t>”</a:t>
            </a:r>
          </a:p>
        </p:txBody>
      </p:sp>
      <p:sp>
        <p:nvSpPr>
          <p:cNvPr id="2" name="Título 1"/>
          <p:cNvSpPr>
            <a:spLocks noGrp="1"/>
          </p:cNvSpPr>
          <p:nvPr>
            <p:ph type="title"/>
          </p:nvPr>
        </p:nvSpPr>
        <p:spPr>
          <a:xfrm>
            <a:off x="1127856" y="609611"/>
            <a:ext cx="8718877" cy="3036061"/>
          </a:xfrm>
        </p:spPr>
        <p:txBody>
          <a:bodyPr/>
          <a:lstStyle>
            <a:lvl1pPr latinLnBrk="0">
              <a:defRPr lang="es-ES" sz="3200"/>
            </a:lvl1pPr>
          </a:lstStyle>
          <a:p>
            <a:r>
              <a:rPr lang="es-ES"/>
              <a:t>Haga clic para modificar el estilo de título del patrón</a:t>
            </a:r>
          </a:p>
        </p:txBody>
      </p:sp>
      <p:sp>
        <p:nvSpPr>
          <p:cNvPr id="12" name="Marcador de posición de texto 3"/>
          <p:cNvSpPr>
            <a:spLocks noGrp="1"/>
          </p:cNvSpPr>
          <p:nvPr>
            <p:ph type="body" sz="half" idx="13"/>
          </p:nvPr>
        </p:nvSpPr>
        <p:spPr>
          <a:xfrm>
            <a:off x="1402289" y="3653379"/>
            <a:ext cx="8156579" cy="548968"/>
          </a:xfrm>
        </p:spPr>
        <p:txBody>
          <a:bodyPr>
            <a:normAutofit/>
          </a:bodyPr>
          <a:lstStyle>
            <a:lvl1pPr marL="0" indent="0" latinLnBrk="0">
              <a:buNone/>
              <a:defRPr lang="es-ES" sz="14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4" name="Marcador de posición de texto 3"/>
          <p:cNvSpPr>
            <a:spLocks noGrp="1"/>
          </p:cNvSpPr>
          <p:nvPr>
            <p:ph type="body" sz="half" idx="2"/>
          </p:nvPr>
        </p:nvSpPr>
        <p:spPr>
          <a:xfrm>
            <a:off x="680325" y="4711637"/>
            <a:ext cx="9613859" cy="1090789"/>
          </a:xfrm>
        </p:spPr>
        <p:txBody>
          <a:bodyPr anchor="ctr">
            <a:normAutofit/>
          </a:bodyP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11" name="Marcador de posición de fecha 4"/>
          <p:cNvSpPr>
            <a:spLocks noGrp="1"/>
          </p:cNvSpPr>
          <p:nvPr>
            <p:ph type="dt" sz="half" idx="14"/>
          </p:nvPr>
        </p:nvSpPr>
        <p:spPr/>
        <p:txBody>
          <a:bodyPr/>
          <a:lstStyle>
            <a:lvl1pPr>
              <a:defRPr/>
            </a:lvl1pPr>
          </a:lstStyle>
          <a:p>
            <a:pPr>
              <a:defRPr/>
            </a:pPr>
            <a:endParaRPr/>
          </a:p>
        </p:txBody>
      </p:sp>
      <p:sp>
        <p:nvSpPr>
          <p:cNvPr id="13" name="Marcador de posición de pie de página 5"/>
          <p:cNvSpPr>
            <a:spLocks noGrp="1"/>
          </p:cNvSpPr>
          <p:nvPr>
            <p:ph type="ftr" sz="quarter" idx="15"/>
          </p:nvPr>
        </p:nvSpPr>
        <p:spPr/>
        <p:txBody>
          <a:bodyPr/>
          <a:lstStyle>
            <a:lvl1pPr>
              <a:defRPr/>
            </a:lvl1pPr>
          </a:lstStyle>
          <a:p>
            <a:pPr>
              <a:defRPr/>
            </a:pPr>
            <a:r>
              <a:rPr lang="es-ES"/>
              <a:t>Calidad de Sistemas de Software  - 2019</a:t>
            </a:r>
            <a:endParaRPr/>
          </a:p>
        </p:txBody>
      </p:sp>
      <p:sp>
        <p:nvSpPr>
          <p:cNvPr id="14" name="Marcador de posición de número de diapositiva 6"/>
          <p:cNvSpPr>
            <a:spLocks noGrp="1"/>
          </p:cNvSpPr>
          <p:nvPr>
            <p:ph type="sldNum" sz="quarter" idx="16"/>
          </p:nvPr>
        </p:nvSpPr>
        <p:spPr>
          <a:xfrm>
            <a:off x="10729913" y="4710113"/>
            <a:ext cx="1154112" cy="1090612"/>
          </a:xfrm>
        </p:spPr>
        <p:txBody>
          <a:bodyPr/>
          <a:lstStyle>
            <a:lvl1pPr>
              <a:defRPr/>
            </a:lvl1pPr>
          </a:lstStyle>
          <a:p>
            <a:pPr>
              <a:defRPr/>
            </a:pPr>
            <a:fld id="{99D31F84-924D-4FDB-A31D-95AA226A0C37}" type="slidenum">
              <a:rPr/>
              <a:pPr>
                <a:defRPr/>
              </a:pPr>
              <a:t>‹Nº›</a:t>
            </a:fld>
            <a:endParaRPr/>
          </a:p>
        </p:txBody>
      </p:sp>
    </p:spTree>
    <p:extLst>
      <p:ext uri="{BB962C8B-B14F-4D97-AF65-F5344CB8AC3E}">
        <p14:creationId xmlns:p14="http://schemas.microsoft.com/office/powerpoint/2010/main" val="1058310280"/>
      </p:ext>
    </p:extLst>
  </p:cSld>
  <p:clrMapOvr>
    <a:masterClrMapping/>
  </p:clrMapOvr>
  <p:transition spd="med">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5" name="Imagen 8"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29325"/>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9"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5929313"/>
            <a:ext cx="1603375"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10"/>
          <p:cNvSpPr/>
          <p:nvPr/>
        </p:nvSpPr>
        <p:spPr>
          <a:xfrm>
            <a:off x="0" y="4567250"/>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ángulo 11"/>
          <p:cNvSpPr/>
          <p:nvPr/>
        </p:nvSpPr>
        <p:spPr>
          <a:xfrm>
            <a:off x="10585458" y="4567250"/>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80329" y="4711637"/>
            <a:ext cx="9613863" cy="588535"/>
          </a:xfrm>
        </p:spPr>
        <p:txBody>
          <a:bodyPr anchor="b"/>
          <a:lstStyle>
            <a:lvl1pPr latinLnBrk="0">
              <a:defRPr lang="es-ES" sz="3200"/>
            </a:lvl1pPr>
          </a:lstStyle>
          <a:p>
            <a:r>
              <a:rPr lang="es-ES"/>
              <a:t>Haga clic para modificar el estilo de título del patrón</a:t>
            </a:r>
          </a:p>
        </p:txBody>
      </p:sp>
      <p:sp>
        <p:nvSpPr>
          <p:cNvPr id="4" name="Marcador de posición de texto 3"/>
          <p:cNvSpPr>
            <a:spLocks noGrp="1"/>
          </p:cNvSpPr>
          <p:nvPr>
            <p:ph type="body" sz="half" idx="2"/>
          </p:nvPr>
        </p:nvSpPr>
        <p:spPr>
          <a:xfrm>
            <a:off x="680329" y="5300171"/>
            <a:ext cx="9613863" cy="502255"/>
          </a:xfrm>
        </p:spPr>
        <p:txBody>
          <a:bodyPr/>
          <a:lstStyle>
            <a:lvl1pPr marL="0" indent="0" latinLnBrk="0">
              <a:buNone/>
              <a:defRPr lang="es-ES" sz="1600"/>
            </a:lvl1pPr>
            <a:lvl2pPr marL="457200" indent="0" latinLnBrk="0">
              <a:buNone/>
              <a:defRPr lang="es-ES" sz="1400"/>
            </a:lvl2pPr>
            <a:lvl3pPr marL="914400" indent="0" latinLnBrk="0">
              <a:buNone/>
              <a:defRPr lang="es-ES" sz="1200"/>
            </a:lvl3pPr>
            <a:lvl4pPr marL="1371600" indent="0" latinLnBrk="0">
              <a:buNone/>
              <a:defRPr lang="es-ES" sz="1000"/>
            </a:lvl4pPr>
            <a:lvl5pPr marL="1828800" indent="0" latinLnBrk="0">
              <a:buNone/>
              <a:defRPr lang="es-ES" sz="1000"/>
            </a:lvl5pPr>
            <a:lvl6pPr marL="2286000" indent="0" latinLnBrk="0">
              <a:buNone/>
              <a:defRPr lang="es-ES" sz="1000"/>
            </a:lvl6pPr>
            <a:lvl7pPr marL="2743200" indent="0" latinLnBrk="0">
              <a:buNone/>
              <a:defRPr lang="es-ES" sz="1000"/>
            </a:lvl7pPr>
            <a:lvl8pPr marL="3200400" indent="0" latinLnBrk="0">
              <a:buNone/>
              <a:defRPr lang="es-ES" sz="1000"/>
            </a:lvl8pPr>
            <a:lvl9pPr marL="3657600" indent="0" latinLnBrk="0">
              <a:buNone/>
              <a:defRPr lang="es-ES" sz="1000"/>
            </a:lvl9pPr>
          </a:lstStyle>
          <a:p>
            <a:pPr lvl="0"/>
            <a:r>
              <a:rPr lang="es-ES"/>
              <a:t>Haga clic para modificar el estilo de texto del patrón</a:t>
            </a:r>
          </a:p>
        </p:txBody>
      </p:sp>
      <p:sp>
        <p:nvSpPr>
          <p:cNvPr id="9" name="Marcador de posición de fecha 4"/>
          <p:cNvSpPr>
            <a:spLocks noGrp="1"/>
          </p:cNvSpPr>
          <p:nvPr>
            <p:ph type="dt" sz="half" idx="10"/>
          </p:nvPr>
        </p:nvSpPr>
        <p:spPr/>
        <p:txBody>
          <a:bodyPr/>
          <a:lstStyle>
            <a:lvl1pPr>
              <a:defRPr/>
            </a:lvl1pPr>
          </a:lstStyle>
          <a:p>
            <a:pPr>
              <a:defRPr/>
            </a:pPr>
            <a:endParaRPr/>
          </a:p>
        </p:txBody>
      </p:sp>
      <p:sp>
        <p:nvSpPr>
          <p:cNvPr id="10" name="Marcador de posición de pie de página 5"/>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1" name="Marcador de posición de número de diapositiva 6"/>
          <p:cNvSpPr>
            <a:spLocks noGrp="1"/>
          </p:cNvSpPr>
          <p:nvPr>
            <p:ph type="sldNum" sz="quarter" idx="12"/>
          </p:nvPr>
        </p:nvSpPr>
        <p:spPr>
          <a:xfrm>
            <a:off x="10729913" y="4710113"/>
            <a:ext cx="1154112" cy="1090612"/>
          </a:xfrm>
        </p:spPr>
        <p:txBody>
          <a:bodyPr/>
          <a:lstStyle>
            <a:lvl1pPr>
              <a:defRPr/>
            </a:lvl1pPr>
          </a:lstStyle>
          <a:p>
            <a:pPr>
              <a:defRPr/>
            </a:pPr>
            <a:fld id="{D30A9EBD-DBD0-445A-93B0-0DDC90E618F9}" type="slidenum">
              <a:rPr/>
              <a:pPr>
                <a:defRPr/>
              </a:pPr>
              <a:t>‹Nº›</a:t>
            </a:fld>
            <a:endParaRPr/>
          </a:p>
        </p:txBody>
      </p:sp>
    </p:spTree>
    <p:extLst>
      <p:ext uri="{BB962C8B-B14F-4D97-AF65-F5344CB8AC3E}">
        <p14:creationId xmlns:p14="http://schemas.microsoft.com/office/powerpoint/2010/main" val="3663436310"/>
      </p:ext>
    </p:extLst>
  </p:cSld>
  <p:clrMapOvr>
    <a:masterClrMapping/>
  </p:clrMapOvr>
  <p:transition spd="med">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3 columnas">
    <p:spTree>
      <p:nvGrpSpPr>
        <p:cNvPr id="1" name=""/>
        <p:cNvGrpSpPr/>
        <p:nvPr/>
      </p:nvGrpSpPr>
      <p:grpSpPr>
        <a:xfrm>
          <a:off x="0" y="0"/>
          <a:ext cx="0" cy="0"/>
          <a:chOff x="0" y="0"/>
          <a:chExt cx="0" cy="0"/>
        </a:xfrm>
      </p:grpSpPr>
      <p:pic>
        <p:nvPicPr>
          <p:cNvPr id="13" name="Imagen 12"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100"/>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Imagen 13"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ángulo 15"/>
          <p:cNvSpPr/>
          <p:nvPr/>
        </p:nvSpPr>
        <p:spPr>
          <a:xfrm>
            <a:off x="0" y="609612"/>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ángulo 16"/>
          <p:cNvSpPr/>
          <p:nvPr/>
        </p:nvSpPr>
        <p:spPr>
          <a:xfrm>
            <a:off x="10585458" y="6096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ítulo 1"/>
          <p:cNvSpPr>
            <a:spLocks noGrp="1"/>
          </p:cNvSpPr>
          <p:nvPr>
            <p:ph type="title"/>
          </p:nvPr>
        </p:nvSpPr>
        <p:spPr>
          <a:xfrm>
            <a:off x="669221" y="753228"/>
            <a:ext cx="9624960" cy="1080938"/>
          </a:xfrm>
        </p:spPr>
        <p:txBody>
          <a:bodyPr/>
          <a:lstStyle/>
          <a:p>
            <a:r>
              <a:rPr lang="es-ES"/>
              <a:t>Haga clic para modificar el estilo de título del patrón</a:t>
            </a:r>
          </a:p>
        </p:txBody>
      </p:sp>
      <p:sp>
        <p:nvSpPr>
          <p:cNvPr id="7" name="Marcador de posición de texto 2"/>
          <p:cNvSpPr>
            <a:spLocks noGrp="1"/>
          </p:cNvSpPr>
          <p:nvPr>
            <p:ph type="body" idx="1"/>
          </p:nvPr>
        </p:nvSpPr>
        <p:spPr>
          <a:xfrm>
            <a:off x="660945" y="2336873"/>
            <a:ext cx="307003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8" name="Marcador de posición de texto 3"/>
          <p:cNvSpPr>
            <a:spLocks noGrp="1"/>
          </p:cNvSpPr>
          <p:nvPr>
            <p:ph type="body" sz="half" idx="15"/>
          </p:nvPr>
        </p:nvSpPr>
        <p:spPr>
          <a:xfrm>
            <a:off x="680335" y="3022687"/>
            <a:ext cx="3049703" cy="2913513"/>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9" name="Marcador de posición de texto 4"/>
          <p:cNvSpPr>
            <a:spLocks noGrp="1"/>
          </p:cNvSpPr>
          <p:nvPr>
            <p:ph type="body" sz="quarter" idx="3"/>
          </p:nvPr>
        </p:nvSpPr>
        <p:spPr>
          <a:xfrm>
            <a:off x="3956025" y="2336873"/>
            <a:ext cx="3063240"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10" name="Marcador de posición de texto 3"/>
          <p:cNvSpPr>
            <a:spLocks noGrp="1"/>
          </p:cNvSpPr>
          <p:nvPr>
            <p:ph type="body" sz="half" idx="16"/>
          </p:nvPr>
        </p:nvSpPr>
        <p:spPr>
          <a:xfrm>
            <a:off x="3945471" y="3022687"/>
            <a:ext cx="3063240" cy="2913513"/>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1" name="Marcador de posición de texto 4"/>
          <p:cNvSpPr>
            <a:spLocks noGrp="1"/>
          </p:cNvSpPr>
          <p:nvPr>
            <p:ph type="body" sz="quarter" idx="13"/>
          </p:nvPr>
        </p:nvSpPr>
        <p:spPr>
          <a:xfrm>
            <a:off x="7224170" y="2336873"/>
            <a:ext cx="307002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12" name="Marcador de posición de texto 3"/>
          <p:cNvSpPr>
            <a:spLocks noGrp="1"/>
          </p:cNvSpPr>
          <p:nvPr>
            <p:ph type="body" sz="half" idx="17"/>
          </p:nvPr>
        </p:nvSpPr>
        <p:spPr>
          <a:xfrm>
            <a:off x="7224170" y="3022687"/>
            <a:ext cx="3070025" cy="2913513"/>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8" name="Marcador de posición de fecha 2"/>
          <p:cNvSpPr>
            <a:spLocks noGrp="1"/>
          </p:cNvSpPr>
          <p:nvPr>
            <p:ph type="dt" sz="half" idx="18"/>
          </p:nvPr>
        </p:nvSpPr>
        <p:spPr/>
        <p:txBody>
          <a:bodyPr/>
          <a:lstStyle>
            <a:lvl1pPr>
              <a:defRPr/>
            </a:lvl1pPr>
          </a:lstStyle>
          <a:p>
            <a:pPr>
              <a:defRPr/>
            </a:pPr>
            <a:endParaRPr/>
          </a:p>
        </p:txBody>
      </p:sp>
      <p:sp>
        <p:nvSpPr>
          <p:cNvPr id="19" name="Marcador de posición de pie de página 3"/>
          <p:cNvSpPr>
            <a:spLocks noGrp="1"/>
          </p:cNvSpPr>
          <p:nvPr>
            <p:ph type="ftr" sz="quarter" idx="19"/>
          </p:nvPr>
        </p:nvSpPr>
        <p:spPr/>
        <p:txBody>
          <a:bodyPr/>
          <a:lstStyle>
            <a:lvl1pPr>
              <a:defRPr/>
            </a:lvl1pPr>
          </a:lstStyle>
          <a:p>
            <a:pPr>
              <a:defRPr/>
            </a:pPr>
            <a:r>
              <a:rPr lang="es-ES"/>
              <a:t>Calidad de Sistemas de Software  - 2019</a:t>
            </a:r>
            <a:endParaRPr/>
          </a:p>
        </p:txBody>
      </p:sp>
      <p:sp>
        <p:nvSpPr>
          <p:cNvPr id="20" name="Marcador de posición de número de diapositiva 4"/>
          <p:cNvSpPr>
            <a:spLocks noGrp="1"/>
          </p:cNvSpPr>
          <p:nvPr>
            <p:ph type="sldNum" sz="quarter" idx="20"/>
          </p:nvPr>
        </p:nvSpPr>
        <p:spPr/>
        <p:txBody>
          <a:bodyPr/>
          <a:lstStyle>
            <a:lvl1pPr>
              <a:defRPr/>
            </a:lvl1pPr>
          </a:lstStyle>
          <a:p>
            <a:pPr>
              <a:defRPr/>
            </a:pPr>
            <a:fld id="{4B09C8CA-8A01-4BFE-9B2E-EAA43F2D97EE}" type="slidenum">
              <a:rPr/>
              <a:pPr>
                <a:defRPr/>
              </a:pPr>
              <a:t>‹Nº›</a:t>
            </a:fld>
            <a:endParaRPr/>
          </a:p>
        </p:txBody>
      </p:sp>
    </p:spTree>
    <p:extLst>
      <p:ext uri="{BB962C8B-B14F-4D97-AF65-F5344CB8AC3E}">
        <p14:creationId xmlns:p14="http://schemas.microsoft.com/office/powerpoint/2010/main" val="139040905"/>
      </p:ext>
    </p:extLst>
  </p:cSld>
  <p:clrMapOvr>
    <a:masterClrMapping/>
  </p:clrMapOvr>
  <p:transition spd="med">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Columna de 3 imágenes">
    <p:spTree>
      <p:nvGrpSpPr>
        <p:cNvPr id="1" name=""/>
        <p:cNvGrpSpPr/>
        <p:nvPr/>
      </p:nvGrpSpPr>
      <p:grpSpPr>
        <a:xfrm>
          <a:off x="0" y="0"/>
          <a:ext cx="0" cy="0"/>
          <a:chOff x="0" y="0"/>
          <a:chExt cx="0" cy="0"/>
        </a:xfrm>
      </p:grpSpPr>
      <p:pic>
        <p:nvPicPr>
          <p:cNvPr id="12" name="Imagen 14"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100"/>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Imagen 15"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ángulo 16"/>
          <p:cNvSpPr/>
          <p:nvPr/>
        </p:nvSpPr>
        <p:spPr>
          <a:xfrm>
            <a:off x="0" y="609612"/>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ángulo 17"/>
          <p:cNvSpPr/>
          <p:nvPr/>
        </p:nvSpPr>
        <p:spPr>
          <a:xfrm>
            <a:off x="10585458" y="6096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ítulo 1"/>
          <p:cNvSpPr>
            <a:spLocks noGrp="1"/>
          </p:cNvSpPr>
          <p:nvPr>
            <p:ph type="title"/>
          </p:nvPr>
        </p:nvSpPr>
        <p:spPr>
          <a:xfrm>
            <a:off x="680323" y="753228"/>
            <a:ext cx="9613860" cy="1080938"/>
          </a:xfrm>
        </p:spPr>
        <p:txBody>
          <a:bodyPr/>
          <a:lstStyle/>
          <a:p>
            <a:r>
              <a:rPr lang="es-ES"/>
              <a:t>Haga clic para modificar el estilo de título del patrón</a:t>
            </a:r>
          </a:p>
        </p:txBody>
      </p:sp>
      <p:sp>
        <p:nvSpPr>
          <p:cNvPr id="19" name="Marcador de posición de texto 2"/>
          <p:cNvSpPr>
            <a:spLocks noGrp="1"/>
          </p:cNvSpPr>
          <p:nvPr>
            <p:ph type="body" idx="1"/>
          </p:nvPr>
        </p:nvSpPr>
        <p:spPr>
          <a:xfrm>
            <a:off x="680333" y="4297503"/>
            <a:ext cx="304970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0" name="Marcador de posición de imagen 2"/>
          <p:cNvSpPr>
            <a:spLocks noGrp="1" noChangeAspect="1"/>
          </p:cNvSpPr>
          <p:nvPr>
            <p:ph type="pic" idx="15"/>
          </p:nvPr>
        </p:nvSpPr>
        <p:spPr>
          <a:xfrm>
            <a:off x="680333" y="2336873"/>
            <a:ext cx="3049705" cy="15240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1" name="Marcador de posición de texto 3"/>
          <p:cNvSpPr>
            <a:spLocks noGrp="1"/>
          </p:cNvSpPr>
          <p:nvPr>
            <p:ph type="body" sz="half" idx="18"/>
          </p:nvPr>
        </p:nvSpPr>
        <p:spPr>
          <a:xfrm>
            <a:off x="680333" y="4873765"/>
            <a:ext cx="3049705" cy="1062422"/>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22" name="Marcador de posición de texto 4"/>
          <p:cNvSpPr>
            <a:spLocks noGrp="1"/>
          </p:cNvSpPr>
          <p:nvPr>
            <p:ph type="body" sz="quarter" idx="3"/>
          </p:nvPr>
        </p:nvSpPr>
        <p:spPr>
          <a:xfrm>
            <a:off x="3945471" y="4297503"/>
            <a:ext cx="3063240"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3" name="Marcador de posición de imagen 2"/>
          <p:cNvSpPr>
            <a:spLocks noGrp="1" noChangeAspect="1"/>
          </p:cNvSpPr>
          <p:nvPr>
            <p:ph type="pic" idx="21"/>
          </p:nvPr>
        </p:nvSpPr>
        <p:spPr>
          <a:xfrm>
            <a:off x="3945471" y="2336873"/>
            <a:ext cx="3063240" cy="15240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4" name="Marcador de posición de texto 3"/>
          <p:cNvSpPr>
            <a:spLocks noGrp="1"/>
          </p:cNvSpPr>
          <p:nvPr>
            <p:ph type="body" sz="half" idx="19"/>
          </p:nvPr>
        </p:nvSpPr>
        <p:spPr>
          <a:xfrm>
            <a:off x="3944132" y="4873764"/>
            <a:ext cx="3067297" cy="1062422"/>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25" name="Marcador de posición de texto 4"/>
          <p:cNvSpPr>
            <a:spLocks noGrp="1"/>
          </p:cNvSpPr>
          <p:nvPr>
            <p:ph type="body" sz="quarter" idx="13"/>
          </p:nvPr>
        </p:nvSpPr>
        <p:spPr>
          <a:xfrm>
            <a:off x="7230693" y="4297503"/>
            <a:ext cx="3063505" cy="576262"/>
          </a:xfrm>
        </p:spPr>
        <p:txBody>
          <a:bodyPr anchor="b">
            <a:noAutofit/>
          </a:bodyPr>
          <a:lstStyle>
            <a:lvl1pPr marL="0" indent="0" latinLnBrk="0">
              <a:buNone/>
              <a:defRPr lang="es-ES" sz="2400" b="0">
                <a:solidFill>
                  <a:schemeClr val="tx1"/>
                </a:solidFill>
              </a:defRPr>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el estilo de texto del patrón</a:t>
            </a:r>
          </a:p>
        </p:txBody>
      </p:sp>
      <p:sp>
        <p:nvSpPr>
          <p:cNvPr id="26" name="Marcador de posición de imagen 2"/>
          <p:cNvSpPr>
            <a:spLocks noGrp="1" noChangeAspect="1"/>
          </p:cNvSpPr>
          <p:nvPr>
            <p:ph type="pic" idx="22"/>
          </p:nvPr>
        </p:nvSpPr>
        <p:spPr>
          <a:xfrm>
            <a:off x="7230692" y="2336873"/>
            <a:ext cx="3063505" cy="15240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latinLnBrk="0">
              <a:buNone/>
              <a:defRPr lang="es-ES" sz="1600"/>
            </a:lvl1pPr>
            <a:lvl2pPr marL="457200" indent="0" latinLnBrk="0">
              <a:buNone/>
              <a:defRPr lang="es-ES" sz="1600"/>
            </a:lvl2pPr>
            <a:lvl3pPr marL="914400" indent="0" latinLnBrk="0">
              <a:buNone/>
              <a:defRPr lang="es-ES" sz="1600"/>
            </a:lvl3pPr>
            <a:lvl4pPr marL="1371600" indent="0" latinLnBrk="0">
              <a:buNone/>
              <a:defRPr lang="es-ES" sz="1600"/>
            </a:lvl4pPr>
            <a:lvl5pPr marL="1828800" indent="0" latinLnBrk="0">
              <a:buNone/>
              <a:defRPr lang="es-ES" sz="1600"/>
            </a:lvl5pPr>
            <a:lvl6pPr marL="2286000" indent="0" latinLnBrk="0">
              <a:buNone/>
              <a:defRPr lang="es-ES" sz="1600"/>
            </a:lvl6pPr>
            <a:lvl7pPr marL="2743200" indent="0" latinLnBrk="0">
              <a:buNone/>
              <a:defRPr lang="es-ES" sz="1600"/>
            </a:lvl7pPr>
            <a:lvl8pPr marL="3200400" indent="0" latinLnBrk="0">
              <a:buNone/>
              <a:defRPr lang="es-ES" sz="1600"/>
            </a:lvl8pPr>
            <a:lvl9pPr marL="3657600" indent="0" latinLnBrk="0">
              <a:buNone/>
              <a:defRPr lang="es-ES" sz="1600"/>
            </a:lvl9pPr>
          </a:lstStyle>
          <a:p>
            <a:pPr lvl="0"/>
            <a:r>
              <a:rPr lang="es-ES" noProof="0"/>
              <a:t>Haga clic en el icono para agregar una imagen</a:t>
            </a:r>
          </a:p>
        </p:txBody>
      </p:sp>
      <p:sp>
        <p:nvSpPr>
          <p:cNvPr id="27" name="Marcador de posición de texto 3"/>
          <p:cNvSpPr>
            <a:spLocks noGrp="1"/>
          </p:cNvSpPr>
          <p:nvPr>
            <p:ph type="body" sz="half" idx="20"/>
          </p:nvPr>
        </p:nvSpPr>
        <p:spPr>
          <a:xfrm>
            <a:off x="7230553" y="4873762"/>
            <a:ext cx="3067563" cy="1062422"/>
          </a:xfrm>
        </p:spPr>
        <p:txBody>
          <a:bodyPr>
            <a:normAutofit/>
          </a:bodyPr>
          <a:lstStyle>
            <a:lvl1pPr marL="0" indent="0" latinLnBrk="0">
              <a:buNone/>
              <a:defRPr lang="es-ES" sz="14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el estilo de texto del patrón</a:t>
            </a:r>
          </a:p>
        </p:txBody>
      </p:sp>
      <p:sp>
        <p:nvSpPr>
          <p:cNvPr id="16" name="Marcador de posición de fecha 2"/>
          <p:cNvSpPr>
            <a:spLocks noGrp="1"/>
          </p:cNvSpPr>
          <p:nvPr>
            <p:ph type="dt" sz="half" idx="23"/>
          </p:nvPr>
        </p:nvSpPr>
        <p:spPr/>
        <p:txBody>
          <a:bodyPr/>
          <a:lstStyle>
            <a:lvl1pPr>
              <a:defRPr/>
            </a:lvl1pPr>
          </a:lstStyle>
          <a:p>
            <a:pPr>
              <a:defRPr/>
            </a:pPr>
            <a:endParaRPr/>
          </a:p>
        </p:txBody>
      </p:sp>
      <p:sp>
        <p:nvSpPr>
          <p:cNvPr id="17" name="Marcador de posición de pie de página 3"/>
          <p:cNvSpPr>
            <a:spLocks noGrp="1"/>
          </p:cNvSpPr>
          <p:nvPr>
            <p:ph type="ftr" sz="quarter" idx="24"/>
          </p:nvPr>
        </p:nvSpPr>
        <p:spPr/>
        <p:txBody>
          <a:bodyPr/>
          <a:lstStyle>
            <a:lvl1pPr>
              <a:defRPr/>
            </a:lvl1pPr>
          </a:lstStyle>
          <a:p>
            <a:pPr>
              <a:defRPr/>
            </a:pPr>
            <a:r>
              <a:rPr lang="es-ES"/>
              <a:t>Calidad de Sistemas de Software  - 2019</a:t>
            </a:r>
            <a:endParaRPr/>
          </a:p>
        </p:txBody>
      </p:sp>
      <p:sp>
        <p:nvSpPr>
          <p:cNvPr id="18" name="Marcador de posición de número de diapositiva 4"/>
          <p:cNvSpPr>
            <a:spLocks noGrp="1"/>
          </p:cNvSpPr>
          <p:nvPr>
            <p:ph type="sldNum" sz="quarter" idx="25"/>
          </p:nvPr>
        </p:nvSpPr>
        <p:spPr/>
        <p:txBody>
          <a:bodyPr/>
          <a:lstStyle>
            <a:lvl1pPr>
              <a:defRPr/>
            </a:lvl1pPr>
          </a:lstStyle>
          <a:p>
            <a:pPr>
              <a:defRPr/>
            </a:pPr>
            <a:fld id="{AAA592FF-EDA4-44E0-BB6F-91BD43B9669F}" type="slidenum">
              <a:rPr/>
              <a:pPr>
                <a:defRPr/>
              </a:pPr>
              <a:t>‹Nº›</a:t>
            </a:fld>
            <a:endParaRPr/>
          </a:p>
        </p:txBody>
      </p:sp>
    </p:spTree>
    <p:extLst>
      <p:ext uri="{BB962C8B-B14F-4D97-AF65-F5344CB8AC3E}">
        <p14:creationId xmlns:p14="http://schemas.microsoft.com/office/powerpoint/2010/main" val="3680553769"/>
      </p:ext>
    </p:extLst>
  </p:cSld>
  <p:clrMapOvr>
    <a:masterClrMapping/>
  </p:clrMapOvr>
  <p:transition spd="med">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4" name="Imagen 6" descr="HD-ShadowLong.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70100"/>
            <a:ext cx="1043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7" descr="HD-ShadowShor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85458" y="1971679"/>
            <a:ext cx="1603375"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8"/>
          <p:cNvSpPr/>
          <p:nvPr/>
        </p:nvSpPr>
        <p:spPr>
          <a:xfrm>
            <a:off x="0" y="609612"/>
            <a:ext cx="10437813"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ángulo 9"/>
          <p:cNvSpPr/>
          <p:nvPr/>
        </p:nvSpPr>
        <p:spPr>
          <a:xfrm>
            <a:off x="10585458" y="6096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p:txBody>
          <a:bodyPr/>
          <a:lstStyle>
            <a:lvl1pPr algn="r" latinLnBrk="0">
              <a:defRPr lang="es-ES"/>
            </a:lvl1pPr>
          </a:lstStyle>
          <a:p>
            <a:r>
              <a:rPr lang="es-ES"/>
              <a:t>Haga clic para modificar el estilo de título del patrón</a:t>
            </a:r>
          </a:p>
        </p:txBody>
      </p:sp>
      <p:sp>
        <p:nvSpPr>
          <p:cNvPr id="3" name="Marcador de posición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posición de fecha 3"/>
          <p:cNvSpPr>
            <a:spLocks noGrp="1"/>
          </p:cNvSpPr>
          <p:nvPr>
            <p:ph type="dt" sz="half" idx="10"/>
          </p:nvPr>
        </p:nvSpPr>
        <p:spPr/>
        <p:txBody>
          <a:bodyPr/>
          <a:lstStyle>
            <a:lvl1pPr>
              <a:defRPr/>
            </a:lvl1pPr>
          </a:lstStyle>
          <a:p>
            <a:pPr>
              <a:defRPr/>
            </a:pPr>
            <a:endParaRPr/>
          </a:p>
        </p:txBody>
      </p:sp>
      <p:sp>
        <p:nvSpPr>
          <p:cNvPr id="9" name="Marcador de posición de pie de página 4"/>
          <p:cNvSpPr>
            <a:spLocks noGrp="1"/>
          </p:cNvSpPr>
          <p:nvPr>
            <p:ph type="ftr" sz="quarter" idx="11"/>
          </p:nvPr>
        </p:nvSpPr>
        <p:spPr/>
        <p:txBody>
          <a:bodyPr/>
          <a:lstStyle>
            <a:lvl1pPr>
              <a:defRPr/>
            </a:lvl1pPr>
          </a:lstStyle>
          <a:p>
            <a:pPr>
              <a:defRPr/>
            </a:pPr>
            <a:r>
              <a:rPr lang="es-ES"/>
              <a:t>Calidad de Sistemas de Software  - 2019</a:t>
            </a:r>
            <a:endParaRPr/>
          </a:p>
        </p:txBody>
      </p:sp>
      <p:sp>
        <p:nvSpPr>
          <p:cNvPr id="10" name="Marcador de posición de número de diapositiva 5"/>
          <p:cNvSpPr>
            <a:spLocks noGrp="1"/>
          </p:cNvSpPr>
          <p:nvPr>
            <p:ph type="sldNum" sz="quarter" idx="12"/>
          </p:nvPr>
        </p:nvSpPr>
        <p:spPr/>
        <p:txBody>
          <a:bodyPr/>
          <a:lstStyle>
            <a:lvl1pPr>
              <a:defRPr/>
            </a:lvl1pPr>
          </a:lstStyle>
          <a:p>
            <a:pPr>
              <a:defRPr/>
            </a:pPr>
            <a:fld id="{1F2F2D2F-E00D-49EF-B898-98A2A0D36599}" type="slidenum">
              <a:rPr/>
              <a:pPr>
                <a:defRPr/>
              </a:pPr>
              <a:t>‹Nº›</a:t>
            </a:fld>
            <a:endParaRPr/>
          </a:p>
        </p:txBody>
      </p:sp>
    </p:spTree>
    <p:extLst>
      <p:ext uri="{BB962C8B-B14F-4D97-AF65-F5344CB8AC3E}">
        <p14:creationId xmlns:p14="http://schemas.microsoft.com/office/powerpoint/2010/main" val="2315659568"/>
      </p:ext>
    </p:extLst>
  </p:cSld>
  <p:clrMapOvr>
    <a:masterClrMapping/>
  </p:clrMapOvr>
  <p:transition spd="med">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Título y texto verticales">
    <p:spTree>
      <p:nvGrpSpPr>
        <p:cNvPr id="1" name=""/>
        <p:cNvGrpSpPr/>
        <p:nvPr/>
      </p:nvGrpSpPr>
      <p:grpSpPr>
        <a:xfrm>
          <a:off x="0" y="0"/>
          <a:ext cx="0" cy="0"/>
          <a:chOff x="0" y="0"/>
          <a:chExt cx="0" cy="0"/>
        </a:xfrm>
      </p:grpSpPr>
      <p:sp>
        <p:nvSpPr>
          <p:cNvPr id="4" name="Rectángulo 6"/>
          <p:cNvSpPr/>
          <p:nvPr/>
        </p:nvSpPr>
        <p:spPr>
          <a:xfrm rot="5400000">
            <a:off x="8116094" y="1869293"/>
            <a:ext cx="5106988" cy="136842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ángulo 7"/>
          <p:cNvSpPr/>
          <p:nvPr/>
        </p:nvSpPr>
        <p:spPr>
          <a:xfrm rot="5400000">
            <a:off x="9867909" y="5372112"/>
            <a:ext cx="1603375" cy="1368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vertical 1"/>
          <p:cNvSpPr>
            <a:spLocks noGrp="1"/>
          </p:cNvSpPr>
          <p:nvPr>
            <p:ph type="title" orient="vert"/>
          </p:nvPr>
        </p:nvSpPr>
        <p:spPr>
          <a:xfrm>
            <a:off x="10129233" y="609597"/>
            <a:ext cx="1073803" cy="4353760"/>
          </a:xfrm>
        </p:spPr>
        <p:txBody>
          <a:bodyPr vert="eaVert"/>
          <a:lstStyle/>
          <a:p>
            <a:r>
              <a:rPr lang="es-ES"/>
              <a:t>Haga clic para modificar el estilo de título del patrón</a:t>
            </a:r>
          </a:p>
        </p:txBody>
      </p:sp>
      <p:sp>
        <p:nvSpPr>
          <p:cNvPr id="3" name="Marcador de posición de texto vertical 2"/>
          <p:cNvSpPr>
            <a:spLocks noGrp="1"/>
          </p:cNvSpPr>
          <p:nvPr>
            <p:ph type="body" orient="vert" idx="1"/>
          </p:nvPr>
        </p:nvSpPr>
        <p:spPr>
          <a:xfrm>
            <a:off x="680322" y="609612"/>
            <a:ext cx="8870004" cy="5326589"/>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osición de fecha 3"/>
          <p:cNvSpPr>
            <a:spLocks noGrp="1"/>
          </p:cNvSpPr>
          <p:nvPr>
            <p:ph type="dt" sz="half" idx="10"/>
          </p:nvPr>
        </p:nvSpPr>
        <p:spPr>
          <a:xfrm>
            <a:off x="6807200" y="5935675"/>
            <a:ext cx="2743200" cy="365125"/>
          </a:xfrm>
        </p:spPr>
        <p:txBody>
          <a:bodyPr/>
          <a:lstStyle>
            <a:lvl1pPr>
              <a:defRPr/>
            </a:lvl1pPr>
          </a:lstStyle>
          <a:p>
            <a:pPr>
              <a:defRPr/>
            </a:pPr>
            <a:endParaRPr/>
          </a:p>
        </p:txBody>
      </p:sp>
      <p:sp>
        <p:nvSpPr>
          <p:cNvPr id="7" name="Marcador de posición de pie de página 4"/>
          <p:cNvSpPr>
            <a:spLocks noGrp="1"/>
          </p:cNvSpPr>
          <p:nvPr>
            <p:ph type="ftr" sz="quarter" idx="11"/>
          </p:nvPr>
        </p:nvSpPr>
        <p:spPr>
          <a:xfrm>
            <a:off x="681037" y="5935675"/>
            <a:ext cx="6126163" cy="365125"/>
          </a:xfrm>
        </p:spPr>
        <p:txBody>
          <a:bodyPr/>
          <a:lstStyle>
            <a:lvl1pPr>
              <a:defRPr/>
            </a:lvl1pPr>
          </a:lstStyle>
          <a:p>
            <a:pPr>
              <a:defRPr/>
            </a:pPr>
            <a:r>
              <a:rPr lang="es-ES"/>
              <a:t>Calidad de Sistemas de Software  - 2019</a:t>
            </a:r>
            <a:endParaRPr/>
          </a:p>
        </p:txBody>
      </p:sp>
      <p:sp>
        <p:nvSpPr>
          <p:cNvPr id="8" name="Marcador de posición de número de diapositiva 5"/>
          <p:cNvSpPr>
            <a:spLocks noGrp="1"/>
          </p:cNvSpPr>
          <p:nvPr>
            <p:ph type="sldNum" sz="quarter" idx="12"/>
          </p:nvPr>
        </p:nvSpPr>
        <p:spPr>
          <a:xfrm>
            <a:off x="10098088" y="5399088"/>
            <a:ext cx="1154112" cy="1090612"/>
          </a:xfrm>
        </p:spPr>
        <p:txBody>
          <a:bodyPr anchor="t"/>
          <a:lstStyle>
            <a:lvl1pPr algn="ctr" latinLnBrk="0">
              <a:defRPr lang="es-ES"/>
            </a:lvl1pPr>
          </a:lstStyle>
          <a:p>
            <a:pPr>
              <a:defRPr/>
            </a:pPr>
            <a:fld id="{77269A49-F7BA-4070-B7CD-C6944DE490CD}" type="slidenum">
              <a:rPr/>
              <a:pPr>
                <a:defRPr/>
              </a:pPr>
              <a:t>‹Nº›</a:t>
            </a:fld>
            <a:endParaRPr/>
          </a:p>
        </p:txBody>
      </p:sp>
    </p:spTree>
    <p:extLst>
      <p:ext uri="{BB962C8B-B14F-4D97-AF65-F5344CB8AC3E}">
        <p14:creationId xmlns:p14="http://schemas.microsoft.com/office/powerpoint/2010/main" val="759043768"/>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image" Target="../media/image2.jpeg"/><Relationship Id="rId2" Type="http://schemas.openxmlformats.org/officeDocument/2006/relationships/slideLayout" Target="../slideLayouts/slideLayout4.xml"/><Relationship Id="rId16"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5.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heme" Target="../theme/theme3.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image" Target="../media/image5.png"/><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theme" Target="../theme/theme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18" Type="http://schemas.openxmlformats.org/officeDocument/2006/relationships/slideLayout" Target="../slideLayouts/slideLayout7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image" Target="../media/image5.png"/><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10" Type="http://schemas.openxmlformats.org/officeDocument/2006/relationships/slideLayout" Target="../slideLayouts/slideLayout63.xml"/><Relationship Id="rId19" Type="http://schemas.openxmlformats.org/officeDocument/2006/relationships/theme" Target="../theme/theme5.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18" Type="http://schemas.openxmlformats.org/officeDocument/2006/relationships/theme" Target="../theme/theme6.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17" Type="http://schemas.openxmlformats.org/officeDocument/2006/relationships/slideLayout" Target="../slideLayouts/slideLayout88.xml"/><Relationship Id="rId2" Type="http://schemas.openxmlformats.org/officeDocument/2006/relationships/slideLayout" Target="../slideLayouts/slideLayout73.xml"/><Relationship Id="rId16" Type="http://schemas.openxmlformats.org/officeDocument/2006/relationships/slideLayout" Target="../slideLayouts/slideLayout87.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5" Type="http://schemas.openxmlformats.org/officeDocument/2006/relationships/slideLayout" Target="../slideLayouts/slideLayout86.xml"/><Relationship Id="rId10" Type="http://schemas.openxmlformats.org/officeDocument/2006/relationships/slideLayout" Target="../slideLayouts/slideLayout81.xml"/><Relationship Id="rId19" Type="http://schemas.openxmlformats.org/officeDocument/2006/relationships/image" Target="../media/image5.png"/><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7 Imagen" descr="plantilla ppt_SEAMANA.jpg"/>
          <p:cNvPicPr>
            <a:picLocks noChangeAspect="1"/>
          </p:cNvPicPr>
          <p:nvPr/>
        </p:nvPicPr>
        <p:blipFill>
          <a:blip r:embed="rId4" cstate="print"/>
          <a:stretch>
            <a:fillRect/>
          </a:stretch>
        </p:blipFill>
        <p:spPr>
          <a:xfrm>
            <a:off x="0" y="-1"/>
            <a:ext cx="12192000" cy="6615015"/>
          </a:xfrm>
          <a:prstGeom prst="rect">
            <a:avLst/>
          </a:prstGeom>
        </p:spPr>
      </p:pic>
    </p:spTree>
  </p:cSld>
  <p:clrMap bg1="lt1" tx1="dk1" bg2="lt2" tx2="dk2" accent1="accent1" accent2="accent2" accent3="accent3" accent4="accent4" accent5="accent5" accent6="accent6" hlink="hlink" folHlink="folHlink"/>
  <p:sldLayoutIdLst>
    <p:sldLayoutId id="2147484658" r:id="rId1"/>
    <p:sldLayoutId id="2147484659" r:id="rId2"/>
  </p:sldLayoutIdLst>
  <p:transition spd="med">
    <p:fade/>
  </p:transition>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888" y="500065"/>
            <a:ext cx="10806112" cy="1273175"/>
          </a:xfrm>
          <a:prstGeom prst="rect">
            <a:avLst/>
          </a:prstGeom>
        </p:spPr>
        <p:txBody>
          <a:bodyPr vert="horz" lIns="91440" tIns="45720" rIns="91440" bIns="45720" rtlCol="0" anchor="ctr">
            <a:no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76276" y="2011365"/>
            <a:ext cx="10753725" cy="3767137"/>
          </a:xfrm>
          <a:prstGeom prst="rect">
            <a:avLst/>
          </a:prstGeom>
        </p:spPr>
        <p:txBody>
          <a:bodyPr vert="horz" lIns="91440" tIns="45720" rIns="91440" bIns="45720" rtlCol="0">
            <a:normAutofit/>
          </a:bodyPr>
          <a:lstStyle/>
          <a:p>
            <a:pPr lvl="0"/>
            <a:r>
              <a:rPr lang="es-ES" dirty="0"/>
              <a:t> Haga clic para modificar el estilo de texto del patrón</a:t>
            </a:r>
          </a:p>
          <a:p>
            <a:pPr lvl="1"/>
            <a:r>
              <a:rPr lang="es-ES" dirty="0"/>
              <a:t> Segundo nivel</a:t>
            </a:r>
          </a:p>
          <a:p>
            <a:pPr lvl="2"/>
            <a:r>
              <a:rPr lang="es-ES" dirty="0"/>
              <a:t> Tercer nivel</a:t>
            </a:r>
          </a:p>
          <a:p>
            <a:pPr lvl="3"/>
            <a:r>
              <a:rPr lang="es-ES" dirty="0"/>
              <a:t> Cuarto nivel</a:t>
            </a:r>
          </a:p>
          <a:p>
            <a:pPr lvl="4"/>
            <a:r>
              <a:rPr lang="es-ES" dirty="0"/>
              <a:t> Quinto nivel</a:t>
            </a:r>
            <a:endParaRPr lang="en-US" dirty="0"/>
          </a:p>
        </p:txBody>
      </p:sp>
      <p:sp>
        <p:nvSpPr>
          <p:cNvPr id="6" name="Slide Number Placeholder 5"/>
          <p:cNvSpPr>
            <a:spLocks noGrp="1"/>
          </p:cNvSpPr>
          <p:nvPr>
            <p:ph type="sldNum" sz="quarter" idx="4"/>
          </p:nvPr>
        </p:nvSpPr>
        <p:spPr>
          <a:xfrm>
            <a:off x="9266237" y="2781300"/>
            <a:ext cx="2925763" cy="1397000"/>
          </a:xfrm>
          <a:prstGeom prst="rect">
            <a:avLst/>
          </a:prstGeom>
        </p:spPr>
        <p:txBody>
          <a:bodyPr vert="horz" lIns="91440" tIns="45720" rIns="91440" bIns="45720" rtlCol="0" anchor="b"/>
          <a:lstStyle>
            <a:lvl1pPr algn="r" fontAlgn="auto">
              <a:spcBef>
                <a:spcPts val="0"/>
              </a:spcBef>
              <a:spcAft>
                <a:spcPts val="0"/>
              </a:spcAft>
              <a:defRPr sz="7725" b="0" smtClean="0">
                <a:ln>
                  <a:noFill/>
                </a:ln>
                <a:solidFill>
                  <a:schemeClr val="accent1">
                    <a:alpha val="25000"/>
                  </a:schemeClr>
                </a:solidFill>
                <a:latin typeface="+mj-lt"/>
                <a:cs typeface="+mn-cs"/>
              </a:defRPr>
            </a:lvl1pPr>
          </a:lstStyle>
          <a:p>
            <a:pPr>
              <a:defRPr/>
            </a:pPr>
            <a:fld id="{E66C13B6-323C-48C2-9130-BE86FF756324}" type="slidenum">
              <a:rPr lang="es-ES"/>
              <a:pPr>
                <a:defRPr/>
              </a:pPr>
              <a:t>‹Nº›</a:t>
            </a:fld>
            <a:endParaRPr lang="es-ES"/>
          </a:p>
        </p:txBody>
      </p:sp>
      <p:sp>
        <p:nvSpPr>
          <p:cNvPr id="13" name="Date Placeholder 1"/>
          <p:cNvSpPr>
            <a:spLocks noGrp="1"/>
          </p:cNvSpPr>
          <p:nvPr>
            <p:ph type="dt" sz="half" idx="2"/>
          </p:nvPr>
        </p:nvSpPr>
        <p:spPr>
          <a:xfrm>
            <a:off x="2566990" y="6543675"/>
            <a:ext cx="827087" cy="255588"/>
          </a:xfrm>
          <a:prstGeom prst="rect">
            <a:avLst/>
          </a:prstGeom>
        </p:spPr>
        <p:txBody>
          <a:bodyPr/>
          <a:lstStyle>
            <a:lvl1pPr fontAlgn="auto">
              <a:spcBef>
                <a:spcPts val="0"/>
              </a:spcBef>
              <a:spcAft>
                <a:spcPts val="0"/>
              </a:spcAft>
              <a:defRPr sz="1050" dirty="0">
                <a:solidFill>
                  <a:schemeClr val="bg1">
                    <a:lumMod val="75000"/>
                  </a:schemeClr>
                </a:solidFill>
                <a:latin typeface="+mn-lt"/>
                <a:cs typeface="+mn-cs"/>
              </a:defRPr>
            </a:lvl1pPr>
          </a:lstStyle>
          <a:p>
            <a:pPr>
              <a:defRPr/>
            </a:pPr>
            <a:endParaRPr lang="es-ES"/>
          </a:p>
        </p:txBody>
      </p:sp>
      <p:sp>
        <p:nvSpPr>
          <p:cNvPr id="14" name="Footer Placeholder 2"/>
          <p:cNvSpPr>
            <a:spLocks noGrp="1"/>
          </p:cNvSpPr>
          <p:nvPr>
            <p:ph type="ftr" sz="quarter" idx="3"/>
          </p:nvPr>
        </p:nvSpPr>
        <p:spPr>
          <a:xfrm>
            <a:off x="168277" y="6554790"/>
            <a:ext cx="2155825" cy="212725"/>
          </a:xfrm>
          <a:prstGeom prst="rect">
            <a:avLst/>
          </a:prstGeom>
        </p:spPr>
        <p:txBody>
          <a:bodyPr/>
          <a:lstStyle>
            <a:lvl1pPr fontAlgn="auto">
              <a:spcBef>
                <a:spcPts val="0"/>
              </a:spcBef>
              <a:spcAft>
                <a:spcPts val="0"/>
              </a:spcAft>
              <a:defRPr sz="1050">
                <a:solidFill>
                  <a:schemeClr val="bg1">
                    <a:lumMod val="75000"/>
                  </a:schemeClr>
                </a:solidFill>
                <a:latin typeface="+mn-lt"/>
                <a:cs typeface="+mn-cs"/>
              </a:defRPr>
            </a:lvl1pPr>
          </a:lstStyle>
          <a:p>
            <a:pPr>
              <a:defRPr/>
            </a:pPr>
            <a:r>
              <a:rPr lang="es-ES"/>
              <a:t>Calidad de Sistemas de Software  - 2019</a:t>
            </a:r>
          </a:p>
        </p:txBody>
      </p:sp>
      <p:cxnSp>
        <p:nvCxnSpPr>
          <p:cNvPr id="8" name="Conector recto 7"/>
          <p:cNvCxnSpPr/>
          <p:nvPr/>
        </p:nvCxnSpPr>
        <p:spPr>
          <a:xfrm>
            <a:off x="623888" y="1484784"/>
            <a:ext cx="10772775" cy="0"/>
          </a:xfrm>
          <a:prstGeom prst="line">
            <a:avLst/>
          </a:prstGeom>
        </p:spPr>
        <p:style>
          <a:lnRef idx="1">
            <a:schemeClr val="accent1"/>
          </a:lnRef>
          <a:fillRef idx="0">
            <a:schemeClr val="accent1"/>
          </a:fillRef>
          <a:effectRef idx="0">
            <a:schemeClr val="accent1"/>
          </a:effectRef>
          <a:fontRef idx="minor">
            <a:schemeClr val="tx1"/>
          </a:fontRef>
        </p:style>
      </p:cxnSp>
      <p:pic>
        <p:nvPicPr>
          <p:cNvPr id="5128" name="9 Imagen" descr="logoweb.jpg"/>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9551989" y="5949950"/>
            <a:ext cx="2384425"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686" r:id="rId1"/>
    <p:sldLayoutId id="2147484687" r:id="rId2"/>
    <p:sldLayoutId id="2147484688" r:id="rId3"/>
    <p:sldLayoutId id="2147484689" r:id="rId4"/>
    <p:sldLayoutId id="2147484690" r:id="rId5"/>
    <p:sldLayoutId id="2147484691" r:id="rId6"/>
    <p:sldLayoutId id="2147484692" r:id="rId7"/>
    <p:sldLayoutId id="2147484693" r:id="rId8"/>
    <p:sldLayoutId id="2147484695" r:id="rId9"/>
    <p:sldLayoutId id="2147484696" r:id="rId10"/>
    <p:sldLayoutId id="2147484697" r:id="rId11"/>
    <p:sldLayoutId id="2147484698" r:id="rId12"/>
    <p:sldLayoutId id="2147484699" r:id="rId13"/>
    <p:sldLayoutId id="2147484777" r:id="rId14"/>
    <p:sldLayoutId id="2147484778" r:id="rId15"/>
  </p:sldLayoutIdLst>
  <p:transition spd="med">
    <p:fade/>
  </p:transition>
  <p:hf hdr="0" dt="0"/>
  <p:txStyles>
    <p:titleStyle>
      <a:lvl1pPr algn="l" defTabSz="685800" rtl="0" eaLnBrk="1" fontAlgn="base" hangingPunct="1">
        <a:lnSpc>
          <a:spcPct val="85000"/>
        </a:lnSpc>
        <a:spcBef>
          <a:spcPct val="0"/>
        </a:spcBef>
        <a:spcAft>
          <a:spcPct val="0"/>
        </a:spcAft>
        <a:defRPr sz="3600" kern="1200" spc="-90">
          <a:solidFill>
            <a:schemeClr val="accent1"/>
          </a:solidFill>
          <a:latin typeface="+mj-lt"/>
          <a:ea typeface="+mj-ea"/>
          <a:cs typeface="+mj-cs"/>
        </a:defRPr>
      </a:lvl1pPr>
      <a:lvl2pPr algn="l" defTabSz="685800" rtl="0" eaLnBrk="1" fontAlgn="base" hangingPunct="1">
        <a:lnSpc>
          <a:spcPct val="85000"/>
        </a:lnSpc>
        <a:spcBef>
          <a:spcPct val="0"/>
        </a:spcBef>
        <a:spcAft>
          <a:spcPct val="0"/>
        </a:spcAft>
        <a:defRPr sz="3600">
          <a:solidFill>
            <a:schemeClr val="accent1"/>
          </a:solidFill>
          <a:latin typeface="Calibri Light" pitchFamily="34" charset="0"/>
        </a:defRPr>
      </a:lvl2pPr>
      <a:lvl3pPr algn="l" defTabSz="685800" rtl="0" eaLnBrk="1" fontAlgn="base" hangingPunct="1">
        <a:lnSpc>
          <a:spcPct val="85000"/>
        </a:lnSpc>
        <a:spcBef>
          <a:spcPct val="0"/>
        </a:spcBef>
        <a:spcAft>
          <a:spcPct val="0"/>
        </a:spcAft>
        <a:defRPr sz="3600">
          <a:solidFill>
            <a:schemeClr val="accent1"/>
          </a:solidFill>
          <a:latin typeface="Calibri Light" pitchFamily="34" charset="0"/>
        </a:defRPr>
      </a:lvl3pPr>
      <a:lvl4pPr algn="l" defTabSz="685800" rtl="0" eaLnBrk="1" fontAlgn="base" hangingPunct="1">
        <a:lnSpc>
          <a:spcPct val="85000"/>
        </a:lnSpc>
        <a:spcBef>
          <a:spcPct val="0"/>
        </a:spcBef>
        <a:spcAft>
          <a:spcPct val="0"/>
        </a:spcAft>
        <a:defRPr sz="3600">
          <a:solidFill>
            <a:schemeClr val="accent1"/>
          </a:solidFill>
          <a:latin typeface="Calibri Light" pitchFamily="34" charset="0"/>
        </a:defRPr>
      </a:lvl4pPr>
      <a:lvl5pPr algn="l" defTabSz="685800" rtl="0" eaLnBrk="1" fontAlgn="base" hangingPunct="1">
        <a:lnSpc>
          <a:spcPct val="85000"/>
        </a:lnSpc>
        <a:spcBef>
          <a:spcPct val="0"/>
        </a:spcBef>
        <a:spcAft>
          <a:spcPct val="0"/>
        </a:spcAft>
        <a:defRPr sz="3600">
          <a:solidFill>
            <a:schemeClr val="accent1"/>
          </a:solidFill>
          <a:latin typeface="Calibri Light" pitchFamily="34" charset="0"/>
        </a:defRPr>
      </a:lvl5pPr>
      <a:lvl6pPr marL="457200" algn="l" defTabSz="685800" rtl="0" eaLnBrk="1" fontAlgn="base" hangingPunct="1">
        <a:lnSpc>
          <a:spcPct val="85000"/>
        </a:lnSpc>
        <a:spcBef>
          <a:spcPct val="0"/>
        </a:spcBef>
        <a:spcAft>
          <a:spcPct val="0"/>
        </a:spcAft>
        <a:defRPr sz="3600">
          <a:solidFill>
            <a:schemeClr val="accent1"/>
          </a:solidFill>
          <a:latin typeface="Calibri Light" pitchFamily="34" charset="0"/>
        </a:defRPr>
      </a:lvl6pPr>
      <a:lvl7pPr marL="914400" algn="l" defTabSz="685800" rtl="0" eaLnBrk="1" fontAlgn="base" hangingPunct="1">
        <a:lnSpc>
          <a:spcPct val="85000"/>
        </a:lnSpc>
        <a:spcBef>
          <a:spcPct val="0"/>
        </a:spcBef>
        <a:spcAft>
          <a:spcPct val="0"/>
        </a:spcAft>
        <a:defRPr sz="3600">
          <a:solidFill>
            <a:schemeClr val="accent1"/>
          </a:solidFill>
          <a:latin typeface="Calibri Light" pitchFamily="34" charset="0"/>
        </a:defRPr>
      </a:lvl7pPr>
      <a:lvl8pPr marL="1371600" algn="l" defTabSz="685800" rtl="0" eaLnBrk="1" fontAlgn="base" hangingPunct="1">
        <a:lnSpc>
          <a:spcPct val="85000"/>
        </a:lnSpc>
        <a:spcBef>
          <a:spcPct val="0"/>
        </a:spcBef>
        <a:spcAft>
          <a:spcPct val="0"/>
        </a:spcAft>
        <a:defRPr sz="3600">
          <a:solidFill>
            <a:schemeClr val="accent1"/>
          </a:solidFill>
          <a:latin typeface="Calibri Light" pitchFamily="34" charset="0"/>
        </a:defRPr>
      </a:lvl8pPr>
      <a:lvl9pPr marL="1828800" algn="l" defTabSz="685800" rtl="0" eaLnBrk="1" fontAlgn="base" hangingPunct="1">
        <a:lnSpc>
          <a:spcPct val="85000"/>
        </a:lnSpc>
        <a:spcBef>
          <a:spcPct val="0"/>
        </a:spcBef>
        <a:spcAft>
          <a:spcPct val="0"/>
        </a:spcAft>
        <a:defRPr sz="3600">
          <a:solidFill>
            <a:schemeClr val="accent1"/>
          </a:solidFill>
          <a:latin typeface="Calibri Light" pitchFamily="34" charset="0"/>
        </a:defRPr>
      </a:lvl9pPr>
    </p:titleStyle>
    <p:bodyStyle>
      <a:lvl1pPr marL="68263" indent="-68263" algn="l" defTabSz="685800" rtl="0" eaLnBrk="1" fontAlgn="base" hangingPunct="1">
        <a:lnSpc>
          <a:spcPct val="85000"/>
        </a:lnSpc>
        <a:spcBef>
          <a:spcPts val="975"/>
        </a:spcBef>
        <a:spcAft>
          <a:spcPct val="0"/>
        </a:spcAft>
        <a:buClr>
          <a:srgbClr val="C00000"/>
        </a:buClr>
        <a:buFont typeface="Arial" charset="0"/>
        <a:buChar char="»"/>
        <a:defRPr kern="1200">
          <a:solidFill>
            <a:srgbClr val="262626"/>
          </a:solidFill>
          <a:latin typeface="+mn-lt"/>
          <a:ea typeface="+mn-ea"/>
          <a:cs typeface="+mn-cs"/>
        </a:defRPr>
      </a:lvl1pPr>
      <a:lvl2pPr marL="260350" indent="-257175" algn="l" defTabSz="685800" rtl="0" eaLnBrk="1" fontAlgn="base" hangingPunct="1">
        <a:lnSpc>
          <a:spcPct val="85000"/>
        </a:lnSpc>
        <a:spcBef>
          <a:spcPts val="450"/>
        </a:spcBef>
        <a:spcAft>
          <a:spcPct val="0"/>
        </a:spcAft>
        <a:buFont typeface="Arial" charset="0"/>
        <a:buChar char=" "/>
        <a:defRPr kern="1200">
          <a:solidFill>
            <a:srgbClr val="262626"/>
          </a:solidFill>
          <a:latin typeface="+mn-lt"/>
          <a:ea typeface="+mn-ea"/>
          <a:cs typeface="+mn-cs"/>
        </a:defRPr>
      </a:lvl2pPr>
      <a:lvl3pPr marL="411163" indent="-411163" algn="l" defTabSz="685800" rtl="0" eaLnBrk="1" fontAlgn="base" hangingPunct="1">
        <a:lnSpc>
          <a:spcPct val="85000"/>
        </a:lnSpc>
        <a:spcBef>
          <a:spcPts val="450"/>
        </a:spcBef>
        <a:spcAft>
          <a:spcPct val="0"/>
        </a:spcAft>
        <a:buFont typeface="Arial" charset="0"/>
        <a:buChar char=" "/>
        <a:defRPr sz="1500" i="1" kern="1200">
          <a:solidFill>
            <a:srgbClr val="262626"/>
          </a:solidFill>
          <a:latin typeface="+mn-lt"/>
          <a:ea typeface="+mn-ea"/>
          <a:cs typeface="+mn-cs"/>
        </a:defRPr>
      </a:lvl3pPr>
      <a:lvl4pPr marL="615950" indent="-615950" algn="l" defTabSz="685800" rtl="0" eaLnBrk="1" fontAlgn="base" hangingPunct="1">
        <a:lnSpc>
          <a:spcPct val="85000"/>
        </a:lnSpc>
        <a:spcBef>
          <a:spcPts val="450"/>
        </a:spcBef>
        <a:spcAft>
          <a:spcPct val="0"/>
        </a:spcAft>
        <a:buFont typeface="Arial" charset="0"/>
        <a:buChar char=" "/>
        <a:defRPr sz="1300" kern="1200">
          <a:solidFill>
            <a:srgbClr val="262626"/>
          </a:solidFill>
          <a:latin typeface="+mn-lt"/>
          <a:ea typeface="+mn-ea"/>
          <a:cs typeface="+mn-cs"/>
        </a:defRPr>
      </a:lvl4pPr>
      <a:lvl5pPr marL="822325" indent="-822325" algn="l" defTabSz="685800" rtl="0" eaLnBrk="1" fontAlgn="base" hangingPunct="1">
        <a:lnSpc>
          <a:spcPct val="85000"/>
        </a:lnSpc>
        <a:spcBef>
          <a:spcPts val="450"/>
        </a:spcBef>
        <a:spcAft>
          <a:spcPct val="0"/>
        </a:spcAft>
        <a:buFont typeface="Arial" charset="0"/>
        <a:buChar char=" "/>
        <a:defRPr sz="1300" kern="1200">
          <a:solidFill>
            <a:srgbClr val="262626"/>
          </a:solidFill>
          <a:latin typeface="+mn-lt"/>
          <a:ea typeface="+mn-ea"/>
          <a:cs typeface="+mn-cs"/>
        </a:defRPr>
      </a:lvl5pPr>
      <a:lvl6pPr marL="90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6pPr>
      <a:lvl7pPr marL="105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7pPr>
      <a:lvl8pPr marL="120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8pPr>
      <a:lvl9pPr marL="135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1">
          <a:gsLst>
            <a:gs pos="0">
              <a:srgbClr val="4E4E4E"/>
            </a:gs>
            <a:gs pos="50000">
              <a:srgbClr val="000000"/>
            </a:gs>
            <a:gs pos="100000">
              <a:srgbClr val="000000"/>
            </a:gs>
          </a:gsLst>
          <a:lin ang="2520000"/>
        </a:gradFill>
        <a:effectLst/>
      </p:bgPr>
    </p:bg>
    <p:spTree>
      <p:nvGrpSpPr>
        <p:cNvPr id="1" name=""/>
        <p:cNvGrpSpPr/>
        <p:nvPr/>
      </p:nvGrpSpPr>
      <p:grpSpPr>
        <a:xfrm>
          <a:off x="0" y="0"/>
          <a:ext cx="0" cy="0"/>
          <a:chOff x="0" y="0"/>
          <a:chExt cx="0" cy="0"/>
        </a:xfrm>
      </p:grpSpPr>
      <p:pic>
        <p:nvPicPr>
          <p:cNvPr id="1026" name="Imagen 6" descr="hashOverlay-FullResolve.png"/>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Marcador de posición de título 1"/>
          <p:cNvSpPr>
            <a:spLocks noGrp="1"/>
          </p:cNvSpPr>
          <p:nvPr>
            <p:ph type="title"/>
          </p:nvPr>
        </p:nvSpPr>
        <p:spPr bwMode="auto">
          <a:xfrm>
            <a:off x="681039" y="752475"/>
            <a:ext cx="96139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AR"/>
              <a:t>Haga clic para modificar el estilo de título del patrón</a:t>
            </a:r>
          </a:p>
        </p:txBody>
      </p:sp>
      <p:sp>
        <p:nvSpPr>
          <p:cNvPr id="3" name="Marcador de posición de texto 2"/>
          <p:cNvSpPr>
            <a:spLocks noGrp="1"/>
          </p:cNvSpPr>
          <p:nvPr>
            <p:ph type="body" idx="1"/>
          </p:nvPr>
        </p:nvSpPr>
        <p:spPr>
          <a:xfrm>
            <a:off x="681039" y="2336800"/>
            <a:ext cx="9613900" cy="359886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fecha 3"/>
          <p:cNvSpPr>
            <a:spLocks noGrp="1"/>
          </p:cNvSpPr>
          <p:nvPr>
            <p:ph type="dt" sz="half" idx="2"/>
          </p:nvPr>
        </p:nvSpPr>
        <p:spPr>
          <a:xfrm>
            <a:off x="7551739" y="5935667"/>
            <a:ext cx="2743200" cy="365125"/>
          </a:xfrm>
          <a:prstGeom prst="rect">
            <a:avLst/>
          </a:prstGeom>
        </p:spPr>
        <p:txBody>
          <a:bodyPr vert="horz" lIns="91440" tIns="45720" rIns="91440" bIns="45720" rtlCol="0" anchor="ctr"/>
          <a:lstStyle>
            <a:lvl1pPr algn="r" fontAlgn="auto" latinLnBrk="0">
              <a:spcBef>
                <a:spcPts val="0"/>
              </a:spcBef>
              <a:spcAft>
                <a:spcPts val="0"/>
              </a:spcAft>
              <a:defRPr lang="es-ES" sz="1050" dirty="0">
                <a:solidFill>
                  <a:schemeClr val="tx1">
                    <a:tint val="75000"/>
                  </a:schemeClr>
                </a:solidFill>
                <a:latin typeface="+mn-lt"/>
                <a:cs typeface="+mn-cs"/>
              </a:defRPr>
            </a:lvl1pPr>
          </a:lstStyle>
          <a:p>
            <a:pPr>
              <a:defRPr/>
            </a:pPr>
            <a:endParaRPr/>
          </a:p>
        </p:txBody>
      </p:sp>
      <p:sp>
        <p:nvSpPr>
          <p:cNvPr id="5" name="Marcador de posición de pie de página 4"/>
          <p:cNvSpPr>
            <a:spLocks noGrp="1"/>
          </p:cNvSpPr>
          <p:nvPr>
            <p:ph type="ftr" sz="quarter" idx="3"/>
          </p:nvPr>
        </p:nvSpPr>
        <p:spPr>
          <a:xfrm>
            <a:off x="681039" y="5935667"/>
            <a:ext cx="6870700" cy="365125"/>
          </a:xfrm>
          <a:prstGeom prst="rect">
            <a:avLst/>
          </a:prstGeom>
        </p:spPr>
        <p:txBody>
          <a:bodyPr vert="horz" lIns="91440" tIns="45720" rIns="91440" bIns="45720" rtlCol="0" anchor="ctr"/>
          <a:lstStyle>
            <a:lvl1pPr algn="l" fontAlgn="auto" latinLnBrk="0">
              <a:spcBef>
                <a:spcPts val="0"/>
              </a:spcBef>
              <a:spcAft>
                <a:spcPts val="0"/>
              </a:spcAft>
              <a:defRPr lang="es-ES" sz="1050">
                <a:solidFill>
                  <a:schemeClr val="tx1">
                    <a:tint val="75000"/>
                  </a:schemeClr>
                </a:solidFill>
                <a:latin typeface="+mn-lt"/>
                <a:cs typeface="+mn-cs"/>
              </a:defRPr>
            </a:lvl1pPr>
          </a:lstStyle>
          <a:p>
            <a:pPr>
              <a:defRPr/>
            </a:pPr>
            <a:r>
              <a:rPr lang="es-ES"/>
              <a:t>Calidad de Sistemas de Software  - 2019</a:t>
            </a:r>
            <a:endParaRPr/>
          </a:p>
        </p:txBody>
      </p:sp>
      <p:sp>
        <p:nvSpPr>
          <p:cNvPr id="6" name="Marcador de posición de número de diapositiva 5"/>
          <p:cNvSpPr>
            <a:spLocks noGrp="1"/>
          </p:cNvSpPr>
          <p:nvPr>
            <p:ph type="sldNum" sz="quarter" idx="4"/>
          </p:nvPr>
        </p:nvSpPr>
        <p:spPr>
          <a:xfrm>
            <a:off x="10729913" y="752475"/>
            <a:ext cx="1154112" cy="1092200"/>
          </a:xfrm>
          <a:prstGeom prst="rect">
            <a:avLst/>
          </a:prstGeom>
        </p:spPr>
        <p:txBody>
          <a:bodyPr vert="horz" lIns="91440" tIns="45720" rIns="91440" bIns="45720" rtlCol="0" anchor="ctr"/>
          <a:lstStyle>
            <a:lvl1pPr algn="l" fontAlgn="auto" latinLnBrk="0">
              <a:spcBef>
                <a:spcPts val="0"/>
              </a:spcBef>
              <a:spcAft>
                <a:spcPts val="0"/>
              </a:spcAft>
              <a:defRPr lang="es-ES" sz="3600" smtClean="0">
                <a:solidFill>
                  <a:schemeClr val="tx1">
                    <a:tint val="75000"/>
                  </a:schemeClr>
                </a:solidFill>
                <a:latin typeface="+mn-lt"/>
                <a:cs typeface="+mn-cs"/>
              </a:defRPr>
            </a:lvl1pPr>
          </a:lstStyle>
          <a:p>
            <a:pPr>
              <a:defRPr/>
            </a:pPr>
            <a:fld id="{7A6C454F-83E4-4425-AA98-571D6BC9470B}" type="slidenum">
              <a:rPr/>
              <a:pPr>
                <a:defRPr/>
              </a:pPr>
              <a:t>‹Nº›</a:t>
            </a:fld>
            <a:endParaRPr/>
          </a:p>
        </p:txBody>
      </p:sp>
    </p:spTree>
  </p:cSld>
  <p:clrMap bg1="dk1" tx1="lt1" bg2="dk2" tx2="lt2" accent1="accent1" accent2="accent2" accent3="accent3" accent4="accent4" accent5="accent5" accent6="accent6" hlink="hlink" folHlink="folHlink"/>
  <p:sldLayoutIdLst>
    <p:sldLayoutId id="2147484703" r:id="rId1"/>
    <p:sldLayoutId id="2147484704" r:id="rId2"/>
    <p:sldLayoutId id="2147484705" r:id="rId3"/>
    <p:sldLayoutId id="2147484706" r:id="rId4"/>
    <p:sldLayoutId id="2147484707" r:id="rId5"/>
    <p:sldLayoutId id="2147484708" r:id="rId6"/>
    <p:sldLayoutId id="2147484709" r:id="rId7"/>
    <p:sldLayoutId id="2147484710" r:id="rId8"/>
    <p:sldLayoutId id="2147484711" r:id="rId9"/>
    <p:sldLayoutId id="2147484712" r:id="rId10"/>
    <p:sldLayoutId id="2147484713" r:id="rId11"/>
    <p:sldLayoutId id="2147484714" r:id="rId12"/>
    <p:sldLayoutId id="2147484715" r:id="rId13"/>
    <p:sldLayoutId id="2147484716" r:id="rId14"/>
    <p:sldLayoutId id="2147484717" r:id="rId15"/>
    <p:sldLayoutId id="2147484718" r:id="rId16"/>
    <p:sldLayoutId id="2147484719" r:id="rId17"/>
    <p:sldLayoutId id="2147484720" r:id="rId18"/>
  </p:sldLayoutIdLst>
  <p:transition spd="med">
    <p:fade/>
  </p:transition>
  <p:hf hdr="0" dt="0"/>
  <p:txStyles>
    <p:titleStyle>
      <a:lvl1pPr algn="l" rtl="0" eaLnBrk="1" fontAlgn="base" hangingPunct="1">
        <a:lnSpc>
          <a:spcPct val="90000"/>
        </a:lnSpc>
        <a:spcBef>
          <a:spcPct val="0"/>
        </a:spcBef>
        <a:spcAft>
          <a:spcPct val="0"/>
        </a:spcAft>
        <a:defRPr lang="es-ES" sz="3600" kern="1200">
          <a:solidFill>
            <a:schemeClr val="tx1"/>
          </a:solidFill>
          <a:latin typeface="+mj-lt"/>
          <a:ea typeface="+mj-ea"/>
          <a:cs typeface="+mj-cs"/>
        </a:defRPr>
      </a:lvl1pPr>
      <a:lvl2pPr algn="l" rtl="0" eaLnBrk="1" fontAlgn="base" hangingPunct="1">
        <a:lnSpc>
          <a:spcPct val="90000"/>
        </a:lnSpc>
        <a:spcBef>
          <a:spcPct val="0"/>
        </a:spcBef>
        <a:spcAft>
          <a:spcPct val="0"/>
        </a:spcAft>
        <a:defRPr sz="3600">
          <a:solidFill>
            <a:schemeClr val="tx1"/>
          </a:solidFill>
          <a:latin typeface="Trebuchet MS" pitchFamily="34" charset="0"/>
        </a:defRPr>
      </a:lvl2pPr>
      <a:lvl3pPr algn="l" rtl="0" eaLnBrk="1" fontAlgn="base" hangingPunct="1">
        <a:lnSpc>
          <a:spcPct val="90000"/>
        </a:lnSpc>
        <a:spcBef>
          <a:spcPct val="0"/>
        </a:spcBef>
        <a:spcAft>
          <a:spcPct val="0"/>
        </a:spcAft>
        <a:defRPr sz="3600">
          <a:solidFill>
            <a:schemeClr val="tx1"/>
          </a:solidFill>
          <a:latin typeface="Trebuchet MS" pitchFamily="34" charset="0"/>
        </a:defRPr>
      </a:lvl3pPr>
      <a:lvl4pPr algn="l" rtl="0" eaLnBrk="1" fontAlgn="base" hangingPunct="1">
        <a:lnSpc>
          <a:spcPct val="90000"/>
        </a:lnSpc>
        <a:spcBef>
          <a:spcPct val="0"/>
        </a:spcBef>
        <a:spcAft>
          <a:spcPct val="0"/>
        </a:spcAft>
        <a:defRPr sz="3600">
          <a:solidFill>
            <a:schemeClr val="tx1"/>
          </a:solidFill>
          <a:latin typeface="Trebuchet MS" pitchFamily="34" charset="0"/>
        </a:defRPr>
      </a:lvl4pPr>
      <a:lvl5pPr algn="l" rtl="0" eaLnBrk="1" fontAlgn="base" hangingPunct="1">
        <a:lnSpc>
          <a:spcPct val="90000"/>
        </a:lnSpc>
        <a:spcBef>
          <a:spcPct val="0"/>
        </a:spcBef>
        <a:spcAft>
          <a:spcPct val="0"/>
        </a:spcAft>
        <a:defRPr sz="3600">
          <a:solidFill>
            <a:schemeClr val="tx1"/>
          </a:solidFill>
          <a:latin typeface="Trebuchet MS" pitchFamily="34" charset="0"/>
        </a:defRPr>
      </a:lvl5pPr>
      <a:lvl6pPr marL="457200" algn="l" rtl="0" eaLnBrk="1" fontAlgn="base" hangingPunct="1">
        <a:lnSpc>
          <a:spcPct val="90000"/>
        </a:lnSpc>
        <a:spcBef>
          <a:spcPct val="0"/>
        </a:spcBef>
        <a:spcAft>
          <a:spcPct val="0"/>
        </a:spcAft>
        <a:defRPr sz="3600">
          <a:solidFill>
            <a:schemeClr val="tx1"/>
          </a:solidFill>
          <a:latin typeface="Trebuchet MS" pitchFamily="34" charset="0"/>
        </a:defRPr>
      </a:lvl6pPr>
      <a:lvl7pPr marL="914400" algn="l" rtl="0" eaLnBrk="1" fontAlgn="base" hangingPunct="1">
        <a:lnSpc>
          <a:spcPct val="90000"/>
        </a:lnSpc>
        <a:spcBef>
          <a:spcPct val="0"/>
        </a:spcBef>
        <a:spcAft>
          <a:spcPct val="0"/>
        </a:spcAft>
        <a:defRPr sz="3600">
          <a:solidFill>
            <a:schemeClr val="tx1"/>
          </a:solidFill>
          <a:latin typeface="Trebuchet MS" pitchFamily="34" charset="0"/>
        </a:defRPr>
      </a:lvl7pPr>
      <a:lvl8pPr marL="1371600" algn="l" rtl="0" eaLnBrk="1" fontAlgn="base" hangingPunct="1">
        <a:lnSpc>
          <a:spcPct val="90000"/>
        </a:lnSpc>
        <a:spcBef>
          <a:spcPct val="0"/>
        </a:spcBef>
        <a:spcAft>
          <a:spcPct val="0"/>
        </a:spcAft>
        <a:defRPr sz="3600">
          <a:solidFill>
            <a:schemeClr val="tx1"/>
          </a:solidFill>
          <a:latin typeface="Trebuchet MS" pitchFamily="34" charset="0"/>
        </a:defRPr>
      </a:lvl8pPr>
      <a:lvl9pPr marL="1828800" algn="l" rtl="0" eaLnBrk="1" fontAlgn="base" hangingPunct="1">
        <a:lnSpc>
          <a:spcPct val="90000"/>
        </a:lnSpc>
        <a:spcBef>
          <a:spcPct val="0"/>
        </a:spcBef>
        <a:spcAft>
          <a:spcPct val="0"/>
        </a:spcAft>
        <a:defRPr sz="3600">
          <a:solidFill>
            <a:schemeClr val="tx1"/>
          </a:solidFill>
          <a:latin typeface="Trebuchet MS" pitchFamily="34" charset="0"/>
        </a:defRPr>
      </a:lvl9pPr>
    </p:titleStyle>
    <p:bodyStyle>
      <a:lvl1pPr marL="228600" indent="-228600" algn="l" rtl="0" eaLnBrk="1" fontAlgn="base" hangingPunct="1">
        <a:lnSpc>
          <a:spcPct val="90000"/>
        </a:lnSpc>
        <a:spcBef>
          <a:spcPts val="1000"/>
        </a:spcBef>
        <a:spcAft>
          <a:spcPct val="0"/>
        </a:spcAft>
        <a:buFont typeface="Arial" charset="0"/>
        <a:buChar char="•"/>
        <a:defRPr lang="es-ES"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lang="es-ES"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lang="es-ES"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lang="es-ES"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lang="es-ES"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rotWithShape="1">
          <a:gsLst>
            <a:gs pos="0">
              <a:srgbClr val="FFFFFF"/>
            </a:gs>
            <a:gs pos="50000">
              <a:srgbClr val="FFFFFF"/>
            </a:gs>
            <a:gs pos="100000">
              <a:srgbClr val="9E9E9E"/>
            </a:gs>
          </a:gsLst>
          <a:lin ang="2520000"/>
        </a:gradFill>
        <a:effectLst/>
      </p:bgPr>
    </p:bg>
    <p:spTree>
      <p:nvGrpSpPr>
        <p:cNvPr id="1" name=""/>
        <p:cNvGrpSpPr/>
        <p:nvPr/>
      </p:nvGrpSpPr>
      <p:grpSpPr>
        <a:xfrm>
          <a:off x="0" y="0"/>
          <a:ext cx="0" cy="0"/>
          <a:chOff x="0" y="0"/>
          <a:chExt cx="0" cy="0"/>
        </a:xfrm>
      </p:grpSpPr>
      <p:pic>
        <p:nvPicPr>
          <p:cNvPr id="2050" name="Imagen 6" descr="hashOverlay-FullResolve.png"/>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Marcador de posición de título 1"/>
          <p:cNvSpPr>
            <a:spLocks noGrp="1"/>
          </p:cNvSpPr>
          <p:nvPr>
            <p:ph type="title"/>
          </p:nvPr>
        </p:nvSpPr>
        <p:spPr bwMode="auto">
          <a:xfrm>
            <a:off x="681039" y="752475"/>
            <a:ext cx="96139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AR"/>
              <a:t>Haga clic para modificar el estilo de título del patrón</a:t>
            </a:r>
          </a:p>
        </p:txBody>
      </p:sp>
      <p:sp>
        <p:nvSpPr>
          <p:cNvPr id="2052" name="Marcador de posición de texto 2"/>
          <p:cNvSpPr>
            <a:spLocks noGrp="1"/>
          </p:cNvSpPr>
          <p:nvPr>
            <p:ph type="body" idx="1"/>
          </p:nvPr>
        </p:nvSpPr>
        <p:spPr bwMode="auto">
          <a:xfrm>
            <a:off x="681039" y="2336800"/>
            <a:ext cx="9613900" cy="359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AR"/>
              <a:t>Haga clic para modificar los estilos de texto del patrón</a:t>
            </a:r>
          </a:p>
          <a:p>
            <a:pPr lvl="1"/>
            <a:r>
              <a:rPr lang="es-ES" altLang="es-AR"/>
              <a:t>Segundo nivel</a:t>
            </a:r>
          </a:p>
          <a:p>
            <a:pPr lvl="2"/>
            <a:r>
              <a:rPr lang="es-ES" altLang="es-AR"/>
              <a:t>Tercer nivel</a:t>
            </a:r>
          </a:p>
          <a:p>
            <a:pPr lvl="3"/>
            <a:r>
              <a:rPr lang="es-ES" altLang="es-AR"/>
              <a:t>Cuarto nivel</a:t>
            </a:r>
          </a:p>
          <a:p>
            <a:pPr lvl="4"/>
            <a:r>
              <a:rPr lang="es-ES" altLang="es-AR"/>
              <a:t>Quinto nivel</a:t>
            </a:r>
          </a:p>
        </p:txBody>
      </p:sp>
      <p:sp>
        <p:nvSpPr>
          <p:cNvPr id="4" name="Marcador de posición de fecha 3"/>
          <p:cNvSpPr>
            <a:spLocks noGrp="1"/>
          </p:cNvSpPr>
          <p:nvPr>
            <p:ph type="dt" sz="half" idx="2"/>
          </p:nvPr>
        </p:nvSpPr>
        <p:spPr>
          <a:xfrm>
            <a:off x="7551739" y="5935669"/>
            <a:ext cx="2743200" cy="365125"/>
          </a:xfrm>
          <a:prstGeom prst="rect">
            <a:avLst/>
          </a:prstGeom>
        </p:spPr>
        <p:txBody>
          <a:bodyPr vert="horz" lIns="91440" tIns="45720" rIns="91440" bIns="45720" rtlCol="0" anchor="ctr"/>
          <a:lstStyle>
            <a:lvl1pPr algn="r" fontAlgn="auto" latinLnBrk="0">
              <a:spcBef>
                <a:spcPts val="0"/>
              </a:spcBef>
              <a:spcAft>
                <a:spcPts val="0"/>
              </a:spcAft>
              <a:defRPr lang="es-ES" sz="1050">
                <a:solidFill>
                  <a:schemeClr val="tx1">
                    <a:tint val="75000"/>
                  </a:schemeClr>
                </a:solidFill>
                <a:latin typeface="+mn-lt"/>
                <a:cs typeface="+mn-cs"/>
              </a:defRPr>
            </a:lvl1pPr>
          </a:lstStyle>
          <a:p>
            <a:pPr>
              <a:defRPr/>
            </a:pPr>
            <a:endParaRPr/>
          </a:p>
        </p:txBody>
      </p:sp>
      <p:sp>
        <p:nvSpPr>
          <p:cNvPr id="5" name="Marcador de posición de pie de página 4"/>
          <p:cNvSpPr>
            <a:spLocks noGrp="1"/>
          </p:cNvSpPr>
          <p:nvPr>
            <p:ph type="ftr" sz="quarter" idx="3"/>
          </p:nvPr>
        </p:nvSpPr>
        <p:spPr>
          <a:xfrm>
            <a:off x="681039" y="5935669"/>
            <a:ext cx="6870700" cy="365125"/>
          </a:xfrm>
          <a:prstGeom prst="rect">
            <a:avLst/>
          </a:prstGeom>
        </p:spPr>
        <p:txBody>
          <a:bodyPr vert="horz" lIns="91440" tIns="45720" rIns="91440" bIns="45720" rtlCol="0" anchor="ctr"/>
          <a:lstStyle>
            <a:lvl1pPr algn="l" fontAlgn="auto" latinLnBrk="0">
              <a:spcBef>
                <a:spcPts val="0"/>
              </a:spcBef>
              <a:spcAft>
                <a:spcPts val="0"/>
              </a:spcAft>
              <a:defRPr lang="es-ES" sz="1050">
                <a:solidFill>
                  <a:schemeClr val="tx1">
                    <a:tint val="75000"/>
                  </a:schemeClr>
                </a:solidFill>
                <a:latin typeface="+mn-lt"/>
                <a:cs typeface="+mn-cs"/>
              </a:defRPr>
            </a:lvl1pPr>
          </a:lstStyle>
          <a:p>
            <a:pPr>
              <a:defRPr/>
            </a:pPr>
            <a:r>
              <a:rPr lang="es-ES"/>
              <a:t>Calidad de Sistemas de Software  - 2019</a:t>
            </a:r>
            <a:endParaRPr/>
          </a:p>
        </p:txBody>
      </p:sp>
      <p:sp>
        <p:nvSpPr>
          <p:cNvPr id="6" name="Marcador de posición de número de diapositiva 5"/>
          <p:cNvSpPr>
            <a:spLocks noGrp="1"/>
          </p:cNvSpPr>
          <p:nvPr>
            <p:ph type="sldNum" sz="quarter" idx="4"/>
          </p:nvPr>
        </p:nvSpPr>
        <p:spPr>
          <a:xfrm>
            <a:off x="10729913" y="752475"/>
            <a:ext cx="1154112" cy="1092200"/>
          </a:xfrm>
          <a:prstGeom prst="rect">
            <a:avLst/>
          </a:prstGeom>
        </p:spPr>
        <p:txBody>
          <a:bodyPr vert="horz" lIns="91440" tIns="45720" rIns="91440" bIns="45720" rtlCol="0" anchor="ctr"/>
          <a:lstStyle>
            <a:lvl1pPr algn="l" fontAlgn="auto" latinLnBrk="0">
              <a:spcBef>
                <a:spcPts val="0"/>
              </a:spcBef>
              <a:spcAft>
                <a:spcPts val="0"/>
              </a:spcAft>
              <a:defRPr lang="es-ES" sz="3600">
                <a:solidFill>
                  <a:schemeClr val="tx1">
                    <a:tint val="75000"/>
                  </a:schemeClr>
                </a:solidFill>
                <a:latin typeface="+mn-lt"/>
                <a:cs typeface="+mn-cs"/>
              </a:defRPr>
            </a:lvl1pPr>
          </a:lstStyle>
          <a:p>
            <a:pPr>
              <a:defRPr/>
            </a:pPr>
            <a:fld id="{77AE06C7-A478-4424-9506-CD29E7C4C92E}" type="slidenum">
              <a:rPr/>
              <a:pPr>
                <a:defRPr/>
              </a:pPr>
              <a:t>‹Nº›</a:t>
            </a:fld>
            <a:endParaRPr/>
          </a:p>
        </p:txBody>
      </p:sp>
    </p:spTree>
  </p:cSld>
  <p:clrMap bg1="dk1" tx1="lt1" bg2="dk2" tx2="lt2" accent1="accent1" accent2="accent2" accent3="accent3" accent4="accent4" accent5="accent5" accent6="accent6" hlink="hlink" folHlink="folHlink"/>
  <p:sldLayoutIdLst>
    <p:sldLayoutId id="2147484722" r:id="rId1"/>
    <p:sldLayoutId id="2147484723" r:id="rId2"/>
    <p:sldLayoutId id="2147484724" r:id="rId3"/>
    <p:sldLayoutId id="2147484725" r:id="rId4"/>
    <p:sldLayoutId id="2147484726" r:id="rId5"/>
    <p:sldLayoutId id="2147484727" r:id="rId6"/>
    <p:sldLayoutId id="2147484728" r:id="rId7"/>
    <p:sldLayoutId id="2147484729" r:id="rId8"/>
    <p:sldLayoutId id="2147484730" r:id="rId9"/>
    <p:sldLayoutId id="2147484731" r:id="rId10"/>
    <p:sldLayoutId id="2147484732" r:id="rId11"/>
    <p:sldLayoutId id="2147484733" r:id="rId12"/>
    <p:sldLayoutId id="2147484734" r:id="rId13"/>
    <p:sldLayoutId id="2147484735" r:id="rId14"/>
    <p:sldLayoutId id="2147484736" r:id="rId15"/>
    <p:sldLayoutId id="2147484737" r:id="rId16"/>
    <p:sldLayoutId id="2147484738" r:id="rId17"/>
    <p:sldLayoutId id="2147484739" r:id="rId18"/>
  </p:sldLayoutIdLst>
  <p:transition spd="med">
    <p:fade/>
  </p:transition>
  <p:hf hdr="0" dt="0"/>
  <p:txStyles>
    <p:titleStyle>
      <a:lvl1pPr algn="l" rtl="0" eaLnBrk="1" fontAlgn="base" hangingPunct="1">
        <a:lnSpc>
          <a:spcPct val="90000"/>
        </a:lnSpc>
        <a:spcBef>
          <a:spcPct val="0"/>
        </a:spcBef>
        <a:spcAft>
          <a:spcPct val="0"/>
        </a:spcAft>
        <a:defRPr lang="es-ES" sz="3600" kern="1200">
          <a:solidFill>
            <a:schemeClr val="tx1"/>
          </a:solidFill>
          <a:latin typeface="+mj-lt"/>
          <a:ea typeface="+mj-ea"/>
          <a:cs typeface="+mj-cs"/>
        </a:defRPr>
      </a:lvl1pPr>
      <a:lvl2pPr algn="l" rtl="0" eaLnBrk="1" fontAlgn="base" hangingPunct="1">
        <a:lnSpc>
          <a:spcPct val="90000"/>
        </a:lnSpc>
        <a:spcBef>
          <a:spcPct val="0"/>
        </a:spcBef>
        <a:spcAft>
          <a:spcPct val="0"/>
        </a:spcAft>
        <a:defRPr sz="3600">
          <a:solidFill>
            <a:schemeClr val="tx1"/>
          </a:solidFill>
          <a:latin typeface="Trebuchet MS" pitchFamily="34" charset="0"/>
        </a:defRPr>
      </a:lvl2pPr>
      <a:lvl3pPr algn="l" rtl="0" eaLnBrk="1" fontAlgn="base" hangingPunct="1">
        <a:lnSpc>
          <a:spcPct val="90000"/>
        </a:lnSpc>
        <a:spcBef>
          <a:spcPct val="0"/>
        </a:spcBef>
        <a:spcAft>
          <a:spcPct val="0"/>
        </a:spcAft>
        <a:defRPr sz="3600">
          <a:solidFill>
            <a:schemeClr val="tx1"/>
          </a:solidFill>
          <a:latin typeface="Trebuchet MS" pitchFamily="34" charset="0"/>
        </a:defRPr>
      </a:lvl3pPr>
      <a:lvl4pPr algn="l" rtl="0" eaLnBrk="1" fontAlgn="base" hangingPunct="1">
        <a:lnSpc>
          <a:spcPct val="90000"/>
        </a:lnSpc>
        <a:spcBef>
          <a:spcPct val="0"/>
        </a:spcBef>
        <a:spcAft>
          <a:spcPct val="0"/>
        </a:spcAft>
        <a:defRPr sz="3600">
          <a:solidFill>
            <a:schemeClr val="tx1"/>
          </a:solidFill>
          <a:latin typeface="Trebuchet MS" pitchFamily="34" charset="0"/>
        </a:defRPr>
      </a:lvl4pPr>
      <a:lvl5pPr algn="l" rtl="0" eaLnBrk="1" fontAlgn="base" hangingPunct="1">
        <a:lnSpc>
          <a:spcPct val="90000"/>
        </a:lnSpc>
        <a:spcBef>
          <a:spcPct val="0"/>
        </a:spcBef>
        <a:spcAft>
          <a:spcPct val="0"/>
        </a:spcAft>
        <a:defRPr sz="3600">
          <a:solidFill>
            <a:schemeClr val="tx1"/>
          </a:solidFill>
          <a:latin typeface="Trebuchet MS" pitchFamily="34" charset="0"/>
        </a:defRPr>
      </a:lvl5pPr>
      <a:lvl6pPr marL="457200" algn="l" rtl="0" eaLnBrk="1" fontAlgn="base" hangingPunct="1">
        <a:lnSpc>
          <a:spcPct val="90000"/>
        </a:lnSpc>
        <a:spcBef>
          <a:spcPct val="0"/>
        </a:spcBef>
        <a:spcAft>
          <a:spcPct val="0"/>
        </a:spcAft>
        <a:defRPr sz="3600">
          <a:solidFill>
            <a:schemeClr val="tx1"/>
          </a:solidFill>
          <a:latin typeface="Trebuchet MS" pitchFamily="34" charset="0"/>
        </a:defRPr>
      </a:lvl6pPr>
      <a:lvl7pPr marL="914400" algn="l" rtl="0" eaLnBrk="1" fontAlgn="base" hangingPunct="1">
        <a:lnSpc>
          <a:spcPct val="90000"/>
        </a:lnSpc>
        <a:spcBef>
          <a:spcPct val="0"/>
        </a:spcBef>
        <a:spcAft>
          <a:spcPct val="0"/>
        </a:spcAft>
        <a:defRPr sz="3600">
          <a:solidFill>
            <a:schemeClr val="tx1"/>
          </a:solidFill>
          <a:latin typeface="Trebuchet MS" pitchFamily="34" charset="0"/>
        </a:defRPr>
      </a:lvl7pPr>
      <a:lvl8pPr marL="1371600" algn="l" rtl="0" eaLnBrk="1" fontAlgn="base" hangingPunct="1">
        <a:lnSpc>
          <a:spcPct val="90000"/>
        </a:lnSpc>
        <a:spcBef>
          <a:spcPct val="0"/>
        </a:spcBef>
        <a:spcAft>
          <a:spcPct val="0"/>
        </a:spcAft>
        <a:defRPr sz="3600">
          <a:solidFill>
            <a:schemeClr val="tx1"/>
          </a:solidFill>
          <a:latin typeface="Trebuchet MS" pitchFamily="34" charset="0"/>
        </a:defRPr>
      </a:lvl8pPr>
      <a:lvl9pPr marL="1828800" algn="l" rtl="0" eaLnBrk="1" fontAlgn="base" hangingPunct="1">
        <a:lnSpc>
          <a:spcPct val="90000"/>
        </a:lnSpc>
        <a:spcBef>
          <a:spcPct val="0"/>
        </a:spcBef>
        <a:spcAft>
          <a:spcPct val="0"/>
        </a:spcAft>
        <a:defRPr sz="3600">
          <a:solidFill>
            <a:schemeClr val="tx1"/>
          </a:solidFill>
          <a:latin typeface="Trebuchet MS" pitchFamily="34" charset="0"/>
        </a:defRPr>
      </a:lvl9pPr>
    </p:titleStyle>
    <p:bodyStyle>
      <a:lvl1pPr marL="228600" indent="-228600" algn="l" rtl="0" eaLnBrk="1" fontAlgn="base" hangingPunct="1">
        <a:lnSpc>
          <a:spcPct val="90000"/>
        </a:lnSpc>
        <a:spcBef>
          <a:spcPts val="1000"/>
        </a:spcBef>
        <a:spcAft>
          <a:spcPct val="0"/>
        </a:spcAft>
        <a:buFont typeface="Arial" charset="0"/>
        <a:buChar char="•"/>
        <a:defRPr lang="es-ES" sz="24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lang="es-ES" sz="20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lang="es-ES"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lang="es-ES" sz="16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lang="es-ES"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rotWithShape="1">
          <a:gsLst>
            <a:gs pos="0">
              <a:srgbClr val="2FE9DF"/>
            </a:gs>
            <a:gs pos="50000">
              <a:srgbClr val="21ABC8"/>
            </a:gs>
            <a:gs pos="100000">
              <a:srgbClr val="0B2262"/>
            </a:gs>
          </a:gsLst>
          <a:lin ang="2520000"/>
        </a:gradFill>
        <a:effectLst/>
      </p:bgPr>
    </p:bg>
    <p:spTree>
      <p:nvGrpSpPr>
        <p:cNvPr id="1" name=""/>
        <p:cNvGrpSpPr/>
        <p:nvPr/>
      </p:nvGrpSpPr>
      <p:grpSpPr>
        <a:xfrm>
          <a:off x="0" y="0"/>
          <a:ext cx="0" cy="0"/>
          <a:chOff x="0" y="0"/>
          <a:chExt cx="0" cy="0"/>
        </a:xfrm>
      </p:grpSpPr>
      <p:pic>
        <p:nvPicPr>
          <p:cNvPr id="3074" name="Imagen 6" descr="hashOverlay-FullResolve.png"/>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Marcador de posición de título 1"/>
          <p:cNvSpPr>
            <a:spLocks noGrp="1"/>
          </p:cNvSpPr>
          <p:nvPr>
            <p:ph type="title"/>
          </p:nvPr>
        </p:nvSpPr>
        <p:spPr bwMode="auto">
          <a:xfrm>
            <a:off x="681039" y="752475"/>
            <a:ext cx="96139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AR"/>
              <a:t>Haga clic para modificar el estilo de título del patrón</a:t>
            </a:r>
          </a:p>
        </p:txBody>
      </p:sp>
      <p:sp>
        <p:nvSpPr>
          <p:cNvPr id="3076" name="Marcador de posición de texto 2"/>
          <p:cNvSpPr>
            <a:spLocks noGrp="1"/>
          </p:cNvSpPr>
          <p:nvPr>
            <p:ph type="body" idx="1"/>
          </p:nvPr>
        </p:nvSpPr>
        <p:spPr bwMode="auto">
          <a:xfrm>
            <a:off x="681039" y="2336800"/>
            <a:ext cx="9613900" cy="359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AR"/>
              <a:t>Haga clic para modificar los estilos de texto del patrón</a:t>
            </a:r>
          </a:p>
          <a:p>
            <a:pPr lvl="1"/>
            <a:r>
              <a:rPr lang="es-ES" altLang="es-AR"/>
              <a:t>Segundo nivel</a:t>
            </a:r>
          </a:p>
          <a:p>
            <a:pPr lvl="2"/>
            <a:r>
              <a:rPr lang="es-ES" altLang="es-AR"/>
              <a:t>Tercer nivel</a:t>
            </a:r>
          </a:p>
          <a:p>
            <a:pPr lvl="3"/>
            <a:r>
              <a:rPr lang="es-ES" altLang="es-AR"/>
              <a:t>Cuarto nivel</a:t>
            </a:r>
          </a:p>
          <a:p>
            <a:pPr lvl="4"/>
            <a:r>
              <a:rPr lang="es-ES" altLang="es-AR"/>
              <a:t>Quinto nivel</a:t>
            </a:r>
          </a:p>
        </p:txBody>
      </p:sp>
      <p:sp>
        <p:nvSpPr>
          <p:cNvPr id="4" name="Marcador de posición de fecha 3"/>
          <p:cNvSpPr>
            <a:spLocks noGrp="1"/>
          </p:cNvSpPr>
          <p:nvPr>
            <p:ph type="dt" sz="half" idx="2"/>
          </p:nvPr>
        </p:nvSpPr>
        <p:spPr>
          <a:xfrm>
            <a:off x="7551739" y="5935671"/>
            <a:ext cx="2743200" cy="365125"/>
          </a:xfrm>
          <a:prstGeom prst="rect">
            <a:avLst/>
          </a:prstGeom>
        </p:spPr>
        <p:txBody>
          <a:bodyPr vert="horz" lIns="91440" tIns="45720" rIns="91440" bIns="45720" rtlCol="0" anchor="ctr"/>
          <a:lstStyle>
            <a:lvl1pPr algn="r" fontAlgn="auto" latinLnBrk="0">
              <a:spcBef>
                <a:spcPts val="0"/>
              </a:spcBef>
              <a:spcAft>
                <a:spcPts val="0"/>
              </a:spcAft>
              <a:defRPr lang="es-ES" sz="1050">
                <a:solidFill>
                  <a:schemeClr val="tx1">
                    <a:tint val="75000"/>
                  </a:schemeClr>
                </a:solidFill>
                <a:latin typeface="+mn-lt"/>
                <a:cs typeface="+mn-cs"/>
              </a:defRPr>
            </a:lvl1pPr>
          </a:lstStyle>
          <a:p>
            <a:pPr>
              <a:defRPr/>
            </a:pPr>
            <a:endParaRPr/>
          </a:p>
        </p:txBody>
      </p:sp>
      <p:sp>
        <p:nvSpPr>
          <p:cNvPr id="5" name="Marcador de posición de pie de página 4"/>
          <p:cNvSpPr>
            <a:spLocks noGrp="1"/>
          </p:cNvSpPr>
          <p:nvPr>
            <p:ph type="ftr" sz="quarter" idx="3"/>
          </p:nvPr>
        </p:nvSpPr>
        <p:spPr>
          <a:xfrm>
            <a:off x="681039" y="5935671"/>
            <a:ext cx="6870700" cy="365125"/>
          </a:xfrm>
          <a:prstGeom prst="rect">
            <a:avLst/>
          </a:prstGeom>
        </p:spPr>
        <p:txBody>
          <a:bodyPr vert="horz" lIns="91440" tIns="45720" rIns="91440" bIns="45720" rtlCol="0" anchor="ctr"/>
          <a:lstStyle>
            <a:lvl1pPr algn="l" fontAlgn="auto" latinLnBrk="0">
              <a:spcBef>
                <a:spcPts val="0"/>
              </a:spcBef>
              <a:spcAft>
                <a:spcPts val="0"/>
              </a:spcAft>
              <a:defRPr lang="es-ES" sz="1050">
                <a:solidFill>
                  <a:schemeClr val="tx1">
                    <a:tint val="75000"/>
                  </a:schemeClr>
                </a:solidFill>
                <a:latin typeface="+mn-lt"/>
                <a:cs typeface="+mn-cs"/>
              </a:defRPr>
            </a:lvl1pPr>
          </a:lstStyle>
          <a:p>
            <a:pPr>
              <a:defRPr/>
            </a:pPr>
            <a:r>
              <a:rPr lang="es-ES"/>
              <a:t>Calidad de Sistemas de Software  - 2019</a:t>
            </a:r>
            <a:endParaRPr/>
          </a:p>
        </p:txBody>
      </p:sp>
      <p:sp>
        <p:nvSpPr>
          <p:cNvPr id="6" name="Marcador de posición de número de diapositiva 5"/>
          <p:cNvSpPr>
            <a:spLocks noGrp="1"/>
          </p:cNvSpPr>
          <p:nvPr>
            <p:ph type="sldNum" sz="quarter" idx="4"/>
          </p:nvPr>
        </p:nvSpPr>
        <p:spPr>
          <a:xfrm>
            <a:off x="10729913" y="752475"/>
            <a:ext cx="1154112" cy="1092200"/>
          </a:xfrm>
          <a:prstGeom prst="rect">
            <a:avLst/>
          </a:prstGeom>
        </p:spPr>
        <p:txBody>
          <a:bodyPr vert="horz" lIns="91440" tIns="45720" rIns="91440" bIns="45720" rtlCol="0" anchor="ctr"/>
          <a:lstStyle>
            <a:lvl1pPr algn="l" fontAlgn="auto" latinLnBrk="0">
              <a:spcBef>
                <a:spcPts val="0"/>
              </a:spcBef>
              <a:spcAft>
                <a:spcPts val="0"/>
              </a:spcAft>
              <a:defRPr lang="es-ES" sz="3600">
                <a:solidFill>
                  <a:schemeClr val="tx1">
                    <a:tint val="75000"/>
                  </a:schemeClr>
                </a:solidFill>
                <a:latin typeface="+mn-lt"/>
                <a:cs typeface="+mn-cs"/>
              </a:defRPr>
            </a:lvl1pPr>
          </a:lstStyle>
          <a:p>
            <a:pPr>
              <a:defRPr/>
            </a:pPr>
            <a:fld id="{D36390B5-EEF8-489A-B977-7A76964AF625}" type="slidenum">
              <a:rPr/>
              <a:pPr>
                <a:defRPr/>
              </a:pPr>
              <a:t>‹Nº›</a:t>
            </a:fld>
            <a:endParaRPr/>
          </a:p>
        </p:txBody>
      </p:sp>
    </p:spTree>
  </p:cSld>
  <p:clrMap bg1="dk1" tx1="lt1" bg2="dk2" tx2="lt2" accent1="accent1" accent2="accent2" accent3="accent3" accent4="accent4" accent5="accent5" accent6="accent6" hlink="hlink" folHlink="folHlink"/>
  <p:sldLayoutIdLst>
    <p:sldLayoutId id="2147484741" r:id="rId1"/>
    <p:sldLayoutId id="2147484742" r:id="rId2"/>
    <p:sldLayoutId id="2147484743" r:id="rId3"/>
    <p:sldLayoutId id="2147484744" r:id="rId4"/>
    <p:sldLayoutId id="2147484745" r:id="rId5"/>
    <p:sldLayoutId id="2147484746" r:id="rId6"/>
    <p:sldLayoutId id="2147484747" r:id="rId7"/>
    <p:sldLayoutId id="2147484748" r:id="rId8"/>
    <p:sldLayoutId id="2147484749" r:id="rId9"/>
    <p:sldLayoutId id="2147484750" r:id="rId10"/>
    <p:sldLayoutId id="2147484751" r:id="rId11"/>
    <p:sldLayoutId id="2147484752" r:id="rId12"/>
    <p:sldLayoutId id="2147484753" r:id="rId13"/>
    <p:sldLayoutId id="2147484754" r:id="rId14"/>
    <p:sldLayoutId id="2147484755" r:id="rId15"/>
    <p:sldLayoutId id="2147484756" r:id="rId16"/>
    <p:sldLayoutId id="2147484757" r:id="rId17"/>
    <p:sldLayoutId id="2147484758" r:id="rId18"/>
  </p:sldLayoutIdLst>
  <p:transition spd="med">
    <p:fade/>
  </p:transition>
  <p:hf hdr="0" dt="0"/>
  <p:txStyles>
    <p:titleStyle>
      <a:lvl1pPr algn="l" rtl="0" eaLnBrk="1" fontAlgn="base" hangingPunct="1">
        <a:lnSpc>
          <a:spcPct val="90000"/>
        </a:lnSpc>
        <a:spcBef>
          <a:spcPct val="0"/>
        </a:spcBef>
        <a:spcAft>
          <a:spcPct val="0"/>
        </a:spcAft>
        <a:defRPr lang="es-ES" sz="3600" kern="1200">
          <a:solidFill>
            <a:schemeClr val="tx1"/>
          </a:solidFill>
          <a:latin typeface="+mj-lt"/>
          <a:ea typeface="+mj-ea"/>
          <a:cs typeface="+mj-cs"/>
        </a:defRPr>
      </a:lvl1pPr>
      <a:lvl2pPr algn="l" rtl="0" eaLnBrk="1" fontAlgn="base" hangingPunct="1">
        <a:lnSpc>
          <a:spcPct val="90000"/>
        </a:lnSpc>
        <a:spcBef>
          <a:spcPct val="0"/>
        </a:spcBef>
        <a:spcAft>
          <a:spcPct val="0"/>
        </a:spcAft>
        <a:defRPr sz="3600">
          <a:solidFill>
            <a:schemeClr val="tx1"/>
          </a:solidFill>
          <a:latin typeface="Trebuchet MS" pitchFamily="34" charset="0"/>
        </a:defRPr>
      </a:lvl2pPr>
      <a:lvl3pPr algn="l" rtl="0" eaLnBrk="1" fontAlgn="base" hangingPunct="1">
        <a:lnSpc>
          <a:spcPct val="90000"/>
        </a:lnSpc>
        <a:spcBef>
          <a:spcPct val="0"/>
        </a:spcBef>
        <a:spcAft>
          <a:spcPct val="0"/>
        </a:spcAft>
        <a:defRPr sz="3600">
          <a:solidFill>
            <a:schemeClr val="tx1"/>
          </a:solidFill>
          <a:latin typeface="Trebuchet MS" pitchFamily="34" charset="0"/>
        </a:defRPr>
      </a:lvl3pPr>
      <a:lvl4pPr algn="l" rtl="0" eaLnBrk="1" fontAlgn="base" hangingPunct="1">
        <a:lnSpc>
          <a:spcPct val="90000"/>
        </a:lnSpc>
        <a:spcBef>
          <a:spcPct val="0"/>
        </a:spcBef>
        <a:spcAft>
          <a:spcPct val="0"/>
        </a:spcAft>
        <a:defRPr sz="3600">
          <a:solidFill>
            <a:schemeClr val="tx1"/>
          </a:solidFill>
          <a:latin typeface="Trebuchet MS" pitchFamily="34" charset="0"/>
        </a:defRPr>
      </a:lvl4pPr>
      <a:lvl5pPr algn="l" rtl="0" eaLnBrk="1" fontAlgn="base" hangingPunct="1">
        <a:lnSpc>
          <a:spcPct val="90000"/>
        </a:lnSpc>
        <a:spcBef>
          <a:spcPct val="0"/>
        </a:spcBef>
        <a:spcAft>
          <a:spcPct val="0"/>
        </a:spcAft>
        <a:defRPr sz="3600">
          <a:solidFill>
            <a:schemeClr val="tx1"/>
          </a:solidFill>
          <a:latin typeface="Trebuchet MS" pitchFamily="34" charset="0"/>
        </a:defRPr>
      </a:lvl5pPr>
      <a:lvl6pPr marL="457200" algn="l" rtl="0" eaLnBrk="1" fontAlgn="base" hangingPunct="1">
        <a:lnSpc>
          <a:spcPct val="90000"/>
        </a:lnSpc>
        <a:spcBef>
          <a:spcPct val="0"/>
        </a:spcBef>
        <a:spcAft>
          <a:spcPct val="0"/>
        </a:spcAft>
        <a:defRPr sz="3600">
          <a:solidFill>
            <a:schemeClr val="tx1"/>
          </a:solidFill>
          <a:latin typeface="Trebuchet MS" pitchFamily="34" charset="0"/>
        </a:defRPr>
      </a:lvl6pPr>
      <a:lvl7pPr marL="914400" algn="l" rtl="0" eaLnBrk="1" fontAlgn="base" hangingPunct="1">
        <a:lnSpc>
          <a:spcPct val="90000"/>
        </a:lnSpc>
        <a:spcBef>
          <a:spcPct val="0"/>
        </a:spcBef>
        <a:spcAft>
          <a:spcPct val="0"/>
        </a:spcAft>
        <a:defRPr sz="3600">
          <a:solidFill>
            <a:schemeClr val="tx1"/>
          </a:solidFill>
          <a:latin typeface="Trebuchet MS" pitchFamily="34" charset="0"/>
        </a:defRPr>
      </a:lvl7pPr>
      <a:lvl8pPr marL="1371600" algn="l" rtl="0" eaLnBrk="1" fontAlgn="base" hangingPunct="1">
        <a:lnSpc>
          <a:spcPct val="90000"/>
        </a:lnSpc>
        <a:spcBef>
          <a:spcPct val="0"/>
        </a:spcBef>
        <a:spcAft>
          <a:spcPct val="0"/>
        </a:spcAft>
        <a:defRPr sz="3600">
          <a:solidFill>
            <a:schemeClr val="tx1"/>
          </a:solidFill>
          <a:latin typeface="Trebuchet MS" pitchFamily="34" charset="0"/>
        </a:defRPr>
      </a:lvl8pPr>
      <a:lvl9pPr marL="1828800" algn="l" rtl="0" eaLnBrk="1" fontAlgn="base" hangingPunct="1">
        <a:lnSpc>
          <a:spcPct val="90000"/>
        </a:lnSpc>
        <a:spcBef>
          <a:spcPct val="0"/>
        </a:spcBef>
        <a:spcAft>
          <a:spcPct val="0"/>
        </a:spcAft>
        <a:defRPr sz="3600">
          <a:solidFill>
            <a:schemeClr val="tx1"/>
          </a:solidFill>
          <a:latin typeface="Trebuchet MS" pitchFamily="34" charset="0"/>
        </a:defRPr>
      </a:lvl9pPr>
    </p:titleStyle>
    <p:bodyStyle>
      <a:lvl1pPr marL="228600" indent="-228600" algn="l" rtl="0" eaLnBrk="1" fontAlgn="base" hangingPunct="1">
        <a:lnSpc>
          <a:spcPct val="90000"/>
        </a:lnSpc>
        <a:spcBef>
          <a:spcPts val="1000"/>
        </a:spcBef>
        <a:spcAft>
          <a:spcPct val="0"/>
        </a:spcAft>
        <a:buFont typeface="Arial" charset="0"/>
        <a:buChar char="•"/>
        <a:defRPr lang="es-ES" sz="24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lang="es-ES" sz="20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lang="es-ES"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lang="es-ES" sz="16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lang="es-ES"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rotWithShape="1">
          <a:gsLst>
            <a:gs pos="0">
              <a:srgbClr val="D772AC"/>
            </a:gs>
            <a:gs pos="50000">
              <a:srgbClr val="B55CAB"/>
            </a:gs>
            <a:gs pos="100000">
              <a:srgbClr val="3D1B5F"/>
            </a:gs>
          </a:gsLst>
          <a:lin ang="2520000"/>
        </a:gradFill>
        <a:effectLst/>
      </p:bgPr>
    </p:bg>
    <p:spTree>
      <p:nvGrpSpPr>
        <p:cNvPr id="1" name=""/>
        <p:cNvGrpSpPr/>
        <p:nvPr/>
      </p:nvGrpSpPr>
      <p:grpSpPr>
        <a:xfrm>
          <a:off x="0" y="0"/>
          <a:ext cx="0" cy="0"/>
          <a:chOff x="0" y="0"/>
          <a:chExt cx="0" cy="0"/>
        </a:xfrm>
      </p:grpSpPr>
      <p:pic>
        <p:nvPicPr>
          <p:cNvPr id="4098" name="Imagen 6" descr="hashOverlay-FullResolve.png"/>
          <p:cNvPicPr>
            <a:picLocks noChangeAspect="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Marcador de posición de título 1"/>
          <p:cNvSpPr>
            <a:spLocks noGrp="1"/>
          </p:cNvSpPr>
          <p:nvPr>
            <p:ph type="title"/>
          </p:nvPr>
        </p:nvSpPr>
        <p:spPr bwMode="auto">
          <a:xfrm>
            <a:off x="681039" y="752475"/>
            <a:ext cx="96139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AR"/>
              <a:t>Haga clic para modificar el estilo de título del patrón</a:t>
            </a:r>
          </a:p>
        </p:txBody>
      </p:sp>
      <p:sp>
        <p:nvSpPr>
          <p:cNvPr id="4100" name="Marcador de posición de texto 2"/>
          <p:cNvSpPr>
            <a:spLocks noGrp="1"/>
          </p:cNvSpPr>
          <p:nvPr>
            <p:ph type="body" idx="1"/>
          </p:nvPr>
        </p:nvSpPr>
        <p:spPr bwMode="auto">
          <a:xfrm>
            <a:off x="681039" y="2336800"/>
            <a:ext cx="9613900" cy="359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AR"/>
              <a:t>Haga clic para modificar los estilos de texto del patrón</a:t>
            </a:r>
          </a:p>
          <a:p>
            <a:pPr lvl="1"/>
            <a:r>
              <a:rPr lang="es-ES" altLang="es-AR"/>
              <a:t>Segundo nivel</a:t>
            </a:r>
          </a:p>
          <a:p>
            <a:pPr lvl="2"/>
            <a:r>
              <a:rPr lang="es-ES" altLang="es-AR"/>
              <a:t>Tercer nivel</a:t>
            </a:r>
          </a:p>
          <a:p>
            <a:pPr lvl="3"/>
            <a:r>
              <a:rPr lang="es-ES" altLang="es-AR"/>
              <a:t>Cuarto nivel</a:t>
            </a:r>
          </a:p>
          <a:p>
            <a:pPr lvl="4"/>
            <a:r>
              <a:rPr lang="es-ES" altLang="es-AR"/>
              <a:t>Quinto nivel</a:t>
            </a:r>
          </a:p>
        </p:txBody>
      </p:sp>
      <p:sp>
        <p:nvSpPr>
          <p:cNvPr id="4" name="Marcador de posición de fecha 3"/>
          <p:cNvSpPr>
            <a:spLocks noGrp="1"/>
          </p:cNvSpPr>
          <p:nvPr>
            <p:ph type="dt" sz="half" idx="2"/>
          </p:nvPr>
        </p:nvSpPr>
        <p:spPr>
          <a:xfrm>
            <a:off x="7551739" y="5935673"/>
            <a:ext cx="2743200" cy="365125"/>
          </a:xfrm>
          <a:prstGeom prst="rect">
            <a:avLst/>
          </a:prstGeom>
        </p:spPr>
        <p:txBody>
          <a:bodyPr vert="horz" lIns="91440" tIns="45720" rIns="91440" bIns="45720" rtlCol="0" anchor="ctr"/>
          <a:lstStyle>
            <a:lvl1pPr algn="r" fontAlgn="auto" latinLnBrk="0">
              <a:spcBef>
                <a:spcPts val="0"/>
              </a:spcBef>
              <a:spcAft>
                <a:spcPts val="0"/>
              </a:spcAft>
              <a:defRPr lang="es-ES" sz="1050">
                <a:solidFill>
                  <a:schemeClr val="tx1">
                    <a:tint val="75000"/>
                  </a:schemeClr>
                </a:solidFill>
                <a:latin typeface="+mn-lt"/>
                <a:cs typeface="+mn-cs"/>
              </a:defRPr>
            </a:lvl1pPr>
          </a:lstStyle>
          <a:p>
            <a:pPr>
              <a:defRPr/>
            </a:pPr>
            <a:endParaRPr/>
          </a:p>
        </p:txBody>
      </p:sp>
      <p:sp>
        <p:nvSpPr>
          <p:cNvPr id="5" name="Marcador de posición de pie de página 4"/>
          <p:cNvSpPr>
            <a:spLocks noGrp="1"/>
          </p:cNvSpPr>
          <p:nvPr>
            <p:ph type="ftr" sz="quarter" idx="3"/>
          </p:nvPr>
        </p:nvSpPr>
        <p:spPr>
          <a:xfrm>
            <a:off x="681039" y="5935673"/>
            <a:ext cx="6870700" cy="365125"/>
          </a:xfrm>
          <a:prstGeom prst="rect">
            <a:avLst/>
          </a:prstGeom>
        </p:spPr>
        <p:txBody>
          <a:bodyPr vert="horz" lIns="91440" tIns="45720" rIns="91440" bIns="45720" rtlCol="0" anchor="ctr"/>
          <a:lstStyle>
            <a:lvl1pPr algn="l" fontAlgn="auto" latinLnBrk="0">
              <a:spcBef>
                <a:spcPts val="0"/>
              </a:spcBef>
              <a:spcAft>
                <a:spcPts val="0"/>
              </a:spcAft>
              <a:defRPr lang="es-ES" sz="1050">
                <a:solidFill>
                  <a:schemeClr val="tx1">
                    <a:tint val="75000"/>
                  </a:schemeClr>
                </a:solidFill>
                <a:latin typeface="+mn-lt"/>
                <a:cs typeface="+mn-cs"/>
              </a:defRPr>
            </a:lvl1pPr>
          </a:lstStyle>
          <a:p>
            <a:pPr>
              <a:defRPr/>
            </a:pPr>
            <a:r>
              <a:rPr lang="es-ES"/>
              <a:t>Calidad de Sistemas de Software  - 2019</a:t>
            </a:r>
            <a:endParaRPr/>
          </a:p>
        </p:txBody>
      </p:sp>
      <p:sp>
        <p:nvSpPr>
          <p:cNvPr id="6" name="Marcador de posición de número de diapositiva 5"/>
          <p:cNvSpPr>
            <a:spLocks noGrp="1"/>
          </p:cNvSpPr>
          <p:nvPr>
            <p:ph type="sldNum" sz="quarter" idx="4"/>
          </p:nvPr>
        </p:nvSpPr>
        <p:spPr>
          <a:xfrm>
            <a:off x="10729913" y="752475"/>
            <a:ext cx="1154112" cy="1092200"/>
          </a:xfrm>
          <a:prstGeom prst="rect">
            <a:avLst/>
          </a:prstGeom>
        </p:spPr>
        <p:txBody>
          <a:bodyPr vert="horz" lIns="91440" tIns="45720" rIns="91440" bIns="45720" rtlCol="0" anchor="ctr"/>
          <a:lstStyle>
            <a:lvl1pPr algn="l" fontAlgn="auto" latinLnBrk="0">
              <a:spcBef>
                <a:spcPts val="0"/>
              </a:spcBef>
              <a:spcAft>
                <a:spcPts val="0"/>
              </a:spcAft>
              <a:defRPr lang="es-ES" sz="3600">
                <a:solidFill>
                  <a:schemeClr val="tx1">
                    <a:tint val="75000"/>
                  </a:schemeClr>
                </a:solidFill>
                <a:latin typeface="+mn-lt"/>
                <a:cs typeface="+mn-cs"/>
              </a:defRPr>
            </a:lvl1pPr>
          </a:lstStyle>
          <a:p>
            <a:pPr>
              <a:defRPr/>
            </a:pPr>
            <a:fld id="{620C2E62-3845-4356-BF36-76389ADFF9D3}" type="slidenum">
              <a:rPr/>
              <a:pPr>
                <a:defRPr/>
              </a:pPr>
              <a:t>‹Nº›</a:t>
            </a:fld>
            <a:endParaRPr/>
          </a:p>
        </p:txBody>
      </p:sp>
    </p:spTree>
  </p:cSld>
  <p:clrMap bg1="dk1" tx1="lt1" bg2="dk2" tx2="lt2" accent1="accent1" accent2="accent2" accent3="accent3" accent4="accent4" accent5="accent5" accent6="accent6" hlink="hlink" folHlink="folHlink"/>
  <p:sldLayoutIdLst>
    <p:sldLayoutId id="2147484760" r:id="rId1"/>
    <p:sldLayoutId id="2147484761" r:id="rId2"/>
    <p:sldLayoutId id="2147484762" r:id="rId3"/>
    <p:sldLayoutId id="2147484763" r:id="rId4"/>
    <p:sldLayoutId id="2147484764" r:id="rId5"/>
    <p:sldLayoutId id="2147484765" r:id="rId6"/>
    <p:sldLayoutId id="2147484766" r:id="rId7"/>
    <p:sldLayoutId id="2147484767" r:id="rId8"/>
    <p:sldLayoutId id="2147484768" r:id="rId9"/>
    <p:sldLayoutId id="2147484769" r:id="rId10"/>
    <p:sldLayoutId id="2147484770" r:id="rId11"/>
    <p:sldLayoutId id="2147484771" r:id="rId12"/>
    <p:sldLayoutId id="2147484772" r:id="rId13"/>
    <p:sldLayoutId id="2147484773" r:id="rId14"/>
    <p:sldLayoutId id="2147484774" r:id="rId15"/>
    <p:sldLayoutId id="2147484775" r:id="rId16"/>
    <p:sldLayoutId id="2147484776" r:id="rId17"/>
  </p:sldLayoutIdLst>
  <p:transition spd="med">
    <p:fade/>
  </p:transition>
  <p:hf hdr="0" dt="0"/>
  <p:txStyles>
    <p:titleStyle>
      <a:lvl1pPr algn="l" rtl="0" eaLnBrk="1" fontAlgn="base" hangingPunct="1">
        <a:lnSpc>
          <a:spcPct val="90000"/>
        </a:lnSpc>
        <a:spcBef>
          <a:spcPct val="0"/>
        </a:spcBef>
        <a:spcAft>
          <a:spcPct val="0"/>
        </a:spcAft>
        <a:defRPr lang="es-ES" sz="3600" kern="1200">
          <a:solidFill>
            <a:schemeClr val="tx1"/>
          </a:solidFill>
          <a:latin typeface="+mj-lt"/>
          <a:ea typeface="+mj-ea"/>
          <a:cs typeface="+mj-cs"/>
        </a:defRPr>
      </a:lvl1pPr>
      <a:lvl2pPr algn="l" rtl="0" eaLnBrk="1" fontAlgn="base" hangingPunct="1">
        <a:lnSpc>
          <a:spcPct val="90000"/>
        </a:lnSpc>
        <a:spcBef>
          <a:spcPct val="0"/>
        </a:spcBef>
        <a:spcAft>
          <a:spcPct val="0"/>
        </a:spcAft>
        <a:defRPr sz="3600">
          <a:solidFill>
            <a:schemeClr val="tx1"/>
          </a:solidFill>
          <a:latin typeface="Trebuchet MS" pitchFamily="34" charset="0"/>
        </a:defRPr>
      </a:lvl2pPr>
      <a:lvl3pPr algn="l" rtl="0" eaLnBrk="1" fontAlgn="base" hangingPunct="1">
        <a:lnSpc>
          <a:spcPct val="90000"/>
        </a:lnSpc>
        <a:spcBef>
          <a:spcPct val="0"/>
        </a:spcBef>
        <a:spcAft>
          <a:spcPct val="0"/>
        </a:spcAft>
        <a:defRPr sz="3600">
          <a:solidFill>
            <a:schemeClr val="tx1"/>
          </a:solidFill>
          <a:latin typeface="Trebuchet MS" pitchFamily="34" charset="0"/>
        </a:defRPr>
      </a:lvl3pPr>
      <a:lvl4pPr algn="l" rtl="0" eaLnBrk="1" fontAlgn="base" hangingPunct="1">
        <a:lnSpc>
          <a:spcPct val="90000"/>
        </a:lnSpc>
        <a:spcBef>
          <a:spcPct val="0"/>
        </a:spcBef>
        <a:spcAft>
          <a:spcPct val="0"/>
        </a:spcAft>
        <a:defRPr sz="3600">
          <a:solidFill>
            <a:schemeClr val="tx1"/>
          </a:solidFill>
          <a:latin typeface="Trebuchet MS" pitchFamily="34" charset="0"/>
        </a:defRPr>
      </a:lvl4pPr>
      <a:lvl5pPr algn="l" rtl="0" eaLnBrk="1" fontAlgn="base" hangingPunct="1">
        <a:lnSpc>
          <a:spcPct val="90000"/>
        </a:lnSpc>
        <a:spcBef>
          <a:spcPct val="0"/>
        </a:spcBef>
        <a:spcAft>
          <a:spcPct val="0"/>
        </a:spcAft>
        <a:defRPr sz="3600">
          <a:solidFill>
            <a:schemeClr val="tx1"/>
          </a:solidFill>
          <a:latin typeface="Trebuchet MS" pitchFamily="34" charset="0"/>
        </a:defRPr>
      </a:lvl5pPr>
      <a:lvl6pPr marL="457200" algn="l" rtl="0" eaLnBrk="1" fontAlgn="base" hangingPunct="1">
        <a:lnSpc>
          <a:spcPct val="90000"/>
        </a:lnSpc>
        <a:spcBef>
          <a:spcPct val="0"/>
        </a:spcBef>
        <a:spcAft>
          <a:spcPct val="0"/>
        </a:spcAft>
        <a:defRPr sz="3600">
          <a:solidFill>
            <a:schemeClr val="tx1"/>
          </a:solidFill>
          <a:latin typeface="Trebuchet MS" pitchFamily="34" charset="0"/>
        </a:defRPr>
      </a:lvl6pPr>
      <a:lvl7pPr marL="914400" algn="l" rtl="0" eaLnBrk="1" fontAlgn="base" hangingPunct="1">
        <a:lnSpc>
          <a:spcPct val="90000"/>
        </a:lnSpc>
        <a:spcBef>
          <a:spcPct val="0"/>
        </a:spcBef>
        <a:spcAft>
          <a:spcPct val="0"/>
        </a:spcAft>
        <a:defRPr sz="3600">
          <a:solidFill>
            <a:schemeClr val="tx1"/>
          </a:solidFill>
          <a:latin typeface="Trebuchet MS" pitchFamily="34" charset="0"/>
        </a:defRPr>
      </a:lvl7pPr>
      <a:lvl8pPr marL="1371600" algn="l" rtl="0" eaLnBrk="1" fontAlgn="base" hangingPunct="1">
        <a:lnSpc>
          <a:spcPct val="90000"/>
        </a:lnSpc>
        <a:spcBef>
          <a:spcPct val="0"/>
        </a:spcBef>
        <a:spcAft>
          <a:spcPct val="0"/>
        </a:spcAft>
        <a:defRPr sz="3600">
          <a:solidFill>
            <a:schemeClr val="tx1"/>
          </a:solidFill>
          <a:latin typeface="Trebuchet MS" pitchFamily="34" charset="0"/>
        </a:defRPr>
      </a:lvl8pPr>
      <a:lvl9pPr marL="1828800" algn="l" rtl="0" eaLnBrk="1" fontAlgn="base" hangingPunct="1">
        <a:lnSpc>
          <a:spcPct val="90000"/>
        </a:lnSpc>
        <a:spcBef>
          <a:spcPct val="0"/>
        </a:spcBef>
        <a:spcAft>
          <a:spcPct val="0"/>
        </a:spcAft>
        <a:defRPr sz="3600">
          <a:solidFill>
            <a:schemeClr val="tx1"/>
          </a:solidFill>
          <a:latin typeface="Trebuchet MS" pitchFamily="34" charset="0"/>
        </a:defRPr>
      </a:lvl9pPr>
    </p:titleStyle>
    <p:bodyStyle>
      <a:lvl1pPr marL="228600" indent="-228600" algn="l" rtl="0" eaLnBrk="1" fontAlgn="base" hangingPunct="1">
        <a:lnSpc>
          <a:spcPct val="90000"/>
        </a:lnSpc>
        <a:spcBef>
          <a:spcPts val="1000"/>
        </a:spcBef>
        <a:spcAft>
          <a:spcPct val="0"/>
        </a:spcAft>
        <a:buFont typeface="Arial" charset="0"/>
        <a:buChar char="•"/>
        <a:defRPr lang="es-ES" sz="24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lang="es-ES" sz="20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lang="es-ES"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lang="es-ES" sz="16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lang="es-ES"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4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hyperlink" Target="../../Postgra%20LOMAS/Contenidos%20Resol_problems/clase%201%20y%202/ishikawa.ppt" TargetMode="Externa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hyperlink" Target="http://www.sameco.org.ar/" TargetMode="Externa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6.xml"/><Relationship Id="rId1" Type="http://schemas.openxmlformats.org/officeDocument/2006/relationships/vmlDrawing" Target="../drawings/vmlDrawing2.vml"/><Relationship Id="rId4" Type="http://schemas.openxmlformats.org/officeDocument/2006/relationships/image" Target="../media/image1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19336" y="4720771"/>
            <a:ext cx="10780776" cy="613283"/>
          </a:xfrm>
        </p:spPr>
        <p:txBody>
          <a:bodyPr>
            <a:normAutofit/>
          </a:bodyPr>
          <a:lstStyle/>
          <a:p>
            <a:pPr fontAlgn="auto">
              <a:spcAft>
                <a:spcPts val="0"/>
              </a:spcAft>
              <a:defRPr/>
            </a:pPr>
            <a:r>
              <a:rPr dirty="0" err="1"/>
              <a:t>Calidad</a:t>
            </a:r>
            <a:r>
              <a:rPr dirty="0"/>
              <a:t> de </a:t>
            </a:r>
            <a:r>
              <a:rPr dirty="0" err="1"/>
              <a:t>Sistemas</a:t>
            </a:r>
            <a:r>
              <a:rPr dirty="0"/>
              <a:t> de Software</a:t>
            </a:r>
          </a:p>
        </p:txBody>
      </p:sp>
      <p:sp>
        <p:nvSpPr>
          <p:cNvPr id="3" name="2 Marcador de texto"/>
          <p:cNvSpPr>
            <a:spLocks noGrp="1"/>
          </p:cNvSpPr>
          <p:nvPr>
            <p:ph type="body" sz="half" idx="2"/>
          </p:nvPr>
        </p:nvSpPr>
        <p:spPr/>
        <p:txBody>
          <a:bodyPr>
            <a:noAutofit/>
          </a:bodyPr>
          <a:lstStyle/>
          <a:p>
            <a:pPr algn="just"/>
            <a:r>
              <a:rPr lang="es-MX" altLang="es-AR" sz="1400" dirty="0"/>
              <a:t>Mejora de Procesos </a:t>
            </a:r>
            <a:r>
              <a:rPr lang="es-MX" altLang="es-AR" sz="1400" dirty="0" smtClean="0"/>
              <a:t>y La </a:t>
            </a:r>
            <a:r>
              <a:rPr lang="es-MX" altLang="es-AR" sz="1400" dirty="0"/>
              <a:t>metodología </a:t>
            </a:r>
            <a:r>
              <a:rPr lang="es-AR" altLang="es-AR" sz="1400" dirty="0" smtClean="0"/>
              <a:t>de mejora continua</a:t>
            </a:r>
            <a:endParaRPr lang="es-AR" sz="1400" dirty="0"/>
          </a:p>
        </p:txBody>
      </p:sp>
      <p:sp>
        <p:nvSpPr>
          <p:cNvPr id="5" name="Marcador de pie de página 4"/>
          <p:cNvSpPr>
            <a:spLocks noGrp="1"/>
          </p:cNvSpPr>
          <p:nvPr>
            <p:ph type="ftr" sz="quarter" idx="11"/>
          </p:nvPr>
        </p:nvSpPr>
        <p:spPr/>
        <p:txBody>
          <a:bodyPr/>
          <a:lstStyle/>
          <a:p>
            <a:r>
              <a:rPr kumimoji="0" lang="es-ES" sz="1400" dirty="0">
                <a:solidFill>
                  <a:schemeClr val="tx2"/>
                </a:solidFill>
              </a:rPr>
              <a:t>Calidad de Sistemas de Software  </a:t>
            </a:r>
            <a:r>
              <a:rPr kumimoji="0" lang="es-ES" sz="1400">
                <a:solidFill>
                  <a:schemeClr val="tx2"/>
                </a:solidFill>
              </a:rPr>
              <a:t>- </a:t>
            </a:r>
            <a:r>
              <a:rPr kumimoji="0" lang="es-ES" sz="1400" smtClean="0">
                <a:solidFill>
                  <a:schemeClr val="tx2"/>
                </a:solidFill>
              </a:rPr>
              <a:t>2023</a:t>
            </a:r>
            <a:endParaRPr kumimoji="0" lang="en-US" sz="1400" dirty="0">
              <a:solidFill>
                <a:schemeClr val="tx2"/>
              </a:solidFill>
            </a:endParaRPr>
          </a:p>
        </p:txBody>
      </p:sp>
      <p:sp>
        <p:nvSpPr>
          <p:cNvPr id="7" name="Marcador de número de diapositiva 6"/>
          <p:cNvSpPr>
            <a:spLocks noGrp="1"/>
          </p:cNvSpPr>
          <p:nvPr>
            <p:ph type="sldNum" sz="quarter" idx="12"/>
          </p:nvPr>
        </p:nvSpPr>
        <p:spPr/>
        <p:txBody>
          <a:bodyPr/>
          <a:lstStyle/>
          <a:p>
            <a:pPr algn="ctr" eaLnBrk="1" latinLnBrk="0" hangingPunct="1"/>
            <a:fld id="{6F42FDE4-A7DD-41A7-A0A6-9B649FB43336}" type="slidenum">
              <a:rPr kumimoji="0" lang="en-US" smtClean="0"/>
              <a:pPr algn="ctr" eaLnBrk="1" latinLnBrk="0" hangingPunct="1"/>
              <a:t>1</a:t>
            </a:fld>
            <a:endParaRPr kumimoji="0" lang="en-US" sz="1400">
              <a:solidFill>
                <a:srgbClr val="FFFFFF"/>
              </a:solidFill>
              <a:latin typeface="+mj-lt"/>
              <a:ea typeface="+mj-ea"/>
              <a:cs typeface="+mj-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p:cNvSpPr>
            <a:spLocks noGrp="1"/>
          </p:cNvSpPr>
          <p:nvPr>
            <p:ph type="ftr" sz="quarter" idx="10"/>
          </p:nvPr>
        </p:nvSpPr>
        <p:spPr/>
        <p:txBody>
          <a:bodyPr/>
          <a:lstStyle/>
          <a:p>
            <a:pPr>
              <a:defRPr/>
            </a:pPr>
            <a:r>
              <a:rPr lang="es-ES" smtClean="0"/>
              <a:t>Calidad de Sistemas de Software  - 2019</a:t>
            </a:r>
            <a:endParaRPr lang="es-ES_tradnl" dirty="0"/>
          </a:p>
        </p:txBody>
      </p:sp>
      <p:sp>
        <p:nvSpPr>
          <p:cNvPr id="5" name="Marcador de número de diapositiva 4"/>
          <p:cNvSpPr>
            <a:spLocks noGrp="1"/>
          </p:cNvSpPr>
          <p:nvPr>
            <p:ph type="sldNum" sz="quarter" idx="11"/>
          </p:nvPr>
        </p:nvSpPr>
        <p:spPr/>
        <p:txBody>
          <a:bodyPr/>
          <a:lstStyle/>
          <a:p>
            <a:pPr>
              <a:defRPr/>
            </a:pPr>
            <a:fld id="{6CAEA118-464F-43A9-BFBC-733A5CD74998}" type="slidenum">
              <a:rPr lang="es-ES" altLang="es-AR" smtClean="0"/>
              <a:pPr>
                <a:defRPr/>
              </a:pPr>
              <a:t>2</a:t>
            </a:fld>
            <a:endParaRPr lang="es-ES" altLang="es-AR"/>
          </a:p>
        </p:txBody>
      </p:sp>
      <p:sp>
        <p:nvSpPr>
          <p:cNvPr id="10" name="1 CuadroTexto"/>
          <p:cNvSpPr txBox="1"/>
          <p:nvPr/>
        </p:nvSpPr>
        <p:spPr>
          <a:xfrm>
            <a:off x="633636" y="614526"/>
            <a:ext cx="8018834" cy="567399"/>
          </a:xfrm>
          <a:prstGeom prst="rect">
            <a:avLst/>
          </a:prstGeom>
          <a:noFill/>
        </p:spPr>
        <p:txBody>
          <a:bodyPr wrap="square" rtlCol="0">
            <a:spAutoFit/>
          </a:bodyPr>
          <a:lstStyle/>
          <a:p>
            <a:pPr defTabSz="685800" eaLnBrk="1" hangingPunct="1">
              <a:lnSpc>
                <a:spcPct val="85000"/>
              </a:lnSpc>
            </a:pPr>
            <a:r>
              <a:rPr lang="es-AR" sz="3600" spc="-90" dirty="0" smtClean="0">
                <a:solidFill>
                  <a:schemeClr val="accent1"/>
                </a:solidFill>
                <a:latin typeface="+mj-lt"/>
                <a:ea typeface="+mj-ea"/>
                <a:cs typeface="+mj-cs"/>
              </a:rPr>
              <a:t>Repasemos  un par de Conceptos Clave</a:t>
            </a:r>
            <a:endParaRPr lang="en-US" sz="3600" spc="-90" dirty="0">
              <a:solidFill>
                <a:schemeClr val="accent1"/>
              </a:solidFill>
              <a:latin typeface="+mj-lt"/>
              <a:ea typeface="+mj-ea"/>
              <a:cs typeface="+mj-cs"/>
            </a:endParaRPr>
          </a:p>
        </p:txBody>
      </p:sp>
      <p:sp>
        <p:nvSpPr>
          <p:cNvPr id="11" name="5 CuadroTexto"/>
          <p:cNvSpPr txBox="1"/>
          <p:nvPr/>
        </p:nvSpPr>
        <p:spPr>
          <a:xfrm>
            <a:off x="1873015" y="1616111"/>
            <a:ext cx="8018834" cy="6064737"/>
          </a:xfrm>
          <a:prstGeom prst="rect">
            <a:avLst/>
          </a:prstGeom>
          <a:noFill/>
        </p:spPr>
        <p:txBody>
          <a:bodyPr wrap="square" rtlCol="0">
            <a:spAutoFit/>
          </a:bodyPr>
          <a:lstStyle/>
          <a:p>
            <a:pPr marL="68263" indent="-68263" algn="just" defTabSz="685800" eaLnBrk="1" hangingPunct="1">
              <a:lnSpc>
                <a:spcPct val="85000"/>
              </a:lnSpc>
              <a:spcBef>
                <a:spcPts val="975"/>
              </a:spcBef>
              <a:buClr>
                <a:srgbClr val="C00000"/>
              </a:buClr>
              <a:buFont typeface="Arial" charset="0"/>
              <a:buChar char="»"/>
            </a:pPr>
            <a:r>
              <a:rPr lang="es-MX" sz="2600" dirty="0" smtClean="0">
                <a:solidFill>
                  <a:srgbClr val="000000"/>
                </a:solidFill>
                <a:latin typeface="+mn-lt"/>
              </a:rPr>
              <a:t>En </a:t>
            </a:r>
            <a:r>
              <a:rPr lang="es-MX" sz="2600" dirty="0">
                <a:solidFill>
                  <a:srgbClr val="000000"/>
                </a:solidFill>
                <a:latin typeface="+mn-lt"/>
              </a:rPr>
              <a:t>el programa integral de calidad se debe considerar que: "</a:t>
            </a:r>
            <a:r>
              <a:rPr lang="es-MX" sz="2600" b="1" dirty="0">
                <a:solidFill>
                  <a:srgbClr val="000000"/>
                </a:solidFill>
                <a:latin typeface="+mn-lt"/>
              </a:rPr>
              <a:t>todo trabajo es importante y merece hacerse bien desde un comienzo</a:t>
            </a:r>
            <a:r>
              <a:rPr lang="es-MX" sz="2600" dirty="0">
                <a:solidFill>
                  <a:srgbClr val="000000"/>
                </a:solidFill>
                <a:latin typeface="+mn-lt"/>
              </a:rPr>
              <a:t>". </a:t>
            </a:r>
            <a:endParaRPr lang="es-AR" sz="2600" dirty="0" smtClean="0">
              <a:solidFill>
                <a:srgbClr val="000000"/>
              </a:solidFill>
              <a:latin typeface="+mn-lt"/>
            </a:endParaRPr>
          </a:p>
          <a:p>
            <a:pPr algn="just" defTabSz="685800" eaLnBrk="1" hangingPunct="1">
              <a:lnSpc>
                <a:spcPct val="85000"/>
              </a:lnSpc>
              <a:spcBef>
                <a:spcPts val="975"/>
              </a:spcBef>
              <a:buClr>
                <a:srgbClr val="C00000"/>
              </a:buClr>
            </a:pPr>
            <a:endParaRPr lang="es-AR" sz="2600" dirty="0">
              <a:solidFill>
                <a:srgbClr val="000000"/>
              </a:solidFill>
              <a:latin typeface="+mn-lt"/>
            </a:endParaRPr>
          </a:p>
          <a:p>
            <a:pPr marL="68263" indent="-68263" algn="just" defTabSz="685800" eaLnBrk="1" hangingPunct="1">
              <a:lnSpc>
                <a:spcPct val="85000"/>
              </a:lnSpc>
              <a:spcBef>
                <a:spcPts val="975"/>
              </a:spcBef>
              <a:buClr>
                <a:srgbClr val="C00000"/>
              </a:buClr>
              <a:buFont typeface="Arial" charset="0"/>
              <a:buChar char="»"/>
            </a:pPr>
            <a:r>
              <a:rPr lang="es-AR" sz="2600" dirty="0">
                <a:solidFill>
                  <a:srgbClr val="000000"/>
                </a:solidFill>
                <a:latin typeface="+mn-lt"/>
              </a:rPr>
              <a:t>Proceso, “un conjunto estructurado, MEDIBLE de actividades diseñadas para lograr un resultado . Implica un fuerte énfasis en cómo se ejecuta el trabajo dentro de la organización, en contraste con el énfasis en el qué, característico de la focalización en el producto» (Davenport, 1993).</a:t>
            </a:r>
          </a:p>
          <a:p>
            <a:pPr marL="68263" indent="-68263" algn="just" defTabSz="685800" eaLnBrk="1" hangingPunct="1">
              <a:lnSpc>
                <a:spcPct val="85000"/>
              </a:lnSpc>
              <a:spcBef>
                <a:spcPts val="975"/>
              </a:spcBef>
              <a:buClr>
                <a:srgbClr val="C00000"/>
              </a:buClr>
              <a:buFont typeface="Arial" charset="0"/>
              <a:buChar char="»"/>
            </a:pPr>
            <a:endParaRPr lang="es-AR" sz="2600" dirty="0">
              <a:solidFill>
                <a:srgbClr val="000000"/>
              </a:solidFill>
              <a:latin typeface="+mn-lt"/>
            </a:endParaRPr>
          </a:p>
          <a:p>
            <a:endParaRPr lang="es-AR" sz="2400" dirty="0" smtClean="0">
              <a:latin typeface="Trebuchet MS" pitchFamily="34" charset="0"/>
              <a:cs typeface="Estrangelo Edessa" pitchFamily="66" charset="0"/>
            </a:endParaRPr>
          </a:p>
          <a:p>
            <a:endParaRPr lang="es-AR" sz="2400" dirty="0">
              <a:latin typeface="Trebuchet MS" pitchFamily="34" charset="0"/>
              <a:cs typeface="Estrangelo Edessa" pitchFamily="66" charset="0"/>
            </a:endParaRPr>
          </a:p>
          <a:p>
            <a:endParaRPr lang="es-AR" sz="2400" dirty="0" smtClean="0">
              <a:latin typeface="Trebuchet MS" pitchFamily="34" charset="0"/>
              <a:cs typeface="Estrangelo Edessa" pitchFamily="66" charset="0"/>
            </a:endParaRPr>
          </a:p>
          <a:p>
            <a:endParaRPr lang="es-AR" sz="2400" dirty="0">
              <a:latin typeface="Trebuchet MS" pitchFamily="34" charset="0"/>
              <a:cs typeface="Estrangelo Edessa" pitchFamily="66" charset="0"/>
            </a:endParaRPr>
          </a:p>
          <a:p>
            <a:endParaRPr lang="en-US" sz="2400" dirty="0">
              <a:latin typeface="Trebuchet MS" pitchFamily="34" charset="0"/>
              <a:cs typeface="Estrangelo Edessa" pitchFamily="66" charset="0"/>
            </a:endParaRPr>
          </a:p>
        </p:txBody>
      </p:sp>
    </p:spTree>
    <p:extLst>
      <p:ext uri="{BB962C8B-B14F-4D97-AF65-F5344CB8AC3E}">
        <p14:creationId xmlns:p14="http://schemas.microsoft.com/office/powerpoint/2010/main" val="79298069"/>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2135188" y="1295400"/>
            <a:ext cx="7772400" cy="5562600"/>
          </a:xfrm>
        </p:spPr>
        <p:txBody>
          <a:bodyPr/>
          <a:lstStyle/>
          <a:p>
            <a:pPr marL="0" indent="0" algn="just" eaLnBrk="1" hangingPunct="1">
              <a:buNone/>
            </a:pPr>
            <a:r>
              <a:rPr lang="es-ES_tradnl" altLang="es-AR" sz="2600" dirty="0" smtClean="0">
                <a:solidFill>
                  <a:srgbClr val="000000"/>
                </a:solidFill>
              </a:rPr>
              <a:t> </a:t>
            </a:r>
            <a:endParaRPr lang="es-ES_tradnl" altLang="es-AR" sz="2600" dirty="0">
              <a:solidFill>
                <a:srgbClr val="000000"/>
              </a:solidFill>
            </a:endParaRPr>
          </a:p>
          <a:p>
            <a:pPr algn="just" eaLnBrk="1" hangingPunct="1"/>
            <a:r>
              <a:rPr lang="es-ES_tradnl" altLang="es-AR" sz="2600" dirty="0">
                <a:solidFill>
                  <a:srgbClr val="000000"/>
                </a:solidFill>
              </a:rPr>
              <a:t>La calidad es una blanco móvil por lo tanto el proceso de cambio continuo debe considerarse como una practica normal, donde cambios y desarrollos menores no deben ser vistos como una amenaza al ambiente de trabajo establecido. </a:t>
            </a:r>
          </a:p>
          <a:p>
            <a:pPr algn="just" eaLnBrk="1" hangingPunct="1"/>
            <a:r>
              <a:rPr lang="es-ES_tradnl" altLang="es-AR" sz="2600" dirty="0">
                <a:solidFill>
                  <a:srgbClr val="000000"/>
                </a:solidFill>
              </a:rPr>
              <a:t>Este termino se refiere a que tanto el producto como el proceso productivo deben ser optimizados de manera constante y además se debe buscar la prevención de defectos. </a:t>
            </a:r>
          </a:p>
        </p:txBody>
      </p:sp>
      <p:sp>
        <p:nvSpPr>
          <p:cNvPr id="2" name="Rectángulo 1"/>
          <p:cNvSpPr/>
          <p:nvPr/>
        </p:nvSpPr>
        <p:spPr>
          <a:xfrm>
            <a:off x="1631504" y="764704"/>
            <a:ext cx="6866560" cy="563231"/>
          </a:xfrm>
          <a:prstGeom prst="rect">
            <a:avLst/>
          </a:prstGeom>
          <a:noFill/>
        </p:spPr>
        <p:txBody>
          <a:bodyPr wrap="square" rtlCol="0">
            <a:spAutoFit/>
          </a:bodyPr>
          <a:lstStyle/>
          <a:p>
            <a:pPr defTabSz="685800" eaLnBrk="1" hangingPunct="1">
              <a:lnSpc>
                <a:spcPct val="85000"/>
              </a:lnSpc>
            </a:pPr>
            <a:r>
              <a:rPr lang="es-ES_tradnl" altLang="es-AR" sz="3600" spc="-90" dirty="0">
                <a:solidFill>
                  <a:schemeClr val="accent1"/>
                </a:solidFill>
                <a:latin typeface="+mj-lt"/>
                <a:ea typeface="+mj-ea"/>
                <a:cs typeface="+mj-cs"/>
              </a:rPr>
              <a:t>La mejora continua o </a:t>
            </a:r>
            <a:r>
              <a:rPr lang="es-ES_tradnl" altLang="es-AR" sz="3600" spc="-90" dirty="0" err="1">
                <a:solidFill>
                  <a:schemeClr val="accent1"/>
                </a:solidFill>
                <a:latin typeface="+mj-lt"/>
                <a:ea typeface="+mj-ea"/>
                <a:cs typeface="+mj-cs"/>
              </a:rPr>
              <a:t>incrementalismo</a:t>
            </a:r>
            <a:endParaRPr lang="es-AR" sz="3600" spc="-90" dirty="0">
              <a:solidFill>
                <a:schemeClr val="accent1"/>
              </a:solidFill>
              <a:latin typeface="+mj-lt"/>
              <a:ea typeface="+mj-ea"/>
              <a:cs typeface="+mj-cs"/>
            </a:endParaRPr>
          </a:p>
        </p:txBody>
      </p:sp>
    </p:spTree>
    <p:extLst>
      <p:ext uri="{BB962C8B-B14F-4D97-AF65-F5344CB8AC3E}">
        <p14:creationId xmlns:p14="http://schemas.microsoft.com/office/powerpoint/2010/main" val="1479702148"/>
      </p:ext>
    </p:extLst>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Ciclo PDCA o ciclo de DEMING</a:t>
            </a:r>
            <a:endParaRPr lang="es-AR" dirty="0"/>
          </a:p>
        </p:txBody>
      </p:sp>
      <p:sp>
        <p:nvSpPr>
          <p:cNvPr id="3" name="Marcador de número de diapositiva 2"/>
          <p:cNvSpPr>
            <a:spLocks noGrp="1"/>
          </p:cNvSpPr>
          <p:nvPr>
            <p:ph type="sldNum" sz="quarter" idx="10"/>
          </p:nvPr>
        </p:nvSpPr>
        <p:spPr/>
        <p:txBody>
          <a:bodyPr/>
          <a:lstStyle/>
          <a:p>
            <a:fld id="{A06DBA4C-BE2D-4FDA-A3F1-EFC03F3DB517}" type="slidenum">
              <a:rPr lang="es-ES" smtClean="0"/>
              <a:pPr/>
              <a:t>4</a:t>
            </a:fld>
            <a:endParaRPr lang="es-ES"/>
          </a:p>
        </p:txBody>
      </p:sp>
      <p:sp>
        <p:nvSpPr>
          <p:cNvPr id="4" name="Marcador de pie de página 3"/>
          <p:cNvSpPr>
            <a:spLocks noGrp="1"/>
          </p:cNvSpPr>
          <p:nvPr>
            <p:ph type="ftr" sz="quarter" idx="12"/>
          </p:nvPr>
        </p:nvSpPr>
        <p:spPr/>
        <p:txBody>
          <a:bodyPr/>
          <a:lstStyle/>
          <a:p>
            <a:r>
              <a:rPr lang="es-ES" smtClean="0"/>
              <a:t>Calidad de Sistemas de Software  - 2019</a:t>
            </a:r>
            <a:endParaRPr lang="es-ES"/>
          </a:p>
        </p:txBody>
      </p:sp>
      <p:graphicFrame>
        <p:nvGraphicFramePr>
          <p:cNvPr id="6" name="Object 3"/>
          <p:cNvGraphicFramePr>
            <a:graphicFrameLocks noChangeAspect="1"/>
          </p:cNvGraphicFramePr>
          <p:nvPr>
            <p:extLst>
              <p:ext uri="{D42A27DB-BD31-4B8C-83A1-F6EECF244321}">
                <p14:modId xmlns:p14="http://schemas.microsoft.com/office/powerpoint/2010/main" val="2615654585"/>
              </p:ext>
            </p:extLst>
          </p:nvPr>
        </p:nvGraphicFramePr>
        <p:xfrm>
          <a:off x="1847851" y="1081262"/>
          <a:ext cx="8524875" cy="4953000"/>
        </p:xfrm>
        <a:graphic>
          <a:graphicData uri="http://schemas.openxmlformats.org/presentationml/2006/ole">
            <mc:AlternateContent xmlns:mc="http://schemas.openxmlformats.org/markup-compatibility/2006">
              <mc:Choice xmlns:v="urn:schemas-microsoft-com:vml" Requires="v">
                <p:oleObj spid="_x0000_s3087" name="Documento" r:id="rId3" imgW="5690616" imgH="3307080" progId="Word.Document.8">
                  <p:embed/>
                </p:oleObj>
              </mc:Choice>
              <mc:Fallback>
                <p:oleObj name="Documento" r:id="rId3" imgW="5690616" imgH="330708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851" y="1081262"/>
                        <a:ext cx="8524875"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60144133"/>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1847850" y="1700213"/>
            <a:ext cx="84582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68263" indent="-68263" algn="just" defTabSz="685800" eaLnBrk="1" hangingPunct="1">
              <a:lnSpc>
                <a:spcPct val="85000"/>
              </a:lnSpc>
              <a:spcBef>
                <a:spcPts val="975"/>
              </a:spcBef>
              <a:buClr>
                <a:srgbClr val="C00000"/>
              </a:buClr>
              <a:buFont typeface="Arial" charset="0"/>
              <a:buChar char="»"/>
            </a:pPr>
            <a:r>
              <a:rPr lang="es-ES_tradnl" altLang="es-AR" sz="2600" dirty="0">
                <a:solidFill>
                  <a:srgbClr val="000000"/>
                </a:solidFill>
                <a:latin typeface="+mn-lt"/>
                <a:cs typeface="+mn-cs"/>
              </a:rPr>
              <a:t>En Japón se utiliza el termino </a:t>
            </a:r>
            <a:r>
              <a:rPr lang="es-ES_tradnl" altLang="es-AR" sz="2600" dirty="0" err="1">
                <a:solidFill>
                  <a:srgbClr val="000000"/>
                </a:solidFill>
                <a:latin typeface="+mn-lt"/>
                <a:cs typeface="+mn-cs"/>
              </a:rPr>
              <a:t>kaizen</a:t>
            </a:r>
            <a:r>
              <a:rPr lang="es-ES_tradnl" altLang="es-AR" sz="2600" dirty="0">
                <a:solidFill>
                  <a:srgbClr val="000000"/>
                </a:solidFill>
                <a:latin typeface="+mn-lt"/>
                <a:cs typeface="+mn-cs"/>
              </a:rPr>
              <a:t>  para referirse al sistema que respalda la mejora continua. Este termino significa mejora involucrando a todos, incluyendo a gerentes y operarios. </a:t>
            </a:r>
          </a:p>
          <a:p>
            <a:pPr marL="68263" indent="-68263" algn="just" defTabSz="685800" eaLnBrk="1" hangingPunct="1">
              <a:lnSpc>
                <a:spcPct val="85000"/>
              </a:lnSpc>
              <a:spcBef>
                <a:spcPts val="975"/>
              </a:spcBef>
              <a:buClr>
                <a:srgbClr val="C00000"/>
              </a:buClr>
              <a:buFont typeface="Arial" charset="0"/>
              <a:buChar char="»"/>
            </a:pPr>
            <a:r>
              <a:rPr lang="es-ES_tradnl" altLang="es-AR" sz="2600" dirty="0">
                <a:solidFill>
                  <a:srgbClr val="000000"/>
                </a:solidFill>
                <a:latin typeface="+mn-lt"/>
                <a:cs typeface="+mn-cs"/>
              </a:rPr>
              <a:t>La idea es crear  un ciclo continuo con el fin de mantener la competitividad de una empresa.</a:t>
            </a:r>
          </a:p>
          <a:p>
            <a:pPr marL="68263" indent="-68263" algn="just" defTabSz="685800" eaLnBrk="1" hangingPunct="1">
              <a:lnSpc>
                <a:spcPct val="85000"/>
              </a:lnSpc>
              <a:spcBef>
                <a:spcPts val="975"/>
              </a:spcBef>
              <a:buClr>
                <a:srgbClr val="C00000"/>
              </a:buClr>
              <a:buFont typeface="Arial" charset="0"/>
              <a:buChar char="»"/>
            </a:pPr>
            <a:r>
              <a:rPr lang="es-ES_tradnl" altLang="es-AR" sz="2600" dirty="0" err="1">
                <a:solidFill>
                  <a:srgbClr val="000000"/>
                </a:solidFill>
                <a:latin typeface="+mn-lt"/>
                <a:cs typeface="+mn-cs"/>
              </a:rPr>
              <a:t>learning</a:t>
            </a:r>
            <a:r>
              <a:rPr lang="es-ES_tradnl" altLang="es-AR" sz="2600" dirty="0">
                <a:solidFill>
                  <a:srgbClr val="000000"/>
                </a:solidFill>
                <a:latin typeface="+mn-lt"/>
                <a:cs typeface="+mn-cs"/>
              </a:rPr>
              <a:t> </a:t>
            </a:r>
            <a:r>
              <a:rPr lang="es-ES_tradnl" altLang="es-AR" sz="2600" dirty="0" err="1">
                <a:solidFill>
                  <a:srgbClr val="000000"/>
                </a:solidFill>
                <a:latin typeface="+mn-lt"/>
                <a:cs typeface="+mn-cs"/>
              </a:rPr>
              <a:t>by</a:t>
            </a:r>
            <a:r>
              <a:rPr lang="es-ES_tradnl" altLang="es-AR" sz="2600" dirty="0">
                <a:solidFill>
                  <a:srgbClr val="000000"/>
                </a:solidFill>
                <a:latin typeface="+mn-lt"/>
                <a:cs typeface="+mn-cs"/>
              </a:rPr>
              <a:t> </a:t>
            </a:r>
            <a:r>
              <a:rPr lang="es-ES_tradnl" altLang="es-AR" sz="2600" dirty="0" err="1">
                <a:solidFill>
                  <a:srgbClr val="000000"/>
                </a:solidFill>
                <a:latin typeface="+mn-lt"/>
                <a:cs typeface="+mn-cs"/>
              </a:rPr>
              <a:t>doing</a:t>
            </a:r>
            <a:r>
              <a:rPr lang="es-ES_tradnl" altLang="es-AR" sz="2600" dirty="0">
                <a:solidFill>
                  <a:srgbClr val="000000"/>
                </a:solidFill>
                <a:latin typeface="+mn-lt"/>
                <a:cs typeface="+mn-cs"/>
              </a:rPr>
              <a:t> - aprovechar conocimiento tácito de la gente en la organización-</a:t>
            </a:r>
          </a:p>
          <a:p>
            <a:pPr marL="68263" indent="-68263" algn="just" defTabSz="685800" eaLnBrk="1" hangingPunct="1">
              <a:lnSpc>
                <a:spcPct val="85000"/>
              </a:lnSpc>
              <a:spcBef>
                <a:spcPts val="975"/>
              </a:spcBef>
              <a:buClr>
                <a:srgbClr val="C00000"/>
              </a:buClr>
              <a:buFont typeface="Arial" charset="0"/>
              <a:buChar char="»"/>
            </a:pPr>
            <a:r>
              <a:rPr lang="es-ES_tradnl" altLang="es-AR" sz="2600" dirty="0" err="1">
                <a:solidFill>
                  <a:srgbClr val="000000"/>
                </a:solidFill>
                <a:latin typeface="+mn-lt"/>
                <a:cs typeface="+mn-cs"/>
              </a:rPr>
              <a:t>Learning</a:t>
            </a:r>
            <a:r>
              <a:rPr lang="es-ES_tradnl" altLang="es-AR" sz="2600" dirty="0">
                <a:solidFill>
                  <a:srgbClr val="000000"/>
                </a:solidFill>
                <a:latin typeface="+mn-lt"/>
                <a:cs typeface="+mn-cs"/>
              </a:rPr>
              <a:t> </a:t>
            </a:r>
            <a:r>
              <a:rPr lang="es-ES_tradnl" altLang="es-AR" sz="2600" dirty="0" err="1">
                <a:solidFill>
                  <a:srgbClr val="000000"/>
                </a:solidFill>
                <a:latin typeface="+mn-lt"/>
                <a:cs typeface="+mn-cs"/>
              </a:rPr>
              <a:t>by</a:t>
            </a:r>
            <a:r>
              <a:rPr lang="es-ES_tradnl" altLang="es-AR" sz="2600" dirty="0">
                <a:solidFill>
                  <a:srgbClr val="000000"/>
                </a:solidFill>
                <a:latin typeface="+mn-lt"/>
                <a:cs typeface="+mn-cs"/>
              </a:rPr>
              <a:t> </a:t>
            </a:r>
            <a:r>
              <a:rPr lang="es-ES_tradnl" altLang="es-AR" sz="2600" dirty="0" err="1">
                <a:solidFill>
                  <a:srgbClr val="000000"/>
                </a:solidFill>
                <a:latin typeface="+mn-lt"/>
                <a:cs typeface="+mn-cs"/>
              </a:rPr>
              <a:t>using</a:t>
            </a:r>
            <a:r>
              <a:rPr lang="es-ES_tradnl" altLang="es-AR" sz="2600" dirty="0">
                <a:solidFill>
                  <a:srgbClr val="000000"/>
                </a:solidFill>
                <a:latin typeface="+mn-lt"/>
                <a:cs typeface="+mn-cs"/>
              </a:rPr>
              <a:t>- cuello de botella en producción oportunidad de mejora- </a:t>
            </a:r>
          </a:p>
        </p:txBody>
      </p:sp>
      <p:sp>
        <p:nvSpPr>
          <p:cNvPr id="3" name="Título 1"/>
          <p:cNvSpPr>
            <a:spLocks noGrp="1"/>
          </p:cNvSpPr>
          <p:nvPr>
            <p:ph type="title"/>
          </p:nvPr>
        </p:nvSpPr>
        <p:spPr>
          <a:xfrm>
            <a:off x="623888" y="500065"/>
            <a:ext cx="10806112" cy="1273175"/>
          </a:xfrm>
        </p:spPr>
        <p:txBody>
          <a:bodyPr/>
          <a:lstStyle/>
          <a:p>
            <a:r>
              <a:rPr lang="es-AR" dirty="0" smtClean="0"/>
              <a:t>Mejora Continua o KAIZEN</a:t>
            </a:r>
            <a:endParaRPr lang="es-AR" dirty="0"/>
          </a:p>
        </p:txBody>
      </p:sp>
    </p:spTree>
    <p:extLst>
      <p:ext uri="{BB962C8B-B14F-4D97-AF65-F5344CB8AC3E}">
        <p14:creationId xmlns:p14="http://schemas.microsoft.com/office/powerpoint/2010/main" val="2400893247"/>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1"/>
          </p:nvPr>
        </p:nvSpPr>
        <p:spPr>
          <a:xfrm>
            <a:off x="2063750" y="1628775"/>
            <a:ext cx="7772400" cy="4114800"/>
          </a:xfrm>
        </p:spPr>
        <p:txBody>
          <a:bodyPr/>
          <a:lstStyle/>
          <a:p>
            <a:pPr eaLnBrk="1" hangingPunct="1"/>
            <a:r>
              <a:rPr lang="es-ES_tradnl" altLang="es-AR" sz="2600" dirty="0">
                <a:solidFill>
                  <a:srgbClr val="000000"/>
                </a:solidFill>
              </a:rPr>
              <a:t>La mejora continua como parte de la Calidad Total excede los limites de la empresa, ya que se debe involucrar a los proveedores, evaluándolos e incentivándolos para lograr metas. </a:t>
            </a:r>
          </a:p>
          <a:p>
            <a:pPr eaLnBrk="1" hangingPunct="1"/>
            <a:r>
              <a:rPr lang="es-ES_tradnl" altLang="es-AR" sz="2600" dirty="0">
                <a:solidFill>
                  <a:srgbClr val="000000"/>
                </a:solidFill>
              </a:rPr>
              <a:t>De esta forma el crecimiento de una de las partes ayudara a la otra.</a:t>
            </a:r>
          </a:p>
          <a:p>
            <a:pPr eaLnBrk="1" hangingPunct="1"/>
            <a:r>
              <a:rPr lang="es-ES_tradnl" altLang="es-AR" sz="2600" dirty="0">
                <a:solidFill>
                  <a:srgbClr val="000000"/>
                </a:solidFill>
              </a:rPr>
              <a:t>La mejora continua puede aplicarse mediante el uso de técnicas de </a:t>
            </a:r>
            <a:r>
              <a:rPr lang="es-ES_tradnl" altLang="es-AR" sz="2600" b="1" dirty="0">
                <a:solidFill>
                  <a:srgbClr val="000000"/>
                </a:solidFill>
              </a:rPr>
              <a:t>Benchmarking</a:t>
            </a:r>
            <a:r>
              <a:rPr lang="es-ES_tradnl" altLang="es-AR" sz="2600" dirty="0">
                <a:solidFill>
                  <a:srgbClr val="000000"/>
                </a:solidFill>
              </a:rPr>
              <a:t>.</a:t>
            </a:r>
          </a:p>
          <a:p>
            <a:pPr eaLnBrk="1" hangingPunct="1"/>
            <a:endParaRPr lang="es-ES_tradnl" altLang="es-AR" dirty="0" smtClean="0"/>
          </a:p>
          <a:p>
            <a:pPr eaLnBrk="1" hangingPunct="1"/>
            <a:endParaRPr lang="es-ES_tradnl" altLang="es-AR" dirty="0" smtClean="0"/>
          </a:p>
        </p:txBody>
      </p:sp>
      <p:sp>
        <p:nvSpPr>
          <p:cNvPr id="3" name="Título 1"/>
          <p:cNvSpPr>
            <a:spLocks noGrp="1"/>
          </p:cNvSpPr>
          <p:nvPr>
            <p:ph type="title"/>
          </p:nvPr>
        </p:nvSpPr>
        <p:spPr>
          <a:xfrm>
            <a:off x="623888" y="500065"/>
            <a:ext cx="10806112" cy="1273175"/>
          </a:xfrm>
        </p:spPr>
        <p:txBody>
          <a:bodyPr/>
          <a:lstStyle/>
          <a:p>
            <a:r>
              <a:rPr lang="es-AR" dirty="0" smtClean="0"/>
              <a:t>Mejora Continua o KAIZEN</a:t>
            </a:r>
            <a:endParaRPr lang="es-AR" dirty="0"/>
          </a:p>
        </p:txBody>
      </p:sp>
    </p:spTree>
    <p:extLst>
      <p:ext uri="{BB962C8B-B14F-4D97-AF65-F5344CB8AC3E}">
        <p14:creationId xmlns:p14="http://schemas.microsoft.com/office/powerpoint/2010/main" val="3546203289"/>
      </p:ext>
    </p:extLst>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s-AR" altLang="es-AR" dirty="0"/>
              <a:t>Benchmarking</a:t>
            </a:r>
            <a:endParaRPr lang="es-ES" altLang="es-AR" dirty="0"/>
          </a:p>
        </p:txBody>
      </p:sp>
      <p:sp>
        <p:nvSpPr>
          <p:cNvPr id="8195" name="Rectangle 3"/>
          <p:cNvSpPr>
            <a:spLocks noGrp="1" noChangeArrowheads="1"/>
          </p:cNvSpPr>
          <p:nvPr>
            <p:ph sz="quarter" idx="1"/>
          </p:nvPr>
        </p:nvSpPr>
        <p:spPr>
          <a:xfrm>
            <a:off x="1981200" y="1719264"/>
            <a:ext cx="8362950" cy="4733925"/>
          </a:xfrm>
        </p:spPr>
        <p:txBody>
          <a:bodyPr>
            <a:normAutofit/>
          </a:bodyPr>
          <a:lstStyle/>
          <a:p>
            <a:pPr algn="just">
              <a:buSzPct val="70000"/>
            </a:pPr>
            <a:r>
              <a:rPr lang="es-AR" altLang="es-AR" sz="2400" dirty="0" smtClean="0">
                <a:solidFill>
                  <a:srgbClr val="000000"/>
                </a:solidFill>
              </a:rPr>
              <a:t>Técnica surgida en la empresa XEROX en los ’80</a:t>
            </a:r>
          </a:p>
          <a:p>
            <a:pPr algn="just">
              <a:buSzPct val="70000"/>
            </a:pPr>
            <a:r>
              <a:rPr lang="es-AR" sz="2400" dirty="0"/>
              <a:t>P</a:t>
            </a:r>
            <a:r>
              <a:rPr lang="es-AR" sz="2400" dirty="0" smtClean="0"/>
              <a:t>roceso </a:t>
            </a:r>
            <a:r>
              <a:rPr lang="es-AR" sz="2400" dirty="0"/>
              <a:t>continuo por el cual se toma como referencia los productos, servicios o procesos de trabajo de las empresas</a:t>
            </a:r>
            <a:endParaRPr lang="es-AR" altLang="es-AR" sz="2400" dirty="0" smtClean="0">
              <a:solidFill>
                <a:srgbClr val="000000"/>
              </a:solidFill>
            </a:endParaRPr>
          </a:p>
          <a:p>
            <a:pPr algn="just">
              <a:buSzPct val="70000"/>
            </a:pPr>
            <a:r>
              <a:rPr lang="es-AR" altLang="es-AR" sz="2400" dirty="0" smtClean="0">
                <a:solidFill>
                  <a:srgbClr val="000000"/>
                </a:solidFill>
              </a:rPr>
              <a:t>Cuatro </a:t>
            </a:r>
            <a:r>
              <a:rPr lang="es-AR" altLang="es-AR" sz="2400" dirty="0">
                <a:solidFill>
                  <a:srgbClr val="000000"/>
                </a:solidFill>
              </a:rPr>
              <a:t>pasos básicos:</a:t>
            </a:r>
          </a:p>
          <a:p>
            <a:pPr marL="0" indent="0" algn="just">
              <a:buSzPct val="70000"/>
              <a:buNone/>
            </a:pPr>
            <a:r>
              <a:rPr lang="es-AR" altLang="es-AR" sz="2400" dirty="0" smtClean="0">
                <a:solidFill>
                  <a:srgbClr val="000000"/>
                </a:solidFill>
              </a:rPr>
              <a:t>	1.Conozca </a:t>
            </a:r>
            <a:r>
              <a:rPr lang="es-AR" altLang="es-AR" sz="2400" dirty="0">
                <a:solidFill>
                  <a:srgbClr val="000000"/>
                </a:solidFill>
              </a:rPr>
              <a:t>su operación</a:t>
            </a:r>
          </a:p>
          <a:p>
            <a:pPr marL="0" indent="0" algn="just">
              <a:buSzPct val="70000"/>
              <a:buNone/>
            </a:pPr>
            <a:r>
              <a:rPr lang="es-AR" altLang="es-AR" sz="2400" dirty="0" smtClean="0">
                <a:solidFill>
                  <a:srgbClr val="000000"/>
                </a:solidFill>
              </a:rPr>
              <a:t>	2.Conozca </a:t>
            </a:r>
            <a:r>
              <a:rPr lang="es-AR" altLang="es-AR" sz="2400" dirty="0">
                <a:solidFill>
                  <a:srgbClr val="000000"/>
                </a:solidFill>
              </a:rPr>
              <a:t>las industrias lideres o competidoras</a:t>
            </a:r>
          </a:p>
          <a:p>
            <a:pPr marL="0" indent="0" algn="just">
              <a:buSzPct val="70000"/>
              <a:buNone/>
            </a:pPr>
            <a:r>
              <a:rPr lang="es-AR" altLang="es-AR" sz="2400" dirty="0" smtClean="0">
                <a:solidFill>
                  <a:srgbClr val="000000"/>
                </a:solidFill>
              </a:rPr>
              <a:t>	3.Incorpore </a:t>
            </a:r>
            <a:r>
              <a:rPr lang="es-AR" altLang="es-AR" sz="2400" dirty="0">
                <a:solidFill>
                  <a:srgbClr val="000000"/>
                </a:solidFill>
              </a:rPr>
              <a:t>lo mejor</a:t>
            </a:r>
          </a:p>
          <a:p>
            <a:pPr marL="0" indent="0" algn="just">
              <a:buSzPct val="70000"/>
              <a:buNone/>
            </a:pPr>
            <a:r>
              <a:rPr lang="es-AR" altLang="es-AR" sz="2400" dirty="0" smtClean="0">
                <a:solidFill>
                  <a:srgbClr val="000000"/>
                </a:solidFill>
              </a:rPr>
              <a:t>	4.Adquiera </a:t>
            </a:r>
            <a:r>
              <a:rPr lang="es-AR" altLang="es-AR" sz="2400" dirty="0">
                <a:solidFill>
                  <a:srgbClr val="000000"/>
                </a:solidFill>
              </a:rPr>
              <a:t>superioridad</a:t>
            </a:r>
          </a:p>
          <a:p>
            <a:pPr algn="just">
              <a:buSzPct val="70000"/>
            </a:pPr>
            <a:r>
              <a:rPr lang="es-AR" altLang="es-AR" sz="2400" dirty="0">
                <a:solidFill>
                  <a:srgbClr val="000000"/>
                </a:solidFill>
              </a:rPr>
              <a:t>Proporciona una base objetiva a la </a:t>
            </a:r>
            <a:r>
              <a:rPr lang="es-AR" altLang="es-AR" sz="2400" dirty="0" smtClean="0">
                <a:solidFill>
                  <a:srgbClr val="000000"/>
                </a:solidFill>
              </a:rPr>
              <a:t>necesidad de </a:t>
            </a:r>
            <a:r>
              <a:rPr lang="es-AR" altLang="es-AR" sz="2400" dirty="0">
                <a:solidFill>
                  <a:srgbClr val="000000"/>
                </a:solidFill>
              </a:rPr>
              <a:t>incrementar el esfuerzo de la ingeniería </a:t>
            </a:r>
            <a:r>
              <a:rPr lang="es-AR" altLang="es-AR" sz="2400" dirty="0" smtClean="0">
                <a:solidFill>
                  <a:srgbClr val="000000"/>
                </a:solidFill>
              </a:rPr>
              <a:t>de Calidad </a:t>
            </a:r>
            <a:r>
              <a:rPr lang="es-AR" altLang="es-AR" sz="2400" dirty="0">
                <a:solidFill>
                  <a:srgbClr val="000000"/>
                </a:solidFill>
              </a:rPr>
              <a:t>en una situación especifica</a:t>
            </a:r>
            <a:r>
              <a:rPr lang="es-AR" altLang="es-AR" sz="2400" dirty="0" smtClean="0"/>
              <a:t>.</a:t>
            </a:r>
            <a:endParaRPr lang="es-ES" altLang="es-AR" sz="2400" dirty="0" smtClean="0"/>
          </a:p>
        </p:txBody>
      </p:sp>
    </p:spTree>
    <p:extLst>
      <p:ext uri="{BB962C8B-B14F-4D97-AF65-F5344CB8AC3E}">
        <p14:creationId xmlns:p14="http://schemas.microsoft.com/office/powerpoint/2010/main" val="334547690"/>
      </p:ext>
    </p:extLst>
  </p:cSld>
  <p:clrMapOvr>
    <a:overrideClrMapping bg1="lt1" tx1="dk1" bg2="lt2" tx2="dk2" accent1="accent1" accent2="accent2" accent3="accent3" accent4="accent4" accent5="accent5" accent6="accent6" hlink="hlink" folHlink="folHlink"/>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s-AR" altLang="es-AR" dirty="0" smtClean="0"/>
              <a:t>Ejemplos</a:t>
            </a:r>
            <a:endParaRPr lang="es-ES" altLang="es-AR" dirty="0" smtClean="0"/>
          </a:p>
        </p:txBody>
      </p:sp>
      <p:sp>
        <p:nvSpPr>
          <p:cNvPr id="9219" name="Rectangle 3"/>
          <p:cNvSpPr>
            <a:spLocks noGrp="1" noChangeArrowheads="1"/>
          </p:cNvSpPr>
          <p:nvPr>
            <p:ph type="body" idx="1"/>
          </p:nvPr>
        </p:nvSpPr>
        <p:spPr/>
        <p:txBody>
          <a:bodyPr>
            <a:normAutofit/>
          </a:bodyPr>
          <a:lstStyle/>
          <a:p>
            <a:r>
              <a:rPr lang="es-AR" altLang="es-AR" sz="2600" dirty="0">
                <a:solidFill>
                  <a:srgbClr val="000000"/>
                </a:solidFill>
              </a:rPr>
              <a:t>Benchmarking interno en la corporación. </a:t>
            </a:r>
          </a:p>
          <a:p>
            <a:r>
              <a:rPr lang="es-AR" altLang="es-AR" sz="2600" dirty="0">
                <a:solidFill>
                  <a:srgbClr val="000000"/>
                </a:solidFill>
              </a:rPr>
              <a:t>En un determinado sector, </a:t>
            </a:r>
            <a:r>
              <a:rPr lang="es-AR" altLang="es-AR" sz="2600" dirty="0" smtClean="0">
                <a:solidFill>
                  <a:srgbClr val="000000"/>
                </a:solidFill>
              </a:rPr>
              <a:t>output </a:t>
            </a:r>
            <a:r>
              <a:rPr lang="es-AR" altLang="es-AR" sz="2600" dirty="0">
                <a:solidFill>
                  <a:srgbClr val="000000"/>
                </a:solidFill>
              </a:rPr>
              <a:t>de producción o eficiencia</a:t>
            </a:r>
          </a:p>
          <a:p>
            <a:r>
              <a:rPr lang="es-AR" altLang="es-AR" sz="2600" dirty="0">
                <a:solidFill>
                  <a:srgbClr val="000000"/>
                </a:solidFill>
              </a:rPr>
              <a:t>Uso de inteligencia competitiva.</a:t>
            </a:r>
          </a:p>
          <a:p>
            <a:pPr marL="0" indent="0">
              <a:buNone/>
            </a:pPr>
            <a:endParaRPr lang="es-ES" altLang="es-AR" sz="2600" dirty="0">
              <a:solidFill>
                <a:srgbClr val="000000"/>
              </a:solidFill>
            </a:endParaRPr>
          </a:p>
        </p:txBody>
      </p:sp>
    </p:spTree>
    <p:extLst>
      <p:ext uri="{BB962C8B-B14F-4D97-AF65-F5344CB8AC3E}">
        <p14:creationId xmlns:p14="http://schemas.microsoft.com/office/powerpoint/2010/main" val="1414153415"/>
      </p:ext>
    </p:extLst>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body" idx="1"/>
          </p:nvPr>
        </p:nvSpPr>
        <p:spPr>
          <a:xfrm>
            <a:off x="1415480" y="1916832"/>
            <a:ext cx="8748713" cy="5562600"/>
          </a:xfrm>
        </p:spPr>
        <p:txBody>
          <a:bodyPr/>
          <a:lstStyle/>
          <a:p>
            <a:pPr algn="just" eaLnBrk="1" hangingPunct="1"/>
            <a:r>
              <a:rPr lang="es-ES_tradnl" altLang="es-AR" sz="2600" dirty="0" smtClean="0">
                <a:solidFill>
                  <a:srgbClr val="000000"/>
                </a:solidFill>
              </a:rPr>
              <a:t>Existe </a:t>
            </a:r>
            <a:r>
              <a:rPr lang="es-ES_tradnl" altLang="es-AR" sz="2600" dirty="0">
                <a:solidFill>
                  <a:srgbClr val="000000"/>
                </a:solidFill>
              </a:rPr>
              <a:t>una gran cantidad de métodos para trabajar en la resolución de problemas en forma grupal. Por ejemplo </a:t>
            </a:r>
            <a:r>
              <a:rPr lang="es-ES_tradnl" altLang="es-AR" sz="2600" dirty="0" err="1">
                <a:solidFill>
                  <a:srgbClr val="000000"/>
                </a:solidFill>
              </a:rPr>
              <a:t>brainstorming</a:t>
            </a:r>
            <a:r>
              <a:rPr lang="es-ES_tradnl" altLang="es-AR" sz="2600" dirty="0">
                <a:solidFill>
                  <a:srgbClr val="000000"/>
                </a:solidFill>
              </a:rPr>
              <a:t> es una herramienta común utilizada durante la etapa de identificación de procesos que requieren mejoría. </a:t>
            </a:r>
          </a:p>
          <a:p>
            <a:pPr algn="just" eaLnBrk="1" hangingPunct="1"/>
            <a:r>
              <a:rPr lang="es-ES_tradnl" altLang="es-AR" sz="2600" dirty="0">
                <a:solidFill>
                  <a:srgbClr val="000000"/>
                </a:solidFill>
              </a:rPr>
              <a:t>Otras herramientas </a:t>
            </a:r>
            <a:r>
              <a:rPr lang="es-ES_tradnl" altLang="es-AR" sz="2600" dirty="0" err="1">
                <a:solidFill>
                  <a:srgbClr val="000000"/>
                </a:solidFill>
              </a:rPr>
              <a:t>utiles</a:t>
            </a:r>
            <a:r>
              <a:rPr lang="es-ES_tradnl" altLang="es-AR" sz="2600" dirty="0">
                <a:solidFill>
                  <a:srgbClr val="000000"/>
                </a:solidFill>
              </a:rPr>
              <a:t> para recolección de datos y análisis son: Gráficos de control, muestreo estadístico, diseño de experimentos, análisis de Pareto, Histogramas de frecuencias, AMFE, </a:t>
            </a:r>
            <a:r>
              <a:rPr lang="es-ES_tradnl" altLang="es-AR" sz="2600" dirty="0">
                <a:solidFill>
                  <a:schemeClr val="tx2"/>
                </a:solidFill>
                <a:hlinkClick r:id="rId2" action="ppaction://hlinkpres?slideindex=1&amp;slidetitle="/>
              </a:rPr>
              <a:t>diagrama de Ishikawa</a:t>
            </a:r>
            <a:r>
              <a:rPr lang="es-ES_tradnl" altLang="es-AR" sz="2600" dirty="0">
                <a:solidFill>
                  <a:srgbClr val="000000"/>
                </a:solidFill>
              </a:rPr>
              <a:t> (o espina de pescado), entre otras.</a:t>
            </a:r>
          </a:p>
        </p:txBody>
      </p:sp>
      <p:sp>
        <p:nvSpPr>
          <p:cNvPr id="3" name="Rectangle 2"/>
          <p:cNvSpPr>
            <a:spLocks noGrp="1" noChangeArrowheads="1"/>
          </p:cNvSpPr>
          <p:nvPr>
            <p:ph type="title"/>
          </p:nvPr>
        </p:nvSpPr>
        <p:spPr>
          <a:xfrm>
            <a:off x="479376" y="337421"/>
            <a:ext cx="10806112" cy="1273175"/>
          </a:xfrm>
        </p:spPr>
        <p:txBody>
          <a:bodyPr/>
          <a:lstStyle/>
          <a:p>
            <a:pPr eaLnBrk="1" hangingPunct="1"/>
            <a:r>
              <a:rPr lang="es-AR" altLang="es-AR" dirty="0" smtClean="0"/>
              <a:t>Trabajo Grupal</a:t>
            </a:r>
            <a:endParaRPr lang="es-ES" altLang="es-AR" dirty="0" smtClean="0"/>
          </a:p>
        </p:txBody>
      </p:sp>
    </p:spTree>
    <p:extLst>
      <p:ext uri="{BB962C8B-B14F-4D97-AF65-F5344CB8AC3E}">
        <p14:creationId xmlns:p14="http://schemas.microsoft.com/office/powerpoint/2010/main" val="2183535405"/>
      </p:ext>
    </p:extLst>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xfrm>
            <a:off x="1847850" y="1916113"/>
            <a:ext cx="8458200" cy="5638800"/>
          </a:xfrm>
        </p:spPr>
        <p:txBody>
          <a:bodyPr/>
          <a:lstStyle/>
          <a:p>
            <a:pPr eaLnBrk="1" hangingPunct="1"/>
            <a:r>
              <a:rPr lang="es-ES_tradnl" altLang="es-AR" sz="2600" dirty="0" smtClean="0">
                <a:solidFill>
                  <a:srgbClr val="000000"/>
                </a:solidFill>
              </a:rPr>
              <a:t>Una </a:t>
            </a:r>
            <a:r>
              <a:rPr lang="es-ES_tradnl" altLang="es-AR" sz="2600" dirty="0">
                <a:solidFill>
                  <a:srgbClr val="000000"/>
                </a:solidFill>
              </a:rPr>
              <a:t>vez que han sido identificados los problemas, la gerencia define cuales son los que se van a atacar y forma grupos de trabajo enfocados sobre esos problemas. </a:t>
            </a:r>
          </a:p>
          <a:p>
            <a:pPr eaLnBrk="1" hangingPunct="1"/>
            <a:r>
              <a:rPr lang="es-ES_tradnl" altLang="es-AR" sz="2600" dirty="0">
                <a:solidFill>
                  <a:srgbClr val="000000"/>
                </a:solidFill>
              </a:rPr>
              <a:t>Estos están formados por operarios y supervisores de las áreas involucradas en el tema, siendo sus integrantes y el líder nombrados por la gerencia.</a:t>
            </a:r>
          </a:p>
        </p:txBody>
      </p:sp>
      <p:sp>
        <p:nvSpPr>
          <p:cNvPr id="3" name="Rectangle 2"/>
          <p:cNvSpPr>
            <a:spLocks noGrp="1" noChangeArrowheads="1"/>
          </p:cNvSpPr>
          <p:nvPr>
            <p:ph type="title"/>
          </p:nvPr>
        </p:nvSpPr>
        <p:spPr>
          <a:xfrm>
            <a:off x="479376" y="337421"/>
            <a:ext cx="10806112" cy="1273175"/>
          </a:xfrm>
        </p:spPr>
        <p:txBody>
          <a:bodyPr/>
          <a:lstStyle/>
          <a:p>
            <a:r>
              <a:rPr lang="es-ES_tradnl" altLang="es-AR" dirty="0"/>
              <a:t>Círculos de Calidad-</a:t>
            </a:r>
            <a:endParaRPr lang="es-ES" altLang="es-AR" dirty="0"/>
          </a:p>
        </p:txBody>
      </p:sp>
    </p:spTree>
    <p:extLst>
      <p:ext uri="{BB962C8B-B14F-4D97-AF65-F5344CB8AC3E}">
        <p14:creationId xmlns:p14="http://schemas.microsoft.com/office/powerpoint/2010/main" val="913903381"/>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1"/>
          </p:nvPr>
        </p:nvSpPr>
        <p:spPr>
          <a:xfrm>
            <a:off x="2208213" y="1828800"/>
            <a:ext cx="7772400" cy="5029200"/>
          </a:xfrm>
        </p:spPr>
        <p:txBody>
          <a:bodyPr/>
          <a:lstStyle/>
          <a:p>
            <a:pPr eaLnBrk="1" hangingPunct="1"/>
            <a:r>
              <a:rPr lang="es-ES_tradnl" altLang="es-AR" sz="2600" dirty="0" smtClean="0">
                <a:solidFill>
                  <a:srgbClr val="000000"/>
                </a:solidFill>
              </a:rPr>
              <a:t>La </a:t>
            </a:r>
            <a:r>
              <a:rPr lang="es-ES_tradnl" altLang="es-AR" sz="2600" dirty="0">
                <a:solidFill>
                  <a:srgbClr val="000000"/>
                </a:solidFill>
              </a:rPr>
              <a:t>segunda opción de trabajo grupal es cuando a partir de procesos con necesidad de atención, los operarios de las distintas áreas involucradas en esos procesos se </a:t>
            </a:r>
            <a:r>
              <a:rPr lang="es-ES_tradnl" altLang="es-AR" sz="2600" dirty="0" err="1">
                <a:solidFill>
                  <a:srgbClr val="000000"/>
                </a:solidFill>
              </a:rPr>
              <a:t>autoconvocan</a:t>
            </a:r>
            <a:r>
              <a:rPr lang="es-ES_tradnl" altLang="es-AR" sz="2600" dirty="0">
                <a:solidFill>
                  <a:srgbClr val="000000"/>
                </a:solidFill>
              </a:rPr>
              <a:t> para mejorarlo.</a:t>
            </a:r>
          </a:p>
        </p:txBody>
      </p:sp>
      <p:sp>
        <p:nvSpPr>
          <p:cNvPr id="3" name="Rectangle 2"/>
          <p:cNvSpPr>
            <a:spLocks noGrp="1" noChangeArrowheads="1"/>
          </p:cNvSpPr>
          <p:nvPr>
            <p:ph type="title"/>
          </p:nvPr>
        </p:nvSpPr>
        <p:spPr>
          <a:xfrm>
            <a:off x="479376" y="337421"/>
            <a:ext cx="10806112" cy="1273175"/>
          </a:xfrm>
        </p:spPr>
        <p:txBody>
          <a:bodyPr/>
          <a:lstStyle/>
          <a:p>
            <a:r>
              <a:rPr lang="es-ES_tradnl" altLang="es-AR" dirty="0" err="1"/>
              <a:t>Kaizen</a:t>
            </a:r>
            <a:endParaRPr lang="es-ES" altLang="es-AR" dirty="0"/>
          </a:p>
        </p:txBody>
      </p:sp>
    </p:spTree>
    <p:extLst>
      <p:ext uri="{BB962C8B-B14F-4D97-AF65-F5344CB8AC3E}">
        <p14:creationId xmlns:p14="http://schemas.microsoft.com/office/powerpoint/2010/main" val="410076445"/>
      </p:ext>
    </p:extLst>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847850" y="908050"/>
            <a:ext cx="7772400" cy="685800"/>
          </a:xfrm>
        </p:spPr>
        <p:txBody>
          <a:bodyPr/>
          <a:lstStyle/>
          <a:p>
            <a:r>
              <a:rPr lang="es-ES_tradnl" altLang="es-AR" dirty="0"/>
              <a:t>Método científico de los ocho pasos</a:t>
            </a:r>
          </a:p>
        </p:txBody>
      </p:sp>
      <p:sp>
        <p:nvSpPr>
          <p:cNvPr id="13315" name="Rectangle 3"/>
          <p:cNvSpPr>
            <a:spLocks noGrp="1" noChangeArrowheads="1"/>
          </p:cNvSpPr>
          <p:nvPr>
            <p:ph type="body" idx="1"/>
          </p:nvPr>
        </p:nvSpPr>
        <p:spPr>
          <a:xfrm>
            <a:off x="2133600" y="1828800"/>
            <a:ext cx="8534400" cy="5029200"/>
          </a:xfrm>
        </p:spPr>
        <p:txBody>
          <a:bodyPr/>
          <a:lstStyle/>
          <a:p>
            <a:pPr algn="just" eaLnBrk="1" hangingPunct="1">
              <a:buFont typeface="Wingdings" panose="05000000000000000000" pitchFamily="2" charset="2"/>
              <a:buNone/>
            </a:pPr>
            <a:r>
              <a:rPr lang="es-ES_tradnl" altLang="es-AR" sz="2600">
                <a:solidFill>
                  <a:srgbClr val="000000"/>
                </a:solidFill>
              </a:rPr>
              <a:t>1-Búsqueda de problemas u oportunidades de mejora,</a:t>
            </a:r>
          </a:p>
          <a:p>
            <a:pPr algn="just" eaLnBrk="1" hangingPunct="1">
              <a:buFont typeface="Wingdings" panose="05000000000000000000" pitchFamily="2" charset="2"/>
              <a:buNone/>
            </a:pPr>
            <a:r>
              <a:rPr lang="es-ES_tradnl" altLang="es-AR" sz="2600">
                <a:solidFill>
                  <a:srgbClr val="000000"/>
                </a:solidFill>
              </a:rPr>
              <a:t>2-Seleccionar problema u oportunidad,</a:t>
            </a:r>
          </a:p>
          <a:p>
            <a:pPr algn="just" eaLnBrk="1" hangingPunct="1">
              <a:buFont typeface="Wingdings" panose="05000000000000000000" pitchFamily="2" charset="2"/>
              <a:buNone/>
            </a:pPr>
            <a:r>
              <a:rPr lang="es-ES_tradnl" altLang="es-AR" sz="2600">
                <a:solidFill>
                  <a:srgbClr val="000000"/>
                </a:solidFill>
              </a:rPr>
              <a:t>3-Analizar causas y efectos, </a:t>
            </a:r>
          </a:p>
          <a:p>
            <a:pPr algn="just" eaLnBrk="1" hangingPunct="1">
              <a:buFont typeface="Wingdings" panose="05000000000000000000" pitchFamily="2" charset="2"/>
              <a:buNone/>
            </a:pPr>
            <a:r>
              <a:rPr lang="es-ES_tradnl" altLang="es-AR" sz="2600">
                <a:solidFill>
                  <a:srgbClr val="000000"/>
                </a:solidFill>
              </a:rPr>
              <a:t>4-Generar acciones potenciales, </a:t>
            </a:r>
          </a:p>
          <a:p>
            <a:pPr algn="just" eaLnBrk="1" hangingPunct="1">
              <a:buFont typeface="Wingdings" panose="05000000000000000000" pitchFamily="2" charset="2"/>
              <a:buNone/>
            </a:pPr>
            <a:r>
              <a:rPr lang="es-ES_tradnl" altLang="es-AR" sz="2600">
                <a:solidFill>
                  <a:srgbClr val="000000"/>
                </a:solidFill>
              </a:rPr>
              <a:t>5-Analizar y seleccionar acciones, </a:t>
            </a:r>
          </a:p>
          <a:p>
            <a:pPr algn="just" eaLnBrk="1" hangingPunct="1">
              <a:buFont typeface="Wingdings" panose="05000000000000000000" pitchFamily="2" charset="2"/>
              <a:buNone/>
            </a:pPr>
            <a:r>
              <a:rPr lang="es-ES_tradnl" altLang="es-AR" sz="2600">
                <a:solidFill>
                  <a:srgbClr val="000000"/>
                </a:solidFill>
              </a:rPr>
              <a:t>6-Evaluar las consecuencias de las acciones,</a:t>
            </a:r>
          </a:p>
          <a:p>
            <a:pPr algn="just" eaLnBrk="1" hangingPunct="1">
              <a:buFont typeface="Wingdings" panose="05000000000000000000" pitchFamily="2" charset="2"/>
              <a:buNone/>
            </a:pPr>
            <a:r>
              <a:rPr lang="es-ES_tradnl" altLang="es-AR" sz="2600">
                <a:solidFill>
                  <a:srgbClr val="000000"/>
                </a:solidFill>
              </a:rPr>
              <a:t>7-Implementar la mejor solución,</a:t>
            </a:r>
          </a:p>
          <a:p>
            <a:pPr algn="just" eaLnBrk="1" hangingPunct="1">
              <a:buFont typeface="Wingdings" panose="05000000000000000000" pitchFamily="2" charset="2"/>
              <a:buNone/>
            </a:pPr>
            <a:r>
              <a:rPr lang="es-ES_tradnl" altLang="es-AR" sz="2600">
                <a:solidFill>
                  <a:srgbClr val="000000"/>
                </a:solidFill>
              </a:rPr>
              <a:t>8-Monitorear el comportamiento del proceso. </a:t>
            </a:r>
            <a:endParaRPr lang="es-ES_tradnl" altLang="es-AR" sz="2600"/>
          </a:p>
        </p:txBody>
      </p:sp>
    </p:spTree>
    <p:extLst>
      <p:ext uri="{BB962C8B-B14F-4D97-AF65-F5344CB8AC3E}">
        <p14:creationId xmlns:p14="http://schemas.microsoft.com/office/powerpoint/2010/main" val="2576453061"/>
      </p:ext>
    </p:extLst>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30DCB31-59F8-48E4-8229-04F0334B236C}" type="datetime1">
              <a:rPr lang="es-ES_tradnl" altLang="es-AR" sz="1000"/>
              <a:pPr>
                <a:spcBef>
                  <a:spcPct val="0"/>
                </a:spcBef>
                <a:buClrTx/>
                <a:buSzTx/>
                <a:buFontTx/>
                <a:buNone/>
              </a:pPr>
              <a:t>16/09/2024</a:t>
            </a:fld>
            <a:endParaRPr lang="es-ES" altLang="en-US" sz="1000"/>
          </a:p>
        </p:txBody>
      </p:sp>
      <p:sp>
        <p:nvSpPr>
          <p:cNvPr id="17412" name="Rectangle 2"/>
          <p:cNvSpPr>
            <a:spLocks noGrp="1" noChangeArrowheads="1"/>
          </p:cNvSpPr>
          <p:nvPr>
            <p:ph type="title"/>
          </p:nvPr>
        </p:nvSpPr>
        <p:spPr/>
        <p:txBody>
          <a:bodyPr/>
          <a:lstStyle/>
          <a:p>
            <a:r>
              <a:rPr lang="es-AR" altLang="es-AR" smtClean="0"/>
              <a:t>Herramientas de la Calidad</a:t>
            </a:r>
            <a:endParaRPr lang="es-ES" altLang="es-AR" smtClean="0"/>
          </a:p>
        </p:txBody>
      </p:sp>
      <p:sp>
        <p:nvSpPr>
          <p:cNvPr id="17413" name="Rectangle 3"/>
          <p:cNvSpPr>
            <a:spLocks noGrp="1" noChangeArrowheads="1"/>
          </p:cNvSpPr>
          <p:nvPr>
            <p:ph type="body" idx="1"/>
          </p:nvPr>
        </p:nvSpPr>
        <p:spPr/>
        <p:txBody>
          <a:bodyPr/>
          <a:lstStyle/>
          <a:p>
            <a:pPr>
              <a:lnSpc>
                <a:spcPct val="80000"/>
              </a:lnSpc>
            </a:pPr>
            <a:r>
              <a:rPr lang="es-AR" altLang="es-AR" sz="2600"/>
              <a:t>Herramientas básicas para resolución de problemas</a:t>
            </a:r>
          </a:p>
          <a:p>
            <a:pPr>
              <a:lnSpc>
                <a:spcPct val="80000"/>
              </a:lnSpc>
              <a:buFont typeface="Wingdings" panose="05000000000000000000" pitchFamily="2" charset="2"/>
              <a:buNone/>
            </a:pPr>
            <a:endParaRPr lang="es-AR" altLang="es-AR" sz="2600"/>
          </a:p>
          <a:p>
            <a:pPr>
              <a:lnSpc>
                <a:spcPct val="80000"/>
              </a:lnSpc>
            </a:pPr>
            <a:r>
              <a:rPr lang="es-AR" altLang="es-AR" sz="2600" b="1"/>
              <a:t>HOJA DE RECOLECCIÓN DE DATOS </a:t>
            </a:r>
            <a:endParaRPr lang="es-AR" altLang="es-AR" sz="2600"/>
          </a:p>
          <a:p>
            <a:pPr>
              <a:lnSpc>
                <a:spcPct val="80000"/>
              </a:lnSpc>
            </a:pPr>
            <a:r>
              <a:rPr lang="es-AR" altLang="es-AR" sz="2600" b="1"/>
              <a:t>DIAGRAMA DE FLUJO </a:t>
            </a:r>
            <a:endParaRPr lang="es-AR" altLang="es-AR" sz="2600"/>
          </a:p>
          <a:p>
            <a:pPr>
              <a:lnSpc>
                <a:spcPct val="80000"/>
              </a:lnSpc>
            </a:pPr>
            <a:r>
              <a:rPr lang="es-AR" altLang="es-AR" sz="2600" b="1"/>
              <a:t>DIAGRAMA DE CAUSA - EFECTO ( Espina de pescado o diagrama de Ishikawa) </a:t>
            </a:r>
            <a:endParaRPr lang="es-AR" altLang="es-AR" sz="2600"/>
          </a:p>
          <a:p>
            <a:pPr>
              <a:lnSpc>
                <a:spcPct val="80000"/>
              </a:lnSpc>
            </a:pPr>
            <a:r>
              <a:rPr lang="es-AR" altLang="es-AR" sz="2600" b="1"/>
              <a:t>HISTOGRAMA </a:t>
            </a:r>
            <a:endParaRPr lang="es-AR" altLang="es-AR" sz="2600"/>
          </a:p>
          <a:p>
            <a:pPr>
              <a:lnSpc>
                <a:spcPct val="80000"/>
              </a:lnSpc>
            </a:pPr>
            <a:r>
              <a:rPr lang="es-AR" altLang="es-AR" sz="2600" b="1"/>
              <a:t>DIAGRAMA DE PARETO (ANÁLISIS ABC) </a:t>
            </a:r>
            <a:endParaRPr lang="es-AR" altLang="es-AR" sz="2600"/>
          </a:p>
          <a:p>
            <a:pPr>
              <a:lnSpc>
                <a:spcPct val="80000"/>
              </a:lnSpc>
            </a:pPr>
            <a:r>
              <a:rPr lang="es-AR" altLang="es-AR" sz="2600" b="1"/>
              <a:t>DIAGRAMAS DE DISPERSIÓN</a:t>
            </a:r>
            <a:r>
              <a:rPr lang="es-AR" altLang="es-AR" sz="2600"/>
              <a:t> </a:t>
            </a:r>
          </a:p>
        </p:txBody>
      </p:sp>
    </p:spTree>
    <p:extLst>
      <p:ext uri="{BB962C8B-B14F-4D97-AF65-F5344CB8AC3E}">
        <p14:creationId xmlns:p14="http://schemas.microsoft.com/office/powerpoint/2010/main" val="1048105624"/>
      </p:ext>
    </p:extLst>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59915C9-142E-4377-8799-D097D9CA66DA}" type="datetime1">
              <a:rPr lang="es-ES_tradnl" altLang="es-AR" sz="1000"/>
              <a:pPr>
                <a:spcBef>
                  <a:spcPct val="0"/>
                </a:spcBef>
                <a:buClrTx/>
                <a:buSzTx/>
                <a:buFontTx/>
                <a:buNone/>
              </a:pPr>
              <a:t>16/09/2024</a:t>
            </a:fld>
            <a:endParaRPr lang="es-ES" altLang="en-US" sz="1000"/>
          </a:p>
        </p:txBody>
      </p:sp>
      <p:sp>
        <p:nvSpPr>
          <p:cNvPr id="18436" name="Rectangle 2"/>
          <p:cNvSpPr>
            <a:spLocks noGrp="1" noChangeArrowheads="1"/>
          </p:cNvSpPr>
          <p:nvPr>
            <p:ph type="title"/>
          </p:nvPr>
        </p:nvSpPr>
        <p:spPr/>
        <p:txBody>
          <a:bodyPr/>
          <a:lstStyle/>
          <a:p>
            <a:r>
              <a:rPr lang="es-AR" altLang="es-AR" b="0" smtClean="0"/>
              <a:t>HOJA DE RECOLECCIÓN DE DATOS</a:t>
            </a:r>
            <a:endParaRPr lang="es-ES" altLang="es-AR" b="0" smtClean="0"/>
          </a:p>
        </p:txBody>
      </p:sp>
      <p:sp>
        <p:nvSpPr>
          <p:cNvPr id="18437" name="Rectangle 3"/>
          <p:cNvSpPr>
            <a:spLocks noGrp="1" noChangeArrowheads="1"/>
          </p:cNvSpPr>
          <p:nvPr>
            <p:ph type="body" idx="1"/>
          </p:nvPr>
        </p:nvSpPr>
        <p:spPr/>
        <p:txBody>
          <a:bodyPr/>
          <a:lstStyle/>
          <a:p>
            <a:r>
              <a:rPr lang="es-ES" altLang="es-AR" sz="2400" dirty="0" smtClean="0"/>
              <a:t>Facilita la recolección y detección sistemática de datos y sirve de base para otras evaluaciones. </a:t>
            </a:r>
          </a:p>
          <a:p>
            <a:r>
              <a:rPr lang="es-ES" altLang="es-AR" sz="2400" dirty="0" smtClean="0"/>
              <a:t>Se fijan categorías de fallas de un producto y se registra la aparición de estas mediante una lista de rayas en función de otro parámetro (por ejemplo el tiempo), </a:t>
            </a:r>
            <a:r>
              <a:rPr lang="es-ES" altLang="es-AR" sz="2400" dirty="0" err="1" smtClean="0"/>
              <a:t>registrandose</a:t>
            </a:r>
            <a:r>
              <a:rPr lang="es-ES" altLang="es-AR" sz="2400" dirty="0" smtClean="0"/>
              <a:t> además la acumulación parcial y total de fallas</a:t>
            </a:r>
            <a:r>
              <a:rPr lang="es-ES" altLang="es-AR" dirty="0" smtClean="0"/>
              <a:t>. </a:t>
            </a:r>
          </a:p>
        </p:txBody>
      </p:sp>
    </p:spTree>
    <p:extLst>
      <p:ext uri="{BB962C8B-B14F-4D97-AF65-F5344CB8AC3E}">
        <p14:creationId xmlns:p14="http://schemas.microsoft.com/office/powerpoint/2010/main" val="3063043309"/>
      </p:ext>
    </p:extLst>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F13ACB5-D8EA-4984-8F2A-EA74CD2F22E4}" type="datetime1">
              <a:rPr lang="es-ES_tradnl" altLang="es-AR" sz="1000"/>
              <a:pPr>
                <a:spcBef>
                  <a:spcPct val="0"/>
                </a:spcBef>
                <a:buClrTx/>
                <a:buSzTx/>
                <a:buFontTx/>
                <a:buNone/>
              </a:pPr>
              <a:t>16/09/2024</a:t>
            </a:fld>
            <a:endParaRPr lang="es-ES" altLang="en-US" sz="1000"/>
          </a:p>
        </p:txBody>
      </p:sp>
      <p:sp>
        <p:nvSpPr>
          <p:cNvPr id="19460" name="Rectangle 2"/>
          <p:cNvSpPr>
            <a:spLocks noGrp="1" noChangeArrowheads="1"/>
          </p:cNvSpPr>
          <p:nvPr>
            <p:ph type="title"/>
          </p:nvPr>
        </p:nvSpPr>
        <p:spPr/>
        <p:txBody>
          <a:bodyPr/>
          <a:lstStyle/>
          <a:p>
            <a:r>
              <a:rPr lang="es-AR" altLang="es-AR" b="0" smtClean="0"/>
              <a:t>DIAGRAMA DE FLUJO</a:t>
            </a:r>
            <a:endParaRPr lang="es-ES" altLang="es-AR" b="0" smtClean="0"/>
          </a:p>
        </p:txBody>
      </p:sp>
      <p:sp>
        <p:nvSpPr>
          <p:cNvPr id="19461" name="Rectangle 3"/>
          <p:cNvSpPr>
            <a:spLocks noGrp="1" noChangeArrowheads="1"/>
          </p:cNvSpPr>
          <p:nvPr>
            <p:ph type="body" idx="1"/>
          </p:nvPr>
        </p:nvSpPr>
        <p:spPr/>
        <p:txBody>
          <a:bodyPr>
            <a:normAutofit/>
          </a:bodyPr>
          <a:lstStyle/>
          <a:p>
            <a:r>
              <a:rPr lang="es-ES" altLang="es-AR" sz="2800" dirty="0" smtClean="0"/>
              <a:t>Tienen como finalidad mostrar procesos complejos, con distintas competencias y tareas, visualizando su estructura y lógica. </a:t>
            </a:r>
          </a:p>
        </p:txBody>
      </p:sp>
    </p:spTree>
    <p:extLst>
      <p:ext uri="{BB962C8B-B14F-4D97-AF65-F5344CB8AC3E}">
        <p14:creationId xmlns:p14="http://schemas.microsoft.com/office/powerpoint/2010/main" val="3648980544"/>
      </p:ext>
    </p:extLst>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CB798DC-3B7A-4CCE-A453-8E34E70E2780}" type="datetime1">
              <a:rPr lang="es-ES_tradnl" altLang="es-AR" sz="1000"/>
              <a:pPr>
                <a:spcBef>
                  <a:spcPct val="0"/>
                </a:spcBef>
                <a:buClrTx/>
                <a:buSzTx/>
                <a:buFontTx/>
                <a:buNone/>
              </a:pPr>
              <a:t>16/09/2024</a:t>
            </a:fld>
            <a:endParaRPr lang="es-ES" altLang="en-US" sz="1000"/>
          </a:p>
        </p:txBody>
      </p:sp>
      <p:sp>
        <p:nvSpPr>
          <p:cNvPr id="20484" name="Rectangle 2"/>
          <p:cNvSpPr>
            <a:spLocks noGrp="1" noChangeArrowheads="1"/>
          </p:cNvSpPr>
          <p:nvPr>
            <p:ph type="title"/>
          </p:nvPr>
        </p:nvSpPr>
        <p:spPr>
          <a:xfrm>
            <a:off x="1847528" y="332656"/>
            <a:ext cx="7543800" cy="1295400"/>
          </a:xfrm>
        </p:spPr>
        <p:txBody>
          <a:bodyPr/>
          <a:lstStyle/>
          <a:p>
            <a:r>
              <a:rPr lang="es-AR" altLang="es-AR" sz="3500" dirty="0"/>
              <a:t>DIAGRAMA DE CAUSA - EFECTO (Espina de pescado o diagrama de Ishikawa)</a:t>
            </a:r>
            <a:endParaRPr lang="es-ES" altLang="es-AR" sz="3500" dirty="0"/>
          </a:p>
        </p:txBody>
      </p:sp>
      <p:sp>
        <p:nvSpPr>
          <p:cNvPr id="20485" name="Rectangle 3"/>
          <p:cNvSpPr>
            <a:spLocks noGrp="1" noChangeArrowheads="1"/>
          </p:cNvSpPr>
          <p:nvPr>
            <p:ph type="body" idx="1"/>
          </p:nvPr>
        </p:nvSpPr>
        <p:spPr>
          <a:xfrm>
            <a:off x="1894715" y="1872830"/>
            <a:ext cx="8229600" cy="4411662"/>
          </a:xfrm>
        </p:spPr>
        <p:txBody>
          <a:bodyPr/>
          <a:lstStyle/>
          <a:p>
            <a:pPr>
              <a:lnSpc>
                <a:spcPct val="90000"/>
              </a:lnSpc>
            </a:pPr>
            <a:r>
              <a:rPr lang="es-ES_tradnl" altLang="es-AR" sz="2100" dirty="0"/>
              <a:t>Esta herramienta puede utilizarse para analizar todo tipo de proceso, de manufactura, administrativo o de servicio.</a:t>
            </a:r>
          </a:p>
          <a:p>
            <a:pPr>
              <a:lnSpc>
                <a:spcPct val="90000"/>
              </a:lnSpc>
            </a:pPr>
            <a:r>
              <a:rPr lang="es-ES_tradnl" altLang="es-AR" sz="2100" dirty="0"/>
              <a:t>Para la construcción del diagrama es necesario comenzar con un " </a:t>
            </a:r>
            <a:r>
              <a:rPr lang="es-ES_tradnl" altLang="es-AR" sz="2100" dirty="0" err="1"/>
              <a:t>brainstorming</a:t>
            </a:r>
            <a:r>
              <a:rPr lang="es-ES_tradnl" altLang="es-AR" sz="2100" dirty="0"/>
              <a:t>" entre todos los participantes del grupo, para enumerar todas las posibles causas que llevan a un problema.</a:t>
            </a:r>
          </a:p>
          <a:p>
            <a:pPr>
              <a:lnSpc>
                <a:spcPct val="90000"/>
              </a:lnSpc>
            </a:pPr>
            <a:r>
              <a:rPr lang="es-ES_tradnl" altLang="es-AR" sz="2100" dirty="0"/>
              <a:t>La principal característica de esta herramienta es la posibilidad de focalizarse en la discusión grupal, estimulando la participación de todos y aprovechar al máximo la capacidad y conocimientos de cada persona. Además permite la visualización y organización de las ideas, agrupando destacando los grupos más significativos de posibles causas. </a:t>
            </a:r>
          </a:p>
        </p:txBody>
      </p:sp>
    </p:spTree>
    <p:extLst>
      <p:ext uri="{BB962C8B-B14F-4D97-AF65-F5344CB8AC3E}">
        <p14:creationId xmlns:p14="http://schemas.microsoft.com/office/powerpoint/2010/main" val="1824103374"/>
      </p:ext>
    </p:extLst>
  </p:cSld>
  <p:clrMapOvr>
    <a:masterClrMapping/>
  </p:clrMapOvr>
  <p:transition spd="med">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F13ACB5-D8EA-4984-8F2A-EA74CD2F22E4}" type="datetime1">
              <a:rPr lang="es-ES_tradnl" altLang="es-AR" sz="1000"/>
              <a:pPr>
                <a:spcBef>
                  <a:spcPct val="0"/>
                </a:spcBef>
                <a:buClrTx/>
                <a:buSzTx/>
                <a:buFontTx/>
                <a:buNone/>
              </a:pPr>
              <a:t>16/09/2024</a:t>
            </a:fld>
            <a:endParaRPr lang="es-ES" altLang="en-US" sz="1000"/>
          </a:p>
        </p:txBody>
      </p:sp>
      <p:sp>
        <p:nvSpPr>
          <p:cNvPr id="19460" name="Rectangle 2"/>
          <p:cNvSpPr>
            <a:spLocks noGrp="1" noChangeArrowheads="1"/>
          </p:cNvSpPr>
          <p:nvPr>
            <p:ph type="title"/>
          </p:nvPr>
        </p:nvSpPr>
        <p:spPr/>
        <p:txBody>
          <a:bodyPr/>
          <a:lstStyle/>
          <a:p>
            <a:r>
              <a:rPr lang="es-AR" altLang="es-AR" b="0" dirty="0" smtClean="0"/>
              <a:t>DIAGRAMA DE </a:t>
            </a:r>
            <a:r>
              <a:rPr lang="es-AR" altLang="es-AR" b="0" dirty="0" smtClean="0"/>
              <a:t>ESPINA DE PESCADO</a:t>
            </a:r>
            <a:endParaRPr lang="es-ES" altLang="es-AR" b="0" dirty="0" smtClean="0"/>
          </a:p>
        </p:txBody>
      </p:sp>
      <p:pic>
        <p:nvPicPr>
          <p:cNvPr id="2" name="Imagen 1"/>
          <p:cNvPicPr>
            <a:picLocks noChangeAspect="1"/>
          </p:cNvPicPr>
          <p:nvPr/>
        </p:nvPicPr>
        <p:blipFill>
          <a:blip r:embed="rId2"/>
          <a:stretch>
            <a:fillRect/>
          </a:stretch>
        </p:blipFill>
        <p:spPr>
          <a:xfrm>
            <a:off x="1703512" y="1700808"/>
            <a:ext cx="7560840" cy="4786220"/>
          </a:xfrm>
          <a:prstGeom prst="rect">
            <a:avLst/>
          </a:prstGeom>
        </p:spPr>
      </p:pic>
    </p:spTree>
    <p:extLst>
      <p:ext uri="{BB962C8B-B14F-4D97-AF65-F5344CB8AC3E}">
        <p14:creationId xmlns:p14="http://schemas.microsoft.com/office/powerpoint/2010/main" val="2566265363"/>
      </p:ext>
    </p:extLst>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EDC19FF-3F80-4D03-B476-72FA00C1B8F3}" type="datetime1">
              <a:rPr lang="es-ES_tradnl" altLang="es-AR" sz="1000"/>
              <a:pPr>
                <a:spcBef>
                  <a:spcPct val="0"/>
                </a:spcBef>
                <a:buClrTx/>
                <a:buSzTx/>
                <a:buFontTx/>
                <a:buNone/>
              </a:pPr>
              <a:t>16/09/2024</a:t>
            </a:fld>
            <a:endParaRPr lang="es-ES" altLang="en-US" sz="1000"/>
          </a:p>
        </p:txBody>
      </p:sp>
      <p:sp>
        <p:nvSpPr>
          <p:cNvPr id="21508" name="Rectangle 2"/>
          <p:cNvSpPr>
            <a:spLocks noGrp="1" noChangeArrowheads="1"/>
          </p:cNvSpPr>
          <p:nvPr>
            <p:ph type="title"/>
          </p:nvPr>
        </p:nvSpPr>
        <p:spPr>
          <a:xfrm>
            <a:off x="2060674" y="565783"/>
            <a:ext cx="7543800" cy="1295400"/>
          </a:xfrm>
        </p:spPr>
        <p:txBody>
          <a:bodyPr/>
          <a:lstStyle/>
          <a:p>
            <a:r>
              <a:rPr lang="es-AR" altLang="es-AR" sz="3200" dirty="0"/>
              <a:t>TARJETAS DE REGULACIÓN DE LA CALIDAD DE SHEWHART O CARTAS DE CONTROL </a:t>
            </a:r>
            <a:br>
              <a:rPr lang="es-AR" altLang="es-AR" sz="3200" dirty="0"/>
            </a:br>
            <a:endParaRPr lang="es-ES" altLang="es-AR" sz="3200" dirty="0"/>
          </a:p>
        </p:txBody>
      </p:sp>
      <p:sp>
        <p:nvSpPr>
          <p:cNvPr id="21509" name="Rectangle 3"/>
          <p:cNvSpPr>
            <a:spLocks noGrp="1" noChangeArrowheads="1"/>
          </p:cNvSpPr>
          <p:nvPr>
            <p:ph type="body" idx="1"/>
          </p:nvPr>
        </p:nvSpPr>
        <p:spPr>
          <a:xfrm>
            <a:off x="936030" y="2254857"/>
            <a:ext cx="9793088" cy="4600168"/>
          </a:xfrm>
        </p:spPr>
        <p:txBody>
          <a:bodyPr/>
          <a:lstStyle/>
          <a:p>
            <a:r>
              <a:rPr lang="es-ES" altLang="es-AR" b="1" dirty="0" smtClean="0"/>
              <a:t>Consisten en formularios para la representación gráfica de valores que se van produciendo durante el ensayo de una serie continua de muestras y que posteriormente se comparan con los límites naturales del proceso y los límites de intervención.</a:t>
            </a:r>
            <a:r>
              <a:rPr lang="es-ES" altLang="es-AR" dirty="0" smtClean="0"/>
              <a:t> </a:t>
            </a:r>
          </a:p>
        </p:txBody>
      </p:sp>
    </p:spTree>
    <p:extLst>
      <p:ext uri="{BB962C8B-B14F-4D97-AF65-F5344CB8AC3E}">
        <p14:creationId xmlns:p14="http://schemas.microsoft.com/office/powerpoint/2010/main" val="1617106906"/>
      </p:ext>
    </p:extLst>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AEBCAAD-08C8-4014-9B4C-9C05D66AAF25}" type="datetime1">
              <a:rPr lang="es-ES_tradnl" altLang="es-AR" sz="1000"/>
              <a:pPr>
                <a:spcBef>
                  <a:spcPct val="0"/>
                </a:spcBef>
                <a:buClrTx/>
                <a:buSzTx/>
                <a:buFontTx/>
                <a:buNone/>
              </a:pPr>
              <a:t>16/09/2024</a:t>
            </a:fld>
            <a:endParaRPr lang="es-ES" altLang="en-US" sz="1000"/>
          </a:p>
        </p:txBody>
      </p:sp>
      <p:sp>
        <p:nvSpPr>
          <p:cNvPr id="22532" name="Rectangle 2"/>
          <p:cNvSpPr>
            <a:spLocks noGrp="1" noChangeArrowheads="1"/>
          </p:cNvSpPr>
          <p:nvPr>
            <p:ph type="title"/>
          </p:nvPr>
        </p:nvSpPr>
        <p:spPr>
          <a:xfrm>
            <a:off x="1992313" y="620713"/>
            <a:ext cx="7543800" cy="1295400"/>
          </a:xfrm>
        </p:spPr>
        <p:txBody>
          <a:bodyPr/>
          <a:lstStyle/>
          <a:p>
            <a:r>
              <a:rPr lang="es-AR" altLang="es-AR" b="0" smtClean="0"/>
              <a:t>HISTOGRAMA </a:t>
            </a:r>
            <a:r>
              <a:rPr lang="es-AR" altLang="es-AR" smtClean="0"/>
              <a:t/>
            </a:r>
            <a:br>
              <a:rPr lang="es-AR" altLang="es-AR" smtClean="0"/>
            </a:br>
            <a:endParaRPr lang="es-ES" altLang="es-AR" smtClean="0"/>
          </a:p>
        </p:txBody>
      </p:sp>
      <p:sp>
        <p:nvSpPr>
          <p:cNvPr id="22533" name="Rectangle 3"/>
          <p:cNvSpPr>
            <a:spLocks noGrp="1" noChangeArrowheads="1"/>
          </p:cNvSpPr>
          <p:nvPr>
            <p:ph type="body" idx="1"/>
          </p:nvPr>
        </p:nvSpPr>
        <p:spPr/>
        <p:txBody>
          <a:bodyPr/>
          <a:lstStyle/>
          <a:p>
            <a:r>
              <a:rPr lang="es-ES" altLang="es-AR" b="1" smtClean="0"/>
              <a:t>Representación gráfica de las frecuencias relativas de los valores de medición de un proceso.</a:t>
            </a:r>
            <a:r>
              <a:rPr lang="es-ES" altLang="es-AR" smtClean="0"/>
              <a:t> </a:t>
            </a:r>
          </a:p>
        </p:txBody>
      </p:sp>
    </p:spTree>
    <p:extLst>
      <p:ext uri="{BB962C8B-B14F-4D97-AF65-F5344CB8AC3E}">
        <p14:creationId xmlns:p14="http://schemas.microsoft.com/office/powerpoint/2010/main" val="4195127970"/>
      </p:ext>
    </p:extLst>
  </p:cSld>
  <p:clrMapOvr>
    <a:masterClrMapping/>
  </p:clrMapOvr>
  <p:transition spd="med">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2BC47F-196F-4044-8699-4A07811AEACB}" type="datetime1">
              <a:rPr lang="es-ES_tradnl" altLang="es-AR" sz="1000"/>
              <a:pPr>
                <a:spcBef>
                  <a:spcPct val="0"/>
                </a:spcBef>
                <a:buClrTx/>
                <a:buSzTx/>
                <a:buFontTx/>
                <a:buNone/>
              </a:pPr>
              <a:t>16/09/2024</a:t>
            </a:fld>
            <a:endParaRPr lang="es-ES" altLang="en-US" sz="1000"/>
          </a:p>
        </p:txBody>
      </p:sp>
      <p:sp>
        <p:nvSpPr>
          <p:cNvPr id="23556" name="Rectangle 2"/>
          <p:cNvSpPr>
            <a:spLocks noGrp="1" noChangeArrowheads="1"/>
          </p:cNvSpPr>
          <p:nvPr>
            <p:ph type="title"/>
          </p:nvPr>
        </p:nvSpPr>
        <p:spPr/>
        <p:txBody>
          <a:bodyPr/>
          <a:lstStyle/>
          <a:p>
            <a:r>
              <a:rPr lang="es-AR" altLang="es-AR" b="0" smtClean="0"/>
              <a:t>DIAGRAMA DE PARETO (ANÁLISIS ABC)</a:t>
            </a:r>
            <a:endParaRPr lang="es-ES" altLang="es-AR" b="0" smtClean="0"/>
          </a:p>
        </p:txBody>
      </p:sp>
      <p:sp>
        <p:nvSpPr>
          <p:cNvPr id="23557" name="Rectangle 3"/>
          <p:cNvSpPr>
            <a:spLocks noGrp="1" noChangeArrowheads="1"/>
          </p:cNvSpPr>
          <p:nvPr>
            <p:ph type="body" idx="1"/>
          </p:nvPr>
        </p:nvSpPr>
        <p:spPr/>
        <p:txBody>
          <a:bodyPr/>
          <a:lstStyle/>
          <a:p>
            <a:r>
              <a:rPr lang="es-ES" altLang="es-AR" sz="2600"/>
              <a:t>Representación gráfica de cantidades parciales (informaciones), para encontrar la influencia de aquellas que sean más significtivas. </a:t>
            </a:r>
          </a:p>
          <a:p>
            <a:r>
              <a:rPr lang="es-ES" altLang="es-AR" sz="2600"/>
              <a:t>Una cantidad pequeña de causas es la responsable de la mayor parte de los defectos, esto conduce a formular la regla 80/20. El 20 % de las causas son responsables del 80 % de los defectos. </a:t>
            </a:r>
          </a:p>
          <a:p>
            <a:r>
              <a:rPr lang="es-ES" altLang="es-AR" sz="2600"/>
              <a:t>Este criterio sirve para fijar prioridades en la implementación de medidas correctivas. </a:t>
            </a:r>
          </a:p>
        </p:txBody>
      </p:sp>
    </p:spTree>
    <p:extLst>
      <p:ext uri="{BB962C8B-B14F-4D97-AF65-F5344CB8AC3E}">
        <p14:creationId xmlns:p14="http://schemas.microsoft.com/office/powerpoint/2010/main" val="3872976255"/>
      </p:ext>
    </p:extLst>
  </p:cSld>
  <p:clrMapOvr>
    <a:masterClrMapping/>
  </p:clrMapOvr>
  <p:transition spd="med">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6C89DE1-72A6-4505-8321-F62F1B189B47}" type="datetime1">
              <a:rPr lang="es-ES_tradnl" altLang="es-AR" sz="1000"/>
              <a:pPr>
                <a:spcBef>
                  <a:spcPct val="0"/>
                </a:spcBef>
                <a:buClrTx/>
                <a:buSzTx/>
                <a:buFontTx/>
                <a:buNone/>
              </a:pPr>
              <a:t>16/09/2024</a:t>
            </a:fld>
            <a:endParaRPr lang="es-ES" altLang="en-US" sz="1000"/>
          </a:p>
        </p:txBody>
      </p:sp>
      <p:sp>
        <p:nvSpPr>
          <p:cNvPr id="24580" name="Rectangle 2"/>
          <p:cNvSpPr>
            <a:spLocks noGrp="1" noChangeArrowheads="1"/>
          </p:cNvSpPr>
          <p:nvPr>
            <p:ph type="title"/>
          </p:nvPr>
        </p:nvSpPr>
        <p:spPr/>
        <p:txBody>
          <a:bodyPr/>
          <a:lstStyle/>
          <a:p>
            <a:r>
              <a:rPr lang="es-ES" altLang="es-AR" smtClean="0"/>
              <a:t>Confección del diagrama de Pareto</a:t>
            </a:r>
          </a:p>
        </p:txBody>
      </p:sp>
      <p:sp>
        <p:nvSpPr>
          <p:cNvPr id="24581" name="Rectangle 3"/>
          <p:cNvSpPr>
            <a:spLocks noGrp="1" noChangeArrowheads="1"/>
          </p:cNvSpPr>
          <p:nvPr>
            <p:ph type="body" idx="1"/>
          </p:nvPr>
        </p:nvSpPr>
        <p:spPr/>
        <p:txBody>
          <a:bodyPr/>
          <a:lstStyle/>
          <a:p>
            <a:pPr>
              <a:lnSpc>
                <a:spcPct val="90000"/>
              </a:lnSpc>
              <a:buFont typeface="Wingdings" panose="05000000000000000000" pitchFamily="2" charset="2"/>
              <a:buNone/>
            </a:pPr>
            <a:r>
              <a:rPr lang="es-ES" altLang="es-AR" sz="2600"/>
              <a:t>1 Considear todos los fenómenos observados (tipos de fallas). </a:t>
            </a:r>
          </a:p>
          <a:p>
            <a:pPr>
              <a:lnSpc>
                <a:spcPct val="90000"/>
              </a:lnSpc>
              <a:buFont typeface="Wingdings" panose="05000000000000000000" pitchFamily="2" charset="2"/>
              <a:buNone/>
            </a:pPr>
            <a:r>
              <a:rPr lang="es-ES" altLang="es-AR" sz="2600"/>
              <a:t>2 Establecer el criterio para fijar el orden de las categorías (frecuencia relativa). </a:t>
            </a:r>
          </a:p>
          <a:p>
            <a:pPr>
              <a:lnSpc>
                <a:spcPct val="90000"/>
              </a:lnSpc>
              <a:buFont typeface="Wingdings" panose="05000000000000000000" pitchFamily="2" charset="2"/>
              <a:buNone/>
            </a:pPr>
            <a:r>
              <a:rPr lang="es-ES" altLang="es-AR" sz="2600"/>
              <a:t>3 Determinar la fracción sobre el efecto total de cada categoría y calcular los procentajes. </a:t>
            </a:r>
          </a:p>
          <a:p>
            <a:pPr>
              <a:lnSpc>
                <a:spcPct val="90000"/>
              </a:lnSpc>
              <a:buFont typeface="Wingdings" panose="05000000000000000000" pitchFamily="2" charset="2"/>
              <a:buNone/>
            </a:pPr>
            <a:r>
              <a:rPr lang="es-ES" altLang="es-AR" sz="2600"/>
              <a:t>4 Establecer el orden descendente de las categorías en función del porcentaje sobre el efecto total. </a:t>
            </a:r>
          </a:p>
          <a:p>
            <a:pPr>
              <a:lnSpc>
                <a:spcPct val="90000"/>
              </a:lnSpc>
              <a:buFont typeface="Wingdings" panose="05000000000000000000" pitchFamily="2" charset="2"/>
              <a:buNone/>
            </a:pPr>
            <a:r>
              <a:rPr lang="es-ES" altLang="es-AR" sz="2600"/>
              <a:t>5 Obtener la suma acumulada de los efectos en base a este orden y representar graficamente estas sumas de efectos (siguiendo este orden). </a:t>
            </a:r>
          </a:p>
        </p:txBody>
      </p:sp>
    </p:spTree>
    <p:extLst>
      <p:ext uri="{BB962C8B-B14F-4D97-AF65-F5344CB8AC3E}">
        <p14:creationId xmlns:p14="http://schemas.microsoft.com/office/powerpoint/2010/main" val="4059590874"/>
      </p:ext>
    </p:extLst>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AEBCAAD-08C8-4014-9B4C-9C05D66AAF25}" type="datetime1">
              <a:rPr lang="es-ES_tradnl" altLang="es-AR" sz="1000"/>
              <a:pPr>
                <a:spcBef>
                  <a:spcPct val="0"/>
                </a:spcBef>
                <a:buClrTx/>
                <a:buSzTx/>
                <a:buFontTx/>
                <a:buNone/>
              </a:pPr>
              <a:t>16/09/2024</a:t>
            </a:fld>
            <a:endParaRPr lang="es-ES" altLang="en-US" sz="1000"/>
          </a:p>
        </p:txBody>
      </p:sp>
      <p:sp>
        <p:nvSpPr>
          <p:cNvPr id="22532" name="Rectangle 2"/>
          <p:cNvSpPr>
            <a:spLocks noGrp="1" noChangeArrowheads="1"/>
          </p:cNvSpPr>
          <p:nvPr>
            <p:ph type="title"/>
          </p:nvPr>
        </p:nvSpPr>
        <p:spPr>
          <a:xfrm>
            <a:off x="1992313" y="620713"/>
            <a:ext cx="7543800" cy="1295400"/>
          </a:xfrm>
        </p:spPr>
        <p:txBody>
          <a:bodyPr/>
          <a:lstStyle/>
          <a:p>
            <a:r>
              <a:rPr lang="es-AR" altLang="es-AR" b="0" dirty="0" smtClean="0"/>
              <a:t>DIAGRAMA DE PARETTO</a:t>
            </a:r>
            <a:endParaRPr lang="es-ES" altLang="es-AR" dirty="0" smtClean="0"/>
          </a:p>
        </p:txBody>
      </p:sp>
      <p:pic>
        <p:nvPicPr>
          <p:cNvPr id="3" name="Imagen 2"/>
          <p:cNvPicPr>
            <a:picLocks noChangeAspect="1"/>
          </p:cNvPicPr>
          <p:nvPr/>
        </p:nvPicPr>
        <p:blipFill>
          <a:blip r:embed="rId2"/>
          <a:stretch>
            <a:fillRect/>
          </a:stretch>
        </p:blipFill>
        <p:spPr>
          <a:xfrm>
            <a:off x="1847527" y="1628801"/>
            <a:ext cx="6830337" cy="4762436"/>
          </a:xfrm>
          <a:prstGeom prst="rect">
            <a:avLst/>
          </a:prstGeom>
        </p:spPr>
      </p:pic>
    </p:spTree>
    <p:extLst>
      <p:ext uri="{BB962C8B-B14F-4D97-AF65-F5344CB8AC3E}">
        <p14:creationId xmlns:p14="http://schemas.microsoft.com/office/powerpoint/2010/main" val="563150666"/>
      </p:ext>
    </p:extLst>
  </p:cSld>
  <p:clrMapOvr>
    <a:masterClrMapping/>
  </p:clrMapOvr>
  <p:transition spd="med">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2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D242FD2-1C59-44EE-8FEA-ED84313D7857}" type="datetime1">
              <a:rPr lang="es-ES_tradnl" altLang="es-AR" sz="1000"/>
              <a:pPr>
                <a:spcBef>
                  <a:spcPct val="0"/>
                </a:spcBef>
                <a:buClrTx/>
                <a:buSzTx/>
                <a:buFontTx/>
                <a:buNone/>
              </a:pPr>
              <a:t>16/09/2024</a:t>
            </a:fld>
            <a:endParaRPr lang="es-ES" altLang="en-US" sz="1000"/>
          </a:p>
        </p:txBody>
      </p:sp>
      <p:pic>
        <p:nvPicPr>
          <p:cNvPr id="25604" name="Picture 4"/>
          <p:cNvPicPr>
            <a:picLocks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1200150" y="1"/>
            <a:ext cx="8218488" cy="6854825"/>
          </a:xfrm>
        </p:spPr>
      </p:pic>
    </p:spTree>
    <p:extLst>
      <p:ext uri="{BB962C8B-B14F-4D97-AF65-F5344CB8AC3E}">
        <p14:creationId xmlns:p14="http://schemas.microsoft.com/office/powerpoint/2010/main" val="2722882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3 Marcador de fecha"/>
          <p:cNvSpPr>
            <a:spLocks noGrp="1"/>
          </p:cNvSpPr>
          <p:nvPr>
            <p:ph type="dt" sz="quarter" idx="10"/>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08BA68A-744F-4005-B324-D08E746FB50E}" type="datetime1">
              <a:rPr lang="es-ES_tradnl" altLang="es-AR" sz="1000"/>
              <a:pPr>
                <a:spcBef>
                  <a:spcPct val="0"/>
                </a:spcBef>
                <a:buClrTx/>
                <a:buSzTx/>
                <a:buFontTx/>
                <a:buNone/>
              </a:pPr>
              <a:t>16/09/2024</a:t>
            </a:fld>
            <a:endParaRPr lang="es-ES" altLang="en-US" sz="1000"/>
          </a:p>
        </p:txBody>
      </p:sp>
      <p:sp>
        <p:nvSpPr>
          <p:cNvPr id="16387" name="4 Marcador de pie de página"/>
          <p:cNvSpPr>
            <a:spLocks noGrp="1"/>
          </p:cNvSpPr>
          <p:nvPr>
            <p:ph type="ftr" sz="quarter" idx="11"/>
          </p:nvPr>
        </p:nvSpPr>
        <p:spPr>
          <a:noFill/>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s-ES" altLang="en-US" sz="1000"/>
              <a:t>MSc. Federico Walas Mateo</a:t>
            </a:r>
          </a:p>
        </p:txBody>
      </p:sp>
      <p:sp>
        <p:nvSpPr>
          <p:cNvPr id="16388" name="Rectangle 2"/>
          <p:cNvSpPr>
            <a:spLocks noGrp="1" noChangeArrowheads="1"/>
          </p:cNvSpPr>
          <p:nvPr>
            <p:ph type="title"/>
          </p:nvPr>
        </p:nvSpPr>
        <p:spPr/>
        <p:txBody>
          <a:bodyPr/>
          <a:lstStyle/>
          <a:p>
            <a:r>
              <a:rPr lang="es-AR" altLang="es-AR" smtClean="0"/>
              <a:t>Recomendación</a:t>
            </a:r>
            <a:endParaRPr lang="es-ES" altLang="es-AR" smtClean="0"/>
          </a:p>
        </p:txBody>
      </p:sp>
      <p:sp>
        <p:nvSpPr>
          <p:cNvPr id="16389" name="Rectangle 3"/>
          <p:cNvSpPr>
            <a:spLocks noGrp="1" noChangeArrowheads="1"/>
          </p:cNvSpPr>
          <p:nvPr>
            <p:ph type="body" idx="1"/>
          </p:nvPr>
        </p:nvSpPr>
        <p:spPr/>
        <p:txBody>
          <a:bodyPr/>
          <a:lstStyle/>
          <a:p>
            <a:endParaRPr lang="es-AR" altLang="es-AR" dirty="0" smtClean="0"/>
          </a:p>
          <a:p>
            <a:r>
              <a:rPr lang="es-AR" altLang="es-AR" sz="4000" dirty="0" smtClean="0">
                <a:hlinkClick r:id="rId2"/>
              </a:rPr>
              <a:t>www.sameco.org.ar</a:t>
            </a:r>
            <a:r>
              <a:rPr lang="es-AR" altLang="es-AR" sz="4000" dirty="0" smtClean="0"/>
              <a:t/>
            </a:r>
            <a:br>
              <a:rPr lang="es-AR" altLang="es-AR" sz="4000" dirty="0" smtClean="0"/>
            </a:br>
            <a:endParaRPr lang="es-ES" altLang="es-AR" sz="4000" dirty="0" smtClean="0"/>
          </a:p>
        </p:txBody>
      </p:sp>
    </p:spTree>
    <p:extLst>
      <p:ext uri="{BB962C8B-B14F-4D97-AF65-F5344CB8AC3E}">
        <p14:creationId xmlns:p14="http://schemas.microsoft.com/office/powerpoint/2010/main" val="1518730538"/>
      </p:ext>
    </p:extLst>
  </p:cSld>
  <p:clrMapOvr>
    <a:masterClrMapping/>
  </p:clrMapOvr>
  <p:transition spd="med">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1524000" y="122238"/>
            <a:ext cx="7543800" cy="1295400"/>
          </a:xfrm>
        </p:spPr>
        <p:txBody>
          <a:bodyPr/>
          <a:lstStyle/>
          <a:p>
            <a:pPr eaLnBrk="1" hangingPunct="1"/>
            <a:r>
              <a:rPr lang="es-AR" altLang="es-AR" dirty="0" err="1" smtClean="0"/>
              <a:t>Bibliografia</a:t>
            </a:r>
            <a:r>
              <a:rPr lang="es-AR" altLang="es-AR" dirty="0" smtClean="0"/>
              <a:t> sugerida</a:t>
            </a:r>
            <a:endParaRPr lang="es-ES" altLang="es-AR" dirty="0" smtClean="0"/>
          </a:p>
        </p:txBody>
      </p:sp>
      <p:graphicFrame>
        <p:nvGraphicFramePr>
          <p:cNvPr id="32771" name="Object 5"/>
          <p:cNvGraphicFramePr>
            <a:graphicFrameLocks noChangeAspect="1"/>
          </p:cNvGraphicFramePr>
          <p:nvPr/>
        </p:nvGraphicFramePr>
        <p:xfrm>
          <a:off x="2859088" y="1700213"/>
          <a:ext cx="6191250" cy="3778250"/>
        </p:xfrm>
        <a:graphic>
          <a:graphicData uri="http://schemas.openxmlformats.org/presentationml/2006/ole">
            <mc:AlternateContent xmlns:mc="http://schemas.openxmlformats.org/markup-compatibility/2006">
              <mc:Choice xmlns:v="urn:schemas-microsoft-com:vml" Requires="v">
                <p:oleObj spid="_x0000_s5132" name="Documento" r:id="rId3" imgW="6370209" imgH="3884883" progId="Word.Document.8">
                  <p:embed/>
                </p:oleObj>
              </mc:Choice>
              <mc:Fallback>
                <p:oleObj name="Documento" r:id="rId3" imgW="6370209" imgH="3884883"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9088" y="1700213"/>
                        <a:ext cx="6191250" cy="377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20414861"/>
      </p:ext>
    </p:extLst>
  </p:cSld>
  <p:clrMapOvr>
    <a:masterClrMapping/>
  </p:clrMapOvr>
  <p:timing>
    <p:tnLst>
      <p:par>
        <p:cTn id="1" dur="indefinite" restart="never" nodeType="tmRoot"/>
      </p:par>
    </p:tnLst>
  </p:timing>
</p:sld>
</file>

<file path=ppt/theme/theme1.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3">
  <a:themeElements>
    <a:clrScheme name="Personalizado 1">
      <a:dk1>
        <a:sysClr val="windowText" lastClr="000000"/>
      </a:dk1>
      <a:lt1>
        <a:sysClr val="window" lastClr="FFFFFF"/>
      </a:lt1>
      <a:dk2>
        <a:srgbClr val="646B86"/>
      </a:dk2>
      <a:lt2>
        <a:srgbClr val="C5D1D7"/>
      </a:lt2>
      <a:accent1>
        <a:srgbClr val="C00000"/>
      </a:accent1>
      <a:accent2>
        <a:srgbClr val="CCB400"/>
      </a:accent2>
      <a:accent3>
        <a:srgbClr val="8CADAE"/>
      </a:accent3>
      <a:accent4>
        <a:srgbClr val="7F7F7F"/>
      </a:accent4>
      <a:accent5>
        <a:srgbClr val="8FB08C"/>
      </a:accent5>
      <a:accent6>
        <a:srgbClr val="C00000"/>
      </a:accent6>
      <a:hlink>
        <a:srgbClr val="00A3D6"/>
      </a:hlink>
      <a:folHlink>
        <a:srgbClr val="694F07"/>
      </a:folHlink>
    </a:clrScheme>
    <a:fontScheme name="Metropolitana">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a">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Tema3" id="{6AD52EF2-3116-483B-907F-0DF5907AC153}" vid="{2BBE4237-8844-4E2F-B7CD-644BE1D1160B}"/>
    </a:ext>
  </a:extLst>
</a:theme>
</file>

<file path=ppt/theme/theme3.xml><?xml version="1.0" encoding="utf-8"?>
<a:theme xmlns:a="http://schemas.openxmlformats.org/drawingml/2006/main" name="1_Berlín">
  <a:themeElements>
    <a:clrScheme name="Personalizado 7">
      <a:dk1>
        <a:srgbClr val="660033"/>
      </a:dk1>
      <a:lt1>
        <a:sysClr val="window" lastClr="FFFFFF"/>
      </a:lt1>
      <a:dk2>
        <a:srgbClr val="000000"/>
      </a:dk2>
      <a:lt2>
        <a:srgbClr val="FFFFFF"/>
      </a:lt2>
      <a:accent1>
        <a:srgbClr val="660033"/>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ppt/theme/theme4.xml><?xml version="1.0" encoding="utf-8"?>
<a:theme xmlns:a="http://schemas.openxmlformats.org/drawingml/2006/main" name="Berlín">
  <a:themeElements>
    <a:clrScheme name="Personalizado 26">
      <a:dk1>
        <a:srgbClr val="7F7F7F"/>
      </a:dk1>
      <a:lt1>
        <a:srgbClr val="A52705"/>
      </a:lt1>
      <a:dk2>
        <a:srgbClr val="FFFFFF"/>
      </a:dk2>
      <a:lt2>
        <a:srgbClr val="B2B2B2"/>
      </a:lt2>
      <a:accent1>
        <a:srgbClr val="7F7F7F"/>
      </a:accent1>
      <a:accent2>
        <a:srgbClr val="C1B56B"/>
      </a:accent2>
      <a:accent3>
        <a:srgbClr val="4BAF73"/>
      </a:accent3>
      <a:accent4>
        <a:srgbClr val="5AA6C0"/>
      </a:accent4>
      <a:accent5>
        <a:srgbClr val="D17DF9"/>
      </a:accent5>
      <a:accent6>
        <a:srgbClr val="A52705"/>
      </a:accent6>
      <a:hlink>
        <a:srgbClr val="7B1D03"/>
      </a:hlink>
      <a:folHlink>
        <a:srgbClr val="FB967B"/>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5.xml><?xml version="1.0" encoding="utf-8"?>
<a:theme xmlns:a="http://schemas.openxmlformats.org/drawingml/2006/main" name="2_Berlín">
  <a:themeElements>
    <a:clrScheme name="Berlin">
      <a:dk1>
        <a:sysClr val="windowText" lastClr="000000"/>
      </a:dk1>
      <a:lt1>
        <a:sysClr val="window" lastClr="FFFFFF"/>
      </a:lt1>
      <a:dk2>
        <a:srgbClr val="1F8094"/>
      </a:dk2>
      <a:lt2>
        <a:srgbClr val="E7E6E6"/>
      </a:lt2>
      <a:accent1>
        <a:srgbClr val="39CDE7"/>
      </a:accent1>
      <a:accent2>
        <a:srgbClr val="60DE72"/>
      </a:accent2>
      <a:accent3>
        <a:srgbClr val="DDCC64"/>
      </a:accent3>
      <a:accent4>
        <a:srgbClr val="F49D50"/>
      </a:accent4>
      <a:accent5>
        <a:srgbClr val="E44951"/>
      </a:accent5>
      <a:accent6>
        <a:srgbClr val="D666F9"/>
      </a:accent6>
      <a:hlink>
        <a:srgbClr val="4BF7ED"/>
      </a:hlink>
      <a:folHlink>
        <a:srgbClr val="95E9F4"/>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6.xml><?xml version="1.0" encoding="utf-8"?>
<a:theme xmlns:a="http://schemas.openxmlformats.org/drawingml/2006/main" name="3_Berlín">
  <a:themeElements>
    <a:clrScheme name="Berlin">
      <a:dk1>
        <a:sysClr val="windowText" lastClr="000000"/>
      </a:dk1>
      <a:lt1>
        <a:sysClr val="window" lastClr="FFFFFF"/>
      </a:lt1>
      <a:dk2>
        <a:srgbClr val="8D4585"/>
      </a:dk2>
      <a:lt2>
        <a:srgbClr val="E7E6E6"/>
      </a:lt2>
      <a:accent1>
        <a:srgbClr val="F35AE6"/>
      </a:accent1>
      <a:accent2>
        <a:srgbClr val="FC5283"/>
      </a:accent2>
      <a:accent3>
        <a:srgbClr val="F67C64"/>
      </a:accent3>
      <a:accent4>
        <a:srgbClr val="F89F65"/>
      </a:accent4>
      <a:accent5>
        <a:srgbClr val="55C6BA"/>
      </a:accent5>
      <a:accent6>
        <a:srgbClr val="84A3FD"/>
      </a:accent6>
      <a:hlink>
        <a:srgbClr val="6ED4F6"/>
      </a:hlink>
      <a:folHlink>
        <a:srgbClr val="9FECFC"/>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106000"/>
                <a:satMod val="220000"/>
                <a:lumMod val="140000"/>
              </a:schemeClr>
            </a:gs>
            <a:gs pos="50000">
              <a:schemeClr val="phClr">
                <a:shade val="100000"/>
                <a:hueMod val="100000"/>
                <a:satMod val="110000"/>
                <a:lumMod val="130000"/>
              </a:schemeClr>
            </a:gs>
            <a:gs pos="100000">
              <a:schemeClr val="phClr">
                <a:shade val="69000"/>
                <a:hueMod val="88000"/>
                <a:satMod val="16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7D30EEFE-7128-4DE5-8A0D-8D4EF32CB0AF}"/>
    </a:ext>
  </a:extLst>
</a:theme>
</file>

<file path=ppt/theme/theme7.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Personalizado 1">
    <a:dk1>
      <a:sysClr val="windowText" lastClr="000000"/>
    </a:dk1>
    <a:lt1>
      <a:sysClr val="window" lastClr="FFFFFF"/>
    </a:lt1>
    <a:dk2>
      <a:srgbClr val="646B86"/>
    </a:dk2>
    <a:lt2>
      <a:srgbClr val="C5D1D7"/>
    </a:lt2>
    <a:accent1>
      <a:srgbClr val="C00000"/>
    </a:accent1>
    <a:accent2>
      <a:srgbClr val="CCB400"/>
    </a:accent2>
    <a:accent3>
      <a:srgbClr val="8CADAE"/>
    </a:accent3>
    <a:accent4>
      <a:srgbClr val="7F7F7F"/>
    </a:accent4>
    <a:accent5>
      <a:srgbClr val="8FB08C"/>
    </a:accent5>
    <a:accent6>
      <a:srgbClr val="C00000"/>
    </a:accent6>
    <a:hlink>
      <a:srgbClr val="00A3D6"/>
    </a:hlink>
    <a:folHlink>
      <a:srgbClr val="694F07"/>
    </a:folHlink>
  </a:clrScheme>
</a:themeOverride>
</file>

<file path=ppt/theme/themeOverride2.xml><?xml version="1.0" encoding="utf-8"?>
<a:themeOverride xmlns:a="http://schemas.openxmlformats.org/drawingml/2006/main">
  <a:clrScheme name="Personalizado 1">
    <a:dk1>
      <a:sysClr val="windowText" lastClr="000000"/>
    </a:dk1>
    <a:lt1>
      <a:sysClr val="window" lastClr="FFFFFF"/>
    </a:lt1>
    <a:dk2>
      <a:srgbClr val="646B86"/>
    </a:dk2>
    <a:lt2>
      <a:srgbClr val="C5D1D7"/>
    </a:lt2>
    <a:accent1>
      <a:srgbClr val="C00000"/>
    </a:accent1>
    <a:accent2>
      <a:srgbClr val="CCB400"/>
    </a:accent2>
    <a:accent3>
      <a:srgbClr val="8CADAE"/>
    </a:accent3>
    <a:accent4>
      <a:srgbClr val="7F7F7F"/>
    </a:accent4>
    <a:accent5>
      <a:srgbClr val="8FB08C"/>
    </a:accent5>
    <a:accent6>
      <a:srgbClr val="C00000"/>
    </a:accent6>
    <a:hlink>
      <a:srgbClr val="00A3D6"/>
    </a:hlink>
    <a:folHlink>
      <a:srgbClr val="694F07"/>
    </a:folHlink>
  </a:clrScheme>
</a:themeOverride>
</file>

<file path=docProps/app.xml><?xml version="1.0" encoding="utf-8"?>
<Properties xmlns="http://schemas.openxmlformats.org/officeDocument/2006/extended-properties" xmlns:vt="http://schemas.openxmlformats.org/officeDocument/2006/docPropsVTypes">
  <Template>plantilla diapositiva 2018</Template>
  <TotalTime>7004</TotalTime>
  <Words>1104</Words>
  <Application>Microsoft Office PowerPoint</Application>
  <PresentationFormat>Panorámica</PresentationFormat>
  <Paragraphs>114</Paragraphs>
  <Slides>25</Slides>
  <Notes>1</Notes>
  <HiddenSlides>0</HiddenSlides>
  <MMClips>0</MMClips>
  <ScaleCrop>false</ScaleCrop>
  <HeadingPairs>
    <vt:vector size="8" baseType="variant">
      <vt:variant>
        <vt:lpstr>Fuentes usadas</vt:lpstr>
      </vt:variant>
      <vt:variant>
        <vt:i4>8</vt:i4>
      </vt:variant>
      <vt:variant>
        <vt:lpstr>Tema</vt:lpstr>
      </vt:variant>
      <vt:variant>
        <vt:i4>6</vt:i4>
      </vt:variant>
      <vt:variant>
        <vt:lpstr>Servidores OLE incrustados</vt:lpstr>
      </vt:variant>
      <vt:variant>
        <vt:i4>1</vt:i4>
      </vt:variant>
      <vt:variant>
        <vt:lpstr>Títulos de diapositiva</vt:lpstr>
      </vt:variant>
      <vt:variant>
        <vt:i4>25</vt:i4>
      </vt:variant>
    </vt:vector>
  </HeadingPairs>
  <TitlesOfParts>
    <vt:vector size="40" baseType="lpstr">
      <vt:lpstr>Arial</vt:lpstr>
      <vt:lpstr>Arial Black</vt:lpstr>
      <vt:lpstr>Calibri</vt:lpstr>
      <vt:lpstr>Calibri Light</vt:lpstr>
      <vt:lpstr>Estrangelo Edessa</vt:lpstr>
      <vt:lpstr>Open Sans Semibold</vt:lpstr>
      <vt:lpstr>Trebuchet MS</vt:lpstr>
      <vt:lpstr>Wingdings</vt:lpstr>
      <vt:lpstr>Diseño personalizado</vt:lpstr>
      <vt:lpstr>Tema3</vt:lpstr>
      <vt:lpstr>1_Berlín</vt:lpstr>
      <vt:lpstr>Berlín</vt:lpstr>
      <vt:lpstr>2_Berlín</vt:lpstr>
      <vt:lpstr>3_Berlín</vt:lpstr>
      <vt:lpstr>Documento</vt:lpstr>
      <vt:lpstr>Calidad de Sistemas de Software</vt:lpstr>
      <vt:lpstr>Presentación de PowerPoint</vt:lpstr>
      <vt:lpstr>Presentación de PowerPoint</vt:lpstr>
      <vt:lpstr>Ciclo PDCA o ciclo de DEMING</vt:lpstr>
      <vt:lpstr>Mejora Continua o KAIZEN</vt:lpstr>
      <vt:lpstr>Mejora Continua o KAIZEN</vt:lpstr>
      <vt:lpstr>Benchmarking</vt:lpstr>
      <vt:lpstr>Ejemplos</vt:lpstr>
      <vt:lpstr>Trabajo Grupal</vt:lpstr>
      <vt:lpstr>Círculos de Calidad-</vt:lpstr>
      <vt:lpstr>Kaizen</vt:lpstr>
      <vt:lpstr>Método científico de los ocho pasos</vt:lpstr>
      <vt:lpstr>Herramientas de la Calidad</vt:lpstr>
      <vt:lpstr>HOJA DE RECOLECCIÓN DE DATOS</vt:lpstr>
      <vt:lpstr>DIAGRAMA DE FLUJO</vt:lpstr>
      <vt:lpstr>DIAGRAMA DE CAUSA - EFECTO (Espina de pescado o diagrama de Ishikawa)</vt:lpstr>
      <vt:lpstr>DIAGRAMA DE ESPINA DE PESCADO</vt:lpstr>
      <vt:lpstr>TARJETAS DE REGULACIÓN DE LA CALIDAD DE SHEWHART O CARTAS DE CONTROL  </vt:lpstr>
      <vt:lpstr>HISTOGRAMA  </vt:lpstr>
      <vt:lpstr>DIAGRAMA DE PARETO (ANÁLISIS ABC)</vt:lpstr>
      <vt:lpstr>Confección del diagrama de Pareto</vt:lpstr>
      <vt:lpstr>DIAGRAMA DE PARETTO</vt:lpstr>
      <vt:lpstr>Presentación de PowerPoint</vt:lpstr>
      <vt:lpstr>Recomendación</vt:lpstr>
      <vt:lpstr>Bibliografia sugerida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Calidad de Sistemas de Software en Pequeñas y Medianas Empresas</dc:title>
  <dc:creator>Ariel</dc:creator>
  <cp:lastModifiedBy>Fede Walas</cp:lastModifiedBy>
  <cp:revision>208</cp:revision>
  <cp:lastPrinted>2018-08-24T14:59:36Z</cp:lastPrinted>
  <dcterms:created xsi:type="dcterms:W3CDTF">2009-09-09T16:46:35Z</dcterms:created>
  <dcterms:modified xsi:type="dcterms:W3CDTF">2024-09-16T14:26:50Z</dcterms:modified>
</cp:coreProperties>
</file>