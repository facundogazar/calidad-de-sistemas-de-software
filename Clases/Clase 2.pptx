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3" r:id="rId2"/>
    <p:sldMasterId id="2147483666" r:id="rId3"/>
    <p:sldMasterId id="2147483685" r:id="rId4"/>
  </p:sldMasterIdLst>
  <p:notesMasterIdLst>
    <p:notesMasterId r:id="rId23"/>
  </p:notesMasterIdLst>
  <p:sldIdLst>
    <p:sldId id="256" r:id="rId5"/>
    <p:sldId id="257" r:id="rId6"/>
    <p:sldId id="285" r:id="rId7"/>
    <p:sldId id="271" r:id="rId8"/>
    <p:sldId id="286" r:id="rId9"/>
    <p:sldId id="274" r:id="rId10"/>
    <p:sldId id="275" r:id="rId11"/>
    <p:sldId id="276" r:id="rId12"/>
    <p:sldId id="279" r:id="rId13"/>
    <p:sldId id="287" r:id="rId14"/>
    <p:sldId id="280" r:id="rId15"/>
    <p:sldId id="282" r:id="rId16"/>
    <p:sldId id="283" r:id="rId17"/>
    <p:sldId id="284" r:id="rId18"/>
    <p:sldId id="288" r:id="rId19"/>
    <p:sldId id="289" r:id="rId20"/>
    <p:sldId id="290" r:id="rId21"/>
    <p:sldId id="291" r:id="rId22"/>
  </p:sldIdLst>
  <p:sldSz cx="12192000" cy="6858000"/>
  <p:notesSz cx="9144000" cy="6858000"/>
  <p:embeddedFontLst>
    <p:embeddedFont>
      <p:font typeface="Verdana" panose="020B0604030504040204" pitchFamily="34" charset="0"/>
      <p:regular r:id="rId24"/>
      <p:bold r:id="rId25"/>
      <p:italic r:id="rId26"/>
      <p:boldItalic r:id="rId27"/>
    </p:embeddedFont>
    <p:embeddedFont>
      <p:font typeface="Calibri" panose="020F0502020204030204" pitchFamily="34" charset="0"/>
      <p:regular r:id="rId28"/>
      <p:bold r:id="rId29"/>
      <p:italic r:id="rId30"/>
      <p:boldItalic r:id="rId31"/>
    </p:embeddedFont>
    <p:embeddedFont>
      <p:font typeface="Arial Black" panose="020B0A04020102020204" pitchFamily="34" charset="0"/>
      <p:regular r:id="rId32"/>
      <p:bold r:id="rId33"/>
    </p:embeddedFont>
    <p:embeddedFont>
      <p:font typeface="Trebuchet MS" panose="020B0603020202020204" pitchFamily="34" charset="0"/>
      <p:regular r:id="rId34"/>
      <p:bold r:id="rId35"/>
      <p:italic r:id="rId36"/>
      <p:boldItalic r:id="rId37"/>
    </p:embeddedFont>
    <p:embeddedFont>
      <p:font typeface="Tahoma" panose="020B0604030504040204" pitchFamily="3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gJwtZAzPzlLyS3Dese3Bgpmapp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361F81-B3E0-40ED-853C-7DDA4690E2F5}">
  <a:tblStyle styleId="{13361F81-B3E0-40ED-853C-7DDA4690E2F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21" name="Google Shape;521;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522" name="Google Shape;522;p1: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s-E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
        <p:nvSpPr>
          <p:cNvPr id="523" name="Google Shape;523;p1:notes"/>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ES"/>
              <a:t>Clase 1</a:t>
            </a:r>
            <a:endParaRPr/>
          </a:p>
        </p:txBody>
      </p:sp>
      <p:sp>
        <p:nvSpPr>
          <p:cNvPr id="524" name="Google Shape;524;p1:notes"/>
          <p:cNvSpPr txBox="1">
            <a:spLocks noGrp="1"/>
          </p:cNvSpPr>
          <p:nvPr>
            <p:ph type="hdr" idx="3"/>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CSSPyME 2009</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32" name="Google Shape;532;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48" name="Google Shape;548;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61514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17"/>
        <p:cNvGrpSpPr/>
        <p:nvPr/>
      </p:nvGrpSpPr>
      <p:grpSpPr>
        <a:xfrm>
          <a:off x="0" y="0"/>
          <a:ext cx="0" cy="0"/>
          <a:chOff x="0" y="0"/>
          <a:chExt cx="0" cy="0"/>
        </a:xfrm>
      </p:grpSpPr>
      <p:pic>
        <p:nvPicPr>
          <p:cNvPr id="18" name="Google Shape;18;p16"/>
          <p:cNvPicPr preferRelativeResize="0"/>
          <p:nvPr/>
        </p:nvPicPr>
        <p:blipFill rotWithShape="1">
          <a:blip r:embed="rId2">
            <a:alphaModFix/>
          </a:blip>
          <a:srcRect/>
          <a:stretch/>
        </p:blipFill>
        <p:spPr>
          <a:xfrm>
            <a:off x="3175" y="-6350"/>
            <a:ext cx="12192000" cy="4514850"/>
          </a:xfrm>
          <a:prstGeom prst="rect">
            <a:avLst/>
          </a:prstGeom>
          <a:noFill/>
          <a:ln>
            <a:noFill/>
          </a:ln>
        </p:spPr>
      </p:pic>
      <p:sp>
        <p:nvSpPr>
          <p:cNvPr id="19" name="Google Shape;19;p16"/>
          <p:cNvSpPr txBox="1">
            <a:spLocks noGrp="1"/>
          </p:cNvSpPr>
          <p:nvPr>
            <p:ph type="title"/>
          </p:nvPr>
        </p:nvSpPr>
        <p:spPr>
          <a:xfrm>
            <a:off x="653976" y="4737548"/>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3300" b="0">
                <a:solidFill>
                  <a:srgbClr val="C00000"/>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20" name="Google Shape;20;p16"/>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75"/>
              </a:spcBef>
              <a:spcAft>
                <a:spcPts val="0"/>
              </a:spcAft>
              <a:buSzPts val="1800"/>
              <a:buNone/>
              <a:defRPr sz="1800">
                <a:solidFill>
                  <a:srgbClr val="C00000"/>
                </a:solidFill>
              </a:defRPr>
            </a:lvl1pPr>
            <a:lvl2pPr marL="914400" lvl="1" indent="-228600" algn="l">
              <a:lnSpc>
                <a:spcPct val="85000"/>
              </a:lnSpc>
              <a:spcBef>
                <a:spcPts val="450"/>
              </a:spcBef>
              <a:spcAft>
                <a:spcPts val="0"/>
              </a:spcAft>
              <a:buClr>
                <a:srgbClr val="262626"/>
              </a:buClr>
              <a:buSzPts val="900"/>
              <a:buNone/>
              <a:defRPr sz="900"/>
            </a:lvl2pPr>
            <a:lvl3pPr marL="1371600" lvl="2" indent="-228600" algn="l">
              <a:lnSpc>
                <a:spcPct val="85000"/>
              </a:lnSpc>
              <a:spcBef>
                <a:spcPts val="450"/>
              </a:spcBef>
              <a:spcAft>
                <a:spcPts val="0"/>
              </a:spcAft>
              <a:buClr>
                <a:srgbClr val="262626"/>
              </a:buClr>
              <a:buSzPts val="750"/>
              <a:buNone/>
              <a:defRPr sz="750"/>
            </a:lvl3pPr>
            <a:lvl4pPr marL="1828800" lvl="3" indent="-228600" algn="l">
              <a:lnSpc>
                <a:spcPct val="85000"/>
              </a:lnSpc>
              <a:spcBef>
                <a:spcPts val="450"/>
              </a:spcBef>
              <a:spcAft>
                <a:spcPts val="0"/>
              </a:spcAft>
              <a:buClr>
                <a:srgbClr val="262626"/>
              </a:buClr>
              <a:buSzPts val="675"/>
              <a:buNone/>
              <a:defRPr sz="675"/>
            </a:lvl4pPr>
            <a:lvl5pPr marL="2286000" lvl="4" indent="-228600" algn="l">
              <a:lnSpc>
                <a:spcPct val="85000"/>
              </a:lnSpc>
              <a:spcBef>
                <a:spcPts val="450"/>
              </a:spcBef>
              <a:spcAft>
                <a:spcPts val="0"/>
              </a:spcAft>
              <a:buClr>
                <a:srgbClr val="262626"/>
              </a:buClr>
              <a:buSzPts val="675"/>
              <a:buNone/>
              <a:defRPr sz="675"/>
            </a:lvl5pPr>
            <a:lvl6pPr marL="2743200" lvl="5" indent="-228600" algn="l">
              <a:lnSpc>
                <a:spcPct val="85000"/>
              </a:lnSpc>
              <a:spcBef>
                <a:spcPts val="450"/>
              </a:spcBef>
              <a:spcAft>
                <a:spcPts val="0"/>
              </a:spcAft>
              <a:buClr>
                <a:srgbClr val="262626"/>
              </a:buClr>
              <a:buSzPts val="675"/>
              <a:buNone/>
              <a:defRPr sz="675"/>
            </a:lvl6pPr>
            <a:lvl7pPr marL="3200400" lvl="6" indent="-228600" algn="l">
              <a:lnSpc>
                <a:spcPct val="85000"/>
              </a:lnSpc>
              <a:spcBef>
                <a:spcPts val="450"/>
              </a:spcBef>
              <a:spcAft>
                <a:spcPts val="0"/>
              </a:spcAft>
              <a:buClr>
                <a:srgbClr val="262626"/>
              </a:buClr>
              <a:buSzPts val="675"/>
              <a:buNone/>
              <a:defRPr sz="675"/>
            </a:lvl7pPr>
            <a:lvl8pPr marL="3657600" lvl="7" indent="-228600" algn="l">
              <a:lnSpc>
                <a:spcPct val="85000"/>
              </a:lnSpc>
              <a:spcBef>
                <a:spcPts val="450"/>
              </a:spcBef>
              <a:spcAft>
                <a:spcPts val="0"/>
              </a:spcAft>
              <a:buClr>
                <a:srgbClr val="262626"/>
              </a:buClr>
              <a:buSzPts val="675"/>
              <a:buNone/>
              <a:defRPr sz="675"/>
            </a:lvl8pPr>
            <a:lvl9pPr marL="4114800" lvl="8" indent="-228600" algn="l">
              <a:lnSpc>
                <a:spcPct val="85000"/>
              </a:lnSpc>
              <a:spcBef>
                <a:spcPts val="450"/>
              </a:spcBef>
              <a:spcAft>
                <a:spcPts val="0"/>
              </a:spcAft>
              <a:buClr>
                <a:srgbClr val="262626"/>
              </a:buClr>
              <a:buSzPts val="675"/>
              <a:buNone/>
              <a:defRPr sz="675"/>
            </a:lvl9pPr>
          </a:lstStyle>
          <a:p>
            <a:endParaRPr/>
          </a:p>
        </p:txBody>
      </p:sp>
      <p:sp>
        <p:nvSpPr>
          <p:cNvPr id="21" name="Google Shape;21;p16"/>
          <p:cNvSpPr txBox="1">
            <a:spLocks noGrp="1"/>
          </p:cNvSpPr>
          <p:nvPr>
            <p:ph type="dt" idx="10"/>
          </p:nvPr>
        </p:nvSpPr>
        <p:spPr>
          <a:xfrm>
            <a:off x="3211513" y="6481763"/>
            <a:ext cx="41148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ftr" idx="11"/>
          </p:nvPr>
        </p:nvSpPr>
        <p:spPr>
          <a:xfrm>
            <a:off x="685801" y="6481763"/>
            <a:ext cx="3249959" cy="301627"/>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ES"/>
              <a:t>‹Nº›</a:t>
            </a:fld>
            <a:endParaRPr sz="1400">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4"/>
        <p:cNvGrpSpPr/>
        <p:nvPr/>
      </p:nvGrpSpPr>
      <p:grpSpPr>
        <a:xfrm>
          <a:off x="0" y="0"/>
          <a:ext cx="0" cy="0"/>
          <a:chOff x="0" y="0"/>
          <a:chExt cx="0" cy="0"/>
        </a:xfrm>
      </p:grpSpPr>
      <p:sp>
        <p:nvSpPr>
          <p:cNvPr id="25" name="Google Shape;25;p17"/>
          <p:cNvSpPr txBox="1">
            <a:spLocks noGrp="1"/>
          </p:cNvSpPr>
          <p:nvPr>
            <p:ph type="title"/>
          </p:nvPr>
        </p:nvSpPr>
        <p:spPr>
          <a:xfrm>
            <a:off x="479376" y="337421"/>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26" name="Google Shape;26;p17"/>
          <p:cNvSpPr txBox="1">
            <a:spLocks noGrp="1"/>
          </p:cNvSpPr>
          <p:nvPr>
            <p:ph type="body" idx="1"/>
          </p:nvPr>
        </p:nvSpPr>
        <p:spPr>
          <a:xfrm>
            <a:off x="633636" y="1773240"/>
            <a:ext cx="9793088" cy="4600168"/>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5"/>
              </a:spcBef>
              <a:spcAft>
                <a:spcPts val="0"/>
              </a:spcAft>
              <a:buSzPts val="1800"/>
              <a:buChar char="»"/>
              <a:defRPr/>
            </a:lvl1pPr>
            <a:lvl2pPr marL="914400" lvl="1" indent="-342900" algn="l">
              <a:lnSpc>
                <a:spcPct val="85000"/>
              </a:lnSpc>
              <a:spcBef>
                <a:spcPts val="450"/>
              </a:spcBef>
              <a:spcAft>
                <a:spcPts val="0"/>
              </a:spcAft>
              <a:buClr>
                <a:srgbClr val="262626"/>
              </a:buClr>
              <a:buSzPts val="1800"/>
              <a:buChar char=" "/>
              <a:defRPr/>
            </a:lvl2pPr>
            <a:lvl3pPr marL="1371600" lvl="2" indent="-342900" algn="l">
              <a:lnSpc>
                <a:spcPct val="85000"/>
              </a:lnSpc>
              <a:spcBef>
                <a:spcPts val="450"/>
              </a:spcBef>
              <a:spcAft>
                <a:spcPts val="0"/>
              </a:spcAft>
              <a:buClr>
                <a:srgbClr val="262626"/>
              </a:buClr>
              <a:buSzPts val="1800"/>
              <a:buChar char=" "/>
              <a:defRPr/>
            </a:lvl3pPr>
            <a:lvl4pPr marL="1828800" lvl="3" indent="-342900" algn="l">
              <a:lnSpc>
                <a:spcPct val="85000"/>
              </a:lnSpc>
              <a:spcBef>
                <a:spcPts val="450"/>
              </a:spcBef>
              <a:spcAft>
                <a:spcPts val="0"/>
              </a:spcAft>
              <a:buClr>
                <a:srgbClr val="262626"/>
              </a:buClr>
              <a:buSzPts val="1800"/>
              <a:buChar char=" "/>
              <a:defRPr/>
            </a:lvl4pPr>
            <a:lvl5pPr marL="2286000" lvl="4" indent="-342900" algn="l">
              <a:lnSpc>
                <a:spcPct val="85000"/>
              </a:lnSpc>
              <a:spcBef>
                <a:spcPts val="450"/>
              </a:spcBef>
              <a:spcAft>
                <a:spcPts val="0"/>
              </a:spcAft>
              <a:buClr>
                <a:srgbClr val="262626"/>
              </a:buClr>
              <a:buSzPts val="1800"/>
              <a:buChar char=" "/>
              <a:defRPr/>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27" name="Google Shape;27;p17"/>
          <p:cNvSpPr txBox="1">
            <a:spLocks noGrp="1"/>
          </p:cNvSpPr>
          <p:nvPr>
            <p:ph type="ftr" idx="11"/>
          </p:nvPr>
        </p:nvSpPr>
        <p:spPr>
          <a:xfrm>
            <a:off x="168277" y="6525344"/>
            <a:ext cx="3839491" cy="24217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33"/>
        <p:cNvGrpSpPr/>
        <p:nvPr/>
      </p:nvGrpSpPr>
      <p:grpSpPr>
        <a:xfrm>
          <a:off x="0" y="0"/>
          <a:ext cx="0" cy="0"/>
          <a:chOff x="0" y="0"/>
          <a:chExt cx="0" cy="0"/>
        </a:xfrm>
      </p:grpSpPr>
      <p:sp>
        <p:nvSpPr>
          <p:cNvPr id="34" name="Google Shape;34;p19"/>
          <p:cNvSpPr txBox="1"/>
          <p:nvPr/>
        </p:nvSpPr>
        <p:spPr>
          <a:xfrm>
            <a:off x="5176317" y="6484431"/>
            <a:ext cx="662361" cy="21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5" b="0" i="0" u="none" strike="noStrike" cap="none">
                <a:solidFill>
                  <a:srgbClr val="888888"/>
                </a:solidFill>
                <a:latin typeface="Arial"/>
                <a:ea typeface="Arial"/>
                <a:cs typeface="Arial"/>
                <a:sym typeface="Arial"/>
              </a:rPr>
              <a:t>Fuente:</a:t>
            </a:r>
            <a:endParaRPr sz="825" b="0" i="0" u="none" strike="noStrike" cap="none">
              <a:solidFill>
                <a:schemeClr val="lt2"/>
              </a:solidFill>
              <a:latin typeface="Calibri"/>
              <a:ea typeface="Calibri"/>
              <a:cs typeface="Calibri"/>
              <a:sym typeface="Calibri"/>
            </a:endParaRPr>
          </a:p>
        </p:txBody>
      </p:sp>
      <p:sp>
        <p:nvSpPr>
          <p:cNvPr id="35" name="Google Shape;35;p19"/>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SzPts val="1400"/>
              <a:buNone/>
              <a:defRPr sz="3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6" name="Google Shape;36;p19"/>
          <p:cNvSpPr txBox="1">
            <a:spLocks noGrp="1"/>
          </p:cNvSpPr>
          <p:nvPr>
            <p:ph type="body" idx="1"/>
          </p:nvPr>
        </p:nvSpPr>
        <p:spPr>
          <a:xfrm>
            <a:off x="676656" y="1998134"/>
            <a:ext cx="466344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5"/>
              </a:spcBef>
              <a:spcAft>
                <a:spcPts val="0"/>
              </a:spcAft>
              <a:buClr>
                <a:srgbClr val="C00000"/>
              </a:buClr>
              <a:buSzPts val="1800"/>
              <a:buFont typeface="Arial"/>
              <a:buChar char="»"/>
              <a:defRPr sz="1800"/>
            </a:lvl1pPr>
            <a:lvl2pPr marL="914400" lvl="1" indent="-323850" algn="l">
              <a:lnSpc>
                <a:spcPct val="85000"/>
              </a:lnSpc>
              <a:spcBef>
                <a:spcPts val="450"/>
              </a:spcBef>
              <a:spcAft>
                <a:spcPts val="0"/>
              </a:spcAft>
              <a:buClr>
                <a:srgbClr val="C00000"/>
              </a:buClr>
              <a:buSzPts val="1500"/>
              <a:buFont typeface="Arial"/>
              <a:buChar char=" "/>
              <a:defRPr sz="1500"/>
            </a:lvl2pPr>
            <a:lvl3pPr marL="1371600" lvl="2" indent="-314325" algn="l">
              <a:lnSpc>
                <a:spcPct val="85000"/>
              </a:lnSpc>
              <a:spcBef>
                <a:spcPts val="450"/>
              </a:spcBef>
              <a:spcAft>
                <a:spcPts val="0"/>
              </a:spcAft>
              <a:buClr>
                <a:srgbClr val="C00000"/>
              </a:buClr>
              <a:buSzPts val="1350"/>
              <a:buFont typeface="Arial"/>
              <a:buChar char=" "/>
              <a:defRPr sz="1350"/>
            </a:lvl3pPr>
            <a:lvl4pPr marL="1828800" lvl="3" indent="-304800" algn="l">
              <a:lnSpc>
                <a:spcPct val="85000"/>
              </a:lnSpc>
              <a:spcBef>
                <a:spcPts val="450"/>
              </a:spcBef>
              <a:spcAft>
                <a:spcPts val="0"/>
              </a:spcAft>
              <a:buClr>
                <a:srgbClr val="C00000"/>
              </a:buClr>
              <a:buSzPts val="1200"/>
              <a:buFont typeface="Arial"/>
              <a:buChar char=" "/>
              <a:defRPr sz="1200"/>
            </a:lvl4pPr>
            <a:lvl5pPr marL="2286000" lvl="4" indent="-304800" algn="l">
              <a:lnSpc>
                <a:spcPct val="85000"/>
              </a:lnSpc>
              <a:spcBef>
                <a:spcPts val="450"/>
              </a:spcBef>
              <a:spcAft>
                <a:spcPts val="0"/>
              </a:spcAft>
              <a:buClr>
                <a:srgbClr val="C00000"/>
              </a:buClr>
              <a:buSzPts val="1200"/>
              <a:buFont typeface="Arial"/>
              <a:buChar char=" "/>
              <a:defRPr sz="1200"/>
            </a:lvl5pPr>
            <a:lvl6pPr marL="2743200" lvl="5" indent="-304800" algn="l">
              <a:lnSpc>
                <a:spcPct val="85000"/>
              </a:lnSpc>
              <a:spcBef>
                <a:spcPts val="450"/>
              </a:spcBef>
              <a:spcAft>
                <a:spcPts val="0"/>
              </a:spcAft>
              <a:buClr>
                <a:srgbClr val="262626"/>
              </a:buClr>
              <a:buSzPts val="1200"/>
              <a:buChar char=" "/>
              <a:defRPr sz="1200"/>
            </a:lvl6pPr>
            <a:lvl7pPr marL="3200400" lvl="6" indent="-304800" algn="l">
              <a:lnSpc>
                <a:spcPct val="85000"/>
              </a:lnSpc>
              <a:spcBef>
                <a:spcPts val="450"/>
              </a:spcBef>
              <a:spcAft>
                <a:spcPts val="0"/>
              </a:spcAft>
              <a:buClr>
                <a:srgbClr val="262626"/>
              </a:buClr>
              <a:buSzPts val="1200"/>
              <a:buChar char=" "/>
              <a:defRPr sz="1200"/>
            </a:lvl7pPr>
            <a:lvl8pPr marL="3657600" lvl="7" indent="-304800" algn="l">
              <a:lnSpc>
                <a:spcPct val="85000"/>
              </a:lnSpc>
              <a:spcBef>
                <a:spcPts val="450"/>
              </a:spcBef>
              <a:spcAft>
                <a:spcPts val="0"/>
              </a:spcAft>
              <a:buClr>
                <a:srgbClr val="262626"/>
              </a:buClr>
              <a:buSzPts val="1200"/>
              <a:buChar char=" "/>
              <a:defRPr sz="1200"/>
            </a:lvl8pPr>
            <a:lvl9pPr marL="4114800" lvl="8" indent="-304800" algn="l">
              <a:lnSpc>
                <a:spcPct val="85000"/>
              </a:lnSpc>
              <a:spcBef>
                <a:spcPts val="450"/>
              </a:spcBef>
              <a:spcAft>
                <a:spcPts val="0"/>
              </a:spcAft>
              <a:buClr>
                <a:srgbClr val="262626"/>
              </a:buClr>
              <a:buSzPts val="1200"/>
              <a:buChar char=" "/>
              <a:defRPr sz="1200"/>
            </a:lvl9pPr>
          </a:lstStyle>
          <a:p>
            <a:endParaRPr/>
          </a:p>
        </p:txBody>
      </p:sp>
      <p:sp>
        <p:nvSpPr>
          <p:cNvPr id="37" name="Google Shape;37;p19"/>
          <p:cNvSpPr txBox="1">
            <a:spLocks noGrp="1"/>
          </p:cNvSpPr>
          <p:nvPr>
            <p:ph type="body" idx="2"/>
          </p:nvPr>
        </p:nvSpPr>
        <p:spPr>
          <a:xfrm>
            <a:off x="6011331" y="1998134"/>
            <a:ext cx="466344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5"/>
              </a:spcBef>
              <a:spcAft>
                <a:spcPts val="0"/>
              </a:spcAft>
              <a:buClr>
                <a:srgbClr val="C00000"/>
              </a:buClr>
              <a:buSzPts val="1800"/>
              <a:buFont typeface="Arial"/>
              <a:buChar char="»"/>
              <a:defRPr sz="1800"/>
            </a:lvl1pPr>
            <a:lvl2pPr marL="914400" lvl="1" indent="-323850" algn="l">
              <a:lnSpc>
                <a:spcPct val="85000"/>
              </a:lnSpc>
              <a:spcBef>
                <a:spcPts val="450"/>
              </a:spcBef>
              <a:spcAft>
                <a:spcPts val="0"/>
              </a:spcAft>
              <a:buClr>
                <a:srgbClr val="C00000"/>
              </a:buClr>
              <a:buSzPts val="1500"/>
              <a:buFont typeface="Arial"/>
              <a:buChar char=" "/>
              <a:defRPr sz="1500"/>
            </a:lvl2pPr>
            <a:lvl3pPr marL="1371600" lvl="2" indent="-314325" algn="l">
              <a:lnSpc>
                <a:spcPct val="85000"/>
              </a:lnSpc>
              <a:spcBef>
                <a:spcPts val="450"/>
              </a:spcBef>
              <a:spcAft>
                <a:spcPts val="0"/>
              </a:spcAft>
              <a:buClr>
                <a:srgbClr val="C00000"/>
              </a:buClr>
              <a:buSzPts val="1350"/>
              <a:buFont typeface="Arial"/>
              <a:buChar char=" "/>
              <a:defRPr sz="1350"/>
            </a:lvl3pPr>
            <a:lvl4pPr marL="1828800" lvl="3" indent="-304800" algn="l">
              <a:lnSpc>
                <a:spcPct val="85000"/>
              </a:lnSpc>
              <a:spcBef>
                <a:spcPts val="450"/>
              </a:spcBef>
              <a:spcAft>
                <a:spcPts val="0"/>
              </a:spcAft>
              <a:buClr>
                <a:srgbClr val="C00000"/>
              </a:buClr>
              <a:buSzPts val="1200"/>
              <a:buFont typeface="Arial"/>
              <a:buChar char=" "/>
              <a:defRPr sz="1200"/>
            </a:lvl4pPr>
            <a:lvl5pPr marL="2286000" lvl="4" indent="-304800" algn="l">
              <a:lnSpc>
                <a:spcPct val="85000"/>
              </a:lnSpc>
              <a:spcBef>
                <a:spcPts val="450"/>
              </a:spcBef>
              <a:spcAft>
                <a:spcPts val="0"/>
              </a:spcAft>
              <a:buClr>
                <a:srgbClr val="C00000"/>
              </a:buClr>
              <a:buSzPts val="1200"/>
              <a:buFont typeface="Arial"/>
              <a:buChar char=" "/>
              <a:defRPr sz="1200"/>
            </a:lvl5pPr>
            <a:lvl6pPr marL="2743200" lvl="5" indent="-304800" algn="l">
              <a:lnSpc>
                <a:spcPct val="85000"/>
              </a:lnSpc>
              <a:spcBef>
                <a:spcPts val="450"/>
              </a:spcBef>
              <a:spcAft>
                <a:spcPts val="0"/>
              </a:spcAft>
              <a:buClr>
                <a:srgbClr val="262626"/>
              </a:buClr>
              <a:buSzPts val="1200"/>
              <a:buChar char=" "/>
              <a:defRPr sz="1200"/>
            </a:lvl6pPr>
            <a:lvl7pPr marL="3200400" lvl="6" indent="-304800" algn="l">
              <a:lnSpc>
                <a:spcPct val="85000"/>
              </a:lnSpc>
              <a:spcBef>
                <a:spcPts val="450"/>
              </a:spcBef>
              <a:spcAft>
                <a:spcPts val="0"/>
              </a:spcAft>
              <a:buClr>
                <a:srgbClr val="262626"/>
              </a:buClr>
              <a:buSzPts val="1200"/>
              <a:buChar char=" "/>
              <a:defRPr sz="1200"/>
            </a:lvl7pPr>
            <a:lvl8pPr marL="3657600" lvl="7" indent="-304800" algn="l">
              <a:lnSpc>
                <a:spcPct val="85000"/>
              </a:lnSpc>
              <a:spcBef>
                <a:spcPts val="450"/>
              </a:spcBef>
              <a:spcAft>
                <a:spcPts val="0"/>
              </a:spcAft>
              <a:buClr>
                <a:srgbClr val="262626"/>
              </a:buClr>
              <a:buSzPts val="1200"/>
              <a:buChar char=" "/>
              <a:defRPr sz="1200"/>
            </a:lvl8pPr>
            <a:lvl9pPr marL="4114800" lvl="8" indent="-304800" algn="l">
              <a:lnSpc>
                <a:spcPct val="85000"/>
              </a:lnSpc>
              <a:spcBef>
                <a:spcPts val="450"/>
              </a:spcBef>
              <a:spcAft>
                <a:spcPts val="0"/>
              </a:spcAft>
              <a:buClr>
                <a:srgbClr val="262626"/>
              </a:buClr>
              <a:buSzPts val="1200"/>
              <a:buChar char=" "/>
              <a:defRPr sz="1200"/>
            </a:lvl9pPr>
          </a:lstStyle>
          <a:p>
            <a:endParaRPr/>
          </a:p>
        </p:txBody>
      </p:sp>
      <p:sp>
        <p:nvSpPr>
          <p:cNvPr id="38" name="Google Shape;38;p19"/>
          <p:cNvSpPr txBox="1">
            <a:spLocks noGrp="1"/>
          </p:cNvSpPr>
          <p:nvPr>
            <p:ph type="body" idx="3"/>
          </p:nvPr>
        </p:nvSpPr>
        <p:spPr>
          <a:xfrm>
            <a:off x="5951985" y="6509540"/>
            <a:ext cx="2162515" cy="305415"/>
          </a:xfrm>
          <a:prstGeom prst="rect">
            <a:avLst/>
          </a:prstGeom>
          <a:noFill/>
          <a:ln>
            <a:noFill/>
          </a:ln>
        </p:spPr>
        <p:txBody>
          <a:bodyPr spcFirstLastPara="1" wrap="square" lIns="91425" tIns="45700" rIns="91425" bIns="45700" anchor="t" anchorCtr="0">
            <a:noAutofit/>
          </a:bodyPr>
          <a:lstStyle>
            <a:lvl1pPr marL="457200" lvl="0" indent="-228600" algn="l">
              <a:lnSpc>
                <a:spcPct val="85000"/>
              </a:lnSpc>
              <a:spcBef>
                <a:spcPts val="0"/>
              </a:spcBef>
              <a:spcAft>
                <a:spcPts val="0"/>
              </a:spcAft>
              <a:buSzPts val="825"/>
              <a:buNone/>
              <a:defRPr sz="825" b="0" i="0">
                <a:solidFill>
                  <a:srgbClr val="888888"/>
                </a:solidFill>
                <a:latin typeface="Arial"/>
                <a:ea typeface="Arial"/>
                <a:cs typeface="Arial"/>
                <a:sym typeface="Arial"/>
              </a:defRPr>
            </a:lvl1pPr>
            <a:lvl2pPr marL="914400" lvl="1" indent="-228600" algn="l">
              <a:lnSpc>
                <a:spcPct val="85000"/>
              </a:lnSpc>
              <a:spcBef>
                <a:spcPts val="450"/>
              </a:spcBef>
              <a:spcAft>
                <a:spcPts val="0"/>
              </a:spcAft>
              <a:buClr>
                <a:srgbClr val="262626"/>
              </a:buClr>
              <a:buSzPts val="1050"/>
              <a:buNone/>
              <a:defRPr sz="1050"/>
            </a:lvl2pPr>
            <a:lvl3pPr marL="1371600" lvl="2" indent="-228600" algn="l">
              <a:lnSpc>
                <a:spcPct val="85000"/>
              </a:lnSpc>
              <a:spcBef>
                <a:spcPts val="450"/>
              </a:spcBef>
              <a:spcAft>
                <a:spcPts val="0"/>
              </a:spcAft>
              <a:buClr>
                <a:srgbClr val="262626"/>
              </a:buClr>
              <a:buSzPts val="1050"/>
              <a:buNone/>
              <a:defRPr sz="1050"/>
            </a:lvl3pPr>
            <a:lvl4pPr marL="1828800" lvl="3" indent="-228600" algn="l">
              <a:lnSpc>
                <a:spcPct val="85000"/>
              </a:lnSpc>
              <a:spcBef>
                <a:spcPts val="450"/>
              </a:spcBef>
              <a:spcAft>
                <a:spcPts val="0"/>
              </a:spcAft>
              <a:buClr>
                <a:srgbClr val="262626"/>
              </a:buClr>
              <a:buSzPts val="1050"/>
              <a:buNone/>
              <a:defRPr sz="1050"/>
            </a:lvl4pPr>
            <a:lvl5pPr marL="2286000" lvl="4" indent="-228600" algn="l">
              <a:lnSpc>
                <a:spcPct val="85000"/>
              </a:lnSpc>
              <a:spcBef>
                <a:spcPts val="450"/>
              </a:spcBef>
              <a:spcAft>
                <a:spcPts val="0"/>
              </a:spcAft>
              <a:buClr>
                <a:srgbClr val="262626"/>
              </a:buClr>
              <a:buSzPts val="1050"/>
              <a:buNone/>
              <a:defRPr sz="1050"/>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39" name="Google Shape;39;p19"/>
          <p:cNvSpPr txBox="1">
            <a:spLocks noGrp="1"/>
          </p:cNvSpPr>
          <p:nvPr>
            <p:ph type="sldNum" idx="12"/>
          </p:nvPr>
        </p:nvSpPr>
        <p:spPr>
          <a:xfrm>
            <a:off x="9248775" y="2852738"/>
            <a:ext cx="2927351" cy="10477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ES"/>
              <a:t>‹Nº›</a:t>
            </a:fld>
            <a:endParaRPr sz="1400">
              <a:solidFill>
                <a:srgbClr val="FFFFFF"/>
              </a:solidFill>
            </a:endParaRPr>
          </a:p>
        </p:txBody>
      </p:sp>
      <p:sp>
        <p:nvSpPr>
          <p:cNvPr id="40" name="Google Shape;40;p19"/>
          <p:cNvSpPr txBox="1">
            <a:spLocks noGrp="1"/>
          </p:cNvSpPr>
          <p:nvPr>
            <p:ph type="dt" idx="10"/>
          </p:nvPr>
        </p:nvSpPr>
        <p:spPr>
          <a:xfrm>
            <a:off x="2898775" y="6511925"/>
            <a:ext cx="825500" cy="255588"/>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9"/>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42"/>
        <p:cNvGrpSpPr/>
        <p:nvPr/>
      </p:nvGrpSpPr>
      <p:grpSpPr>
        <a:xfrm>
          <a:off x="0" y="0"/>
          <a:ext cx="0" cy="0"/>
          <a:chOff x="0" y="0"/>
          <a:chExt cx="0" cy="0"/>
        </a:xfrm>
      </p:grpSpPr>
      <p:sp>
        <p:nvSpPr>
          <p:cNvPr id="43" name="Google Shape;43;p20"/>
          <p:cNvSpPr txBox="1"/>
          <p:nvPr/>
        </p:nvSpPr>
        <p:spPr>
          <a:xfrm>
            <a:off x="5176317" y="6484431"/>
            <a:ext cx="662361" cy="21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5" b="0" i="0" u="none" strike="noStrike" cap="none">
                <a:solidFill>
                  <a:srgbClr val="888888"/>
                </a:solidFill>
                <a:latin typeface="Calibri"/>
                <a:ea typeface="Calibri"/>
                <a:cs typeface="Calibri"/>
                <a:sym typeface="Calibri"/>
              </a:rPr>
              <a:t>Fuente:</a:t>
            </a:r>
            <a:endParaRPr sz="825" b="0" i="0" u="none" strike="noStrike" cap="none">
              <a:solidFill>
                <a:schemeClr val="lt2"/>
              </a:solidFill>
              <a:latin typeface="Calibri"/>
              <a:ea typeface="Calibri"/>
              <a:cs typeface="Calibri"/>
              <a:sym typeface="Calibri"/>
            </a:endParaRPr>
          </a:p>
        </p:txBody>
      </p:sp>
      <p:cxnSp>
        <p:nvCxnSpPr>
          <p:cNvPr id="44" name="Google Shape;44;p20"/>
          <p:cNvCxnSpPr/>
          <p:nvPr/>
        </p:nvCxnSpPr>
        <p:spPr>
          <a:xfrm>
            <a:off x="623890" y="1773238"/>
            <a:ext cx="10772775" cy="0"/>
          </a:xfrm>
          <a:prstGeom prst="straightConnector1">
            <a:avLst/>
          </a:prstGeom>
          <a:noFill/>
          <a:ln w="9525" cap="flat" cmpd="sng">
            <a:solidFill>
              <a:schemeClr val="accent1"/>
            </a:solidFill>
            <a:prstDash val="solid"/>
            <a:round/>
            <a:headEnd type="none" w="sm" len="sm"/>
            <a:tailEnd type="none" w="sm" len="sm"/>
          </a:ln>
        </p:spPr>
      </p:cxnSp>
      <p:sp>
        <p:nvSpPr>
          <p:cNvPr id="45" name="Google Shape;45;p20"/>
          <p:cNvSpPr txBox="1"/>
          <p:nvPr/>
        </p:nvSpPr>
        <p:spPr>
          <a:xfrm>
            <a:off x="5176317" y="6484431"/>
            <a:ext cx="662361" cy="21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5" b="0" i="0" u="none" strike="noStrike" cap="none">
                <a:solidFill>
                  <a:srgbClr val="888888"/>
                </a:solidFill>
                <a:latin typeface="Calibri"/>
                <a:ea typeface="Calibri"/>
                <a:cs typeface="Calibri"/>
                <a:sym typeface="Calibri"/>
              </a:rPr>
              <a:t>Fuente:</a:t>
            </a:r>
            <a:endParaRPr sz="825" b="0" i="0" u="none" strike="noStrike" cap="none">
              <a:solidFill>
                <a:schemeClr val="lt2"/>
              </a:solidFill>
              <a:latin typeface="Calibri"/>
              <a:ea typeface="Calibri"/>
              <a:cs typeface="Calibri"/>
              <a:sym typeface="Calibri"/>
            </a:endParaRPr>
          </a:p>
        </p:txBody>
      </p:sp>
      <p:cxnSp>
        <p:nvCxnSpPr>
          <p:cNvPr id="46" name="Google Shape;46;p20"/>
          <p:cNvCxnSpPr/>
          <p:nvPr/>
        </p:nvCxnSpPr>
        <p:spPr>
          <a:xfrm>
            <a:off x="623890" y="1773238"/>
            <a:ext cx="10772775" cy="0"/>
          </a:xfrm>
          <a:prstGeom prst="straightConnector1">
            <a:avLst/>
          </a:prstGeom>
          <a:noFill/>
          <a:ln w="9525" cap="flat" cmpd="sng">
            <a:solidFill>
              <a:schemeClr val="accent1"/>
            </a:solidFill>
            <a:prstDash val="solid"/>
            <a:round/>
            <a:headEnd type="none" w="sm" len="sm"/>
            <a:tailEnd type="none" w="sm" len="sm"/>
          </a:ln>
        </p:spPr>
      </p:cxnSp>
      <p:sp>
        <p:nvSpPr>
          <p:cNvPr id="47" name="Google Shape;47;p20"/>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SzPts val="1400"/>
              <a:buNone/>
              <a:defRPr sz="3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48" name="Google Shape;48;p20"/>
          <p:cNvSpPr txBox="1">
            <a:spLocks noGrp="1"/>
          </p:cNvSpPr>
          <p:nvPr>
            <p:ph type="body" idx="1"/>
          </p:nvPr>
        </p:nvSpPr>
        <p:spPr>
          <a:xfrm>
            <a:off x="623392" y="1902581"/>
            <a:ext cx="9793088" cy="4478753"/>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5"/>
              </a:spcBef>
              <a:spcAft>
                <a:spcPts val="0"/>
              </a:spcAft>
              <a:buClr>
                <a:srgbClr val="C00000"/>
              </a:buClr>
              <a:buSzPts val="1800"/>
              <a:buFont typeface="Arial"/>
              <a:buChar char="»"/>
              <a:defRPr/>
            </a:lvl1pPr>
            <a:lvl2pPr marL="914400" lvl="1" indent="-342900" algn="l">
              <a:lnSpc>
                <a:spcPct val="85000"/>
              </a:lnSpc>
              <a:spcBef>
                <a:spcPts val="450"/>
              </a:spcBef>
              <a:spcAft>
                <a:spcPts val="0"/>
              </a:spcAft>
              <a:buClr>
                <a:srgbClr val="262626"/>
              </a:buClr>
              <a:buSzPts val="1800"/>
              <a:buChar char=" "/>
              <a:defRPr/>
            </a:lvl2pPr>
            <a:lvl3pPr marL="1371600" lvl="2" indent="-323850" algn="l">
              <a:lnSpc>
                <a:spcPct val="85000"/>
              </a:lnSpc>
              <a:spcBef>
                <a:spcPts val="450"/>
              </a:spcBef>
              <a:spcAft>
                <a:spcPts val="0"/>
              </a:spcAft>
              <a:buClr>
                <a:srgbClr val="262626"/>
              </a:buClr>
              <a:buSzPts val="1500"/>
              <a:buChar char=" "/>
              <a:defRPr/>
            </a:lvl3pPr>
            <a:lvl4pPr marL="1828800" lvl="3" indent="-311150" algn="l">
              <a:lnSpc>
                <a:spcPct val="85000"/>
              </a:lnSpc>
              <a:spcBef>
                <a:spcPts val="450"/>
              </a:spcBef>
              <a:spcAft>
                <a:spcPts val="0"/>
              </a:spcAft>
              <a:buClr>
                <a:srgbClr val="262626"/>
              </a:buClr>
              <a:buSzPts val="1300"/>
              <a:buChar char=" "/>
              <a:defRPr/>
            </a:lvl4pPr>
            <a:lvl5pPr marL="2286000" lvl="4" indent="-311150" algn="l">
              <a:lnSpc>
                <a:spcPct val="85000"/>
              </a:lnSpc>
              <a:spcBef>
                <a:spcPts val="450"/>
              </a:spcBef>
              <a:spcAft>
                <a:spcPts val="0"/>
              </a:spcAft>
              <a:buClr>
                <a:srgbClr val="262626"/>
              </a:buClr>
              <a:buSzPts val="1300"/>
              <a:buChar char=" "/>
              <a:defRPr/>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49" name="Google Shape;49;p20"/>
          <p:cNvSpPr txBox="1">
            <a:spLocks noGrp="1"/>
          </p:cNvSpPr>
          <p:nvPr>
            <p:ph type="sldNum" idx="12"/>
          </p:nvPr>
        </p:nvSpPr>
        <p:spPr>
          <a:xfrm>
            <a:off x="9248775" y="2852738"/>
            <a:ext cx="2927351" cy="104775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50" name="Google Shape;50;p20"/>
          <p:cNvSpPr txBox="1">
            <a:spLocks noGrp="1"/>
          </p:cNvSpPr>
          <p:nvPr>
            <p:ph type="dt" idx="10"/>
          </p:nvPr>
        </p:nvSpPr>
        <p:spPr>
          <a:xfrm>
            <a:off x="2566990" y="6543675"/>
            <a:ext cx="827087" cy="255588"/>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50">
                <a:solidFill>
                  <a:srgbClr val="BFBFB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50">
                <a:solidFill>
                  <a:srgbClr val="BFBFB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52"/>
        <p:cNvGrpSpPr/>
        <p:nvPr/>
      </p:nvGrpSpPr>
      <p:grpSpPr>
        <a:xfrm>
          <a:off x="0" y="0"/>
          <a:ext cx="0" cy="0"/>
          <a:chOff x="0" y="0"/>
          <a:chExt cx="0" cy="0"/>
        </a:xfrm>
      </p:grpSpPr>
      <p:sp>
        <p:nvSpPr>
          <p:cNvPr id="53" name="Google Shape;53;p21"/>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54" name="Google Shape;54;p21"/>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6000"/>
              <a:buFont typeface="Arial"/>
              <a:buNone/>
              <a:defRPr sz="6000"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55" name="Google Shape;55;p21"/>
          <p:cNvSpPr txBox="1">
            <a:spLocks noGrp="1"/>
          </p:cNvSpPr>
          <p:nvPr>
            <p:ph type="dt" idx="10"/>
          </p:nvPr>
        </p:nvSpPr>
        <p:spPr>
          <a:xfrm>
            <a:off x="2566990" y="6543675"/>
            <a:ext cx="827087" cy="255588"/>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168275" y="6554788"/>
            <a:ext cx="3335339" cy="303212"/>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on ">
  <p:cSld name="Encabezado de Seccion ">
    <p:spTree>
      <p:nvGrpSpPr>
        <p:cNvPr id="1" name="Shape 57"/>
        <p:cNvGrpSpPr/>
        <p:nvPr/>
      </p:nvGrpSpPr>
      <p:grpSpPr>
        <a:xfrm>
          <a:off x="0" y="0"/>
          <a:ext cx="0" cy="0"/>
          <a:chOff x="0" y="0"/>
          <a:chExt cx="0" cy="0"/>
        </a:xfrm>
      </p:grpSpPr>
      <p:pic>
        <p:nvPicPr>
          <p:cNvPr id="58" name="Google Shape;58;p22" descr="2"/>
          <p:cNvPicPr preferRelativeResize="0"/>
          <p:nvPr/>
        </p:nvPicPr>
        <p:blipFill rotWithShape="1">
          <a:blip r:embed="rId2">
            <a:alphaModFix/>
          </a:blip>
          <a:srcRect l="8463"/>
          <a:stretch/>
        </p:blipFill>
        <p:spPr>
          <a:xfrm>
            <a:off x="31749" y="115888"/>
            <a:ext cx="12160251" cy="4178300"/>
          </a:xfrm>
          <a:prstGeom prst="rect">
            <a:avLst/>
          </a:prstGeom>
          <a:noFill/>
          <a:ln>
            <a:noFill/>
          </a:ln>
        </p:spPr>
      </p:pic>
      <p:pic>
        <p:nvPicPr>
          <p:cNvPr id="59" name="Google Shape;59;p22"/>
          <p:cNvPicPr preferRelativeResize="0"/>
          <p:nvPr/>
        </p:nvPicPr>
        <p:blipFill rotWithShape="1">
          <a:blip r:embed="rId3">
            <a:alphaModFix/>
          </a:blip>
          <a:srcRect/>
          <a:stretch/>
        </p:blipFill>
        <p:spPr>
          <a:xfrm>
            <a:off x="3313" y="-5815"/>
            <a:ext cx="12192000" cy="4514935"/>
          </a:xfrm>
          <a:prstGeom prst="rect">
            <a:avLst/>
          </a:prstGeom>
          <a:noFill/>
          <a:ln>
            <a:noFill/>
          </a:ln>
        </p:spPr>
      </p:pic>
      <p:sp>
        <p:nvSpPr>
          <p:cNvPr id="60" name="Google Shape;60;p22"/>
          <p:cNvSpPr txBox="1">
            <a:spLocks noGrp="1"/>
          </p:cNvSpPr>
          <p:nvPr>
            <p:ph type="title"/>
          </p:nvPr>
        </p:nvSpPr>
        <p:spPr>
          <a:xfrm>
            <a:off x="551384" y="2051019"/>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5400" b="0">
                <a:solidFill>
                  <a:srgbClr val="C00000"/>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51384" y="4359587"/>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75"/>
              </a:spcBef>
              <a:spcAft>
                <a:spcPts val="0"/>
              </a:spcAft>
              <a:buSzPts val="1800"/>
              <a:buNone/>
              <a:defRPr sz="1800">
                <a:solidFill>
                  <a:srgbClr val="C00000"/>
                </a:solidFill>
              </a:defRPr>
            </a:lvl1pPr>
            <a:lvl2pPr marL="914400" lvl="1" indent="-228600" algn="l">
              <a:lnSpc>
                <a:spcPct val="85000"/>
              </a:lnSpc>
              <a:spcBef>
                <a:spcPts val="450"/>
              </a:spcBef>
              <a:spcAft>
                <a:spcPts val="0"/>
              </a:spcAft>
              <a:buClr>
                <a:srgbClr val="262626"/>
              </a:buClr>
              <a:buSzPts val="900"/>
              <a:buNone/>
              <a:defRPr sz="900"/>
            </a:lvl2pPr>
            <a:lvl3pPr marL="1371600" lvl="2" indent="-228600" algn="l">
              <a:lnSpc>
                <a:spcPct val="85000"/>
              </a:lnSpc>
              <a:spcBef>
                <a:spcPts val="450"/>
              </a:spcBef>
              <a:spcAft>
                <a:spcPts val="0"/>
              </a:spcAft>
              <a:buClr>
                <a:srgbClr val="262626"/>
              </a:buClr>
              <a:buSzPts val="750"/>
              <a:buNone/>
              <a:defRPr sz="750"/>
            </a:lvl3pPr>
            <a:lvl4pPr marL="1828800" lvl="3" indent="-228600" algn="l">
              <a:lnSpc>
                <a:spcPct val="85000"/>
              </a:lnSpc>
              <a:spcBef>
                <a:spcPts val="450"/>
              </a:spcBef>
              <a:spcAft>
                <a:spcPts val="0"/>
              </a:spcAft>
              <a:buClr>
                <a:srgbClr val="262626"/>
              </a:buClr>
              <a:buSzPts val="675"/>
              <a:buNone/>
              <a:defRPr sz="675"/>
            </a:lvl4pPr>
            <a:lvl5pPr marL="2286000" lvl="4" indent="-228600" algn="l">
              <a:lnSpc>
                <a:spcPct val="85000"/>
              </a:lnSpc>
              <a:spcBef>
                <a:spcPts val="450"/>
              </a:spcBef>
              <a:spcAft>
                <a:spcPts val="0"/>
              </a:spcAft>
              <a:buClr>
                <a:srgbClr val="262626"/>
              </a:buClr>
              <a:buSzPts val="675"/>
              <a:buNone/>
              <a:defRPr sz="675"/>
            </a:lvl5pPr>
            <a:lvl6pPr marL="2743200" lvl="5" indent="-228600" algn="l">
              <a:lnSpc>
                <a:spcPct val="85000"/>
              </a:lnSpc>
              <a:spcBef>
                <a:spcPts val="450"/>
              </a:spcBef>
              <a:spcAft>
                <a:spcPts val="0"/>
              </a:spcAft>
              <a:buClr>
                <a:srgbClr val="262626"/>
              </a:buClr>
              <a:buSzPts val="675"/>
              <a:buNone/>
              <a:defRPr sz="675"/>
            </a:lvl6pPr>
            <a:lvl7pPr marL="3200400" lvl="6" indent="-228600" algn="l">
              <a:lnSpc>
                <a:spcPct val="85000"/>
              </a:lnSpc>
              <a:spcBef>
                <a:spcPts val="450"/>
              </a:spcBef>
              <a:spcAft>
                <a:spcPts val="0"/>
              </a:spcAft>
              <a:buClr>
                <a:srgbClr val="262626"/>
              </a:buClr>
              <a:buSzPts val="675"/>
              <a:buNone/>
              <a:defRPr sz="675"/>
            </a:lvl7pPr>
            <a:lvl8pPr marL="3657600" lvl="7" indent="-228600" algn="l">
              <a:lnSpc>
                <a:spcPct val="85000"/>
              </a:lnSpc>
              <a:spcBef>
                <a:spcPts val="450"/>
              </a:spcBef>
              <a:spcAft>
                <a:spcPts val="0"/>
              </a:spcAft>
              <a:buClr>
                <a:srgbClr val="262626"/>
              </a:buClr>
              <a:buSzPts val="675"/>
              <a:buNone/>
              <a:defRPr sz="675"/>
            </a:lvl8pPr>
            <a:lvl9pPr marL="4114800" lvl="8" indent="-228600" algn="l">
              <a:lnSpc>
                <a:spcPct val="85000"/>
              </a:lnSpc>
              <a:spcBef>
                <a:spcPts val="450"/>
              </a:spcBef>
              <a:spcAft>
                <a:spcPts val="0"/>
              </a:spcAft>
              <a:buClr>
                <a:srgbClr val="262626"/>
              </a:buClr>
              <a:buSzPts val="675"/>
              <a:buNone/>
              <a:defRPr sz="675"/>
            </a:lvl9pPr>
          </a:lstStyle>
          <a:p>
            <a:endParaRPr/>
          </a:p>
        </p:txBody>
      </p:sp>
      <p:sp>
        <p:nvSpPr>
          <p:cNvPr id="62" name="Google Shape;62;p22"/>
          <p:cNvSpPr txBox="1">
            <a:spLocks noGrp="1"/>
          </p:cNvSpPr>
          <p:nvPr>
            <p:ph type="dt" idx="10"/>
          </p:nvPr>
        </p:nvSpPr>
        <p:spPr>
          <a:xfrm>
            <a:off x="3211513" y="6481763"/>
            <a:ext cx="41148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685800" y="6481765"/>
            <a:ext cx="2817813" cy="376237"/>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Diseño personalizado">
  <p:cSld name="2_Diseño personalizado">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400"/>
              <a:buFont typeface="Arial"/>
              <a:buNone/>
              <a:defRPr sz="5400"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68" name="Google Shape;68;p23"/>
          <p:cNvSpPr txBox="1">
            <a:spLocks noGrp="1"/>
          </p:cNvSpPr>
          <p:nvPr>
            <p:ph type="dt" idx="10"/>
          </p:nvPr>
        </p:nvSpPr>
        <p:spPr>
          <a:xfrm>
            <a:off x="2566990" y="6543675"/>
            <a:ext cx="827087" cy="255588"/>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3"/>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ítulo" type="title">
  <p:cSld name="TITLE">
    <p:spTree>
      <p:nvGrpSpPr>
        <p:cNvPr id="1" name="Shape 70"/>
        <p:cNvGrpSpPr/>
        <p:nvPr/>
      </p:nvGrpSpPr>
      <p:grpSpPr>
        <a:xfrm>
          <a:off x="0" y="0"/>
          <a:ext cx="0" cy="0"/>
          <a:chOff x="0" y="0"/>
          <a:chExt cx="0" cy="0"/>
        </a:xfrm>
      </p:grpSpPr>
      <p:sp>
        <p:nvSpPr>
          <p:cNvPr id="71" name="Google Shape;71;p24"/>
          <p:cNvSpPr txBox="1">
            <a:spLocks noGrp="1"/>
          </p:cNvSpPr>
          <p:nvPr>
            <p:ph type="ctrTitle"/>
          </p:nvPr>
        </p:nvSpPr>
        <p:spPr>
          <a:xfrm>
            <a:off x="304800" y="4114800"/>
            <a:ext cx="9652000" cy="533400"/>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sz="2000" b="0" cap="none">
                <a:solidFill>
                  <a:schemeClr val="lt1"/>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72" name="Google Shape;72;p24"/>
          <p:cNvSpPr txBox="1">
            <a:spLocks noGrp="1"/>
          </p:cNvSpPr>
          <p:nvPr>
            <p:ph type="subTitle" idx="1"/>
          </p:nvPr>
        </p:nvSpPr>
        <p:spPr>
          <a:xfrm>
            <a:off x="304800" y="4706112"/>
            <a:ext cx="9245600" cy="228600"/>
          </a:xfrm>
          <a:prstGeom prst="rect">
            <a:avLst/>
          </a:prstGeom>
          <a:solidFill>
            <a:schemeClr val="lt1"/>
          </a:solidFill>
          <a:ln>
            <a:noFill/>
          </a:ln>
        </p:spPr>
        <p:txBody>
          <a:bodyPr spcFirstLastPara="1" wrap="square" lIns="91425" tIns="45700" rIns="91425" bIns="45700" anchor="t" anchorCtr="0">
            <a:normAutofit/>
          </a:bodyPr>
          <a:lstStyle>
            <a:lvl1pPr lvl="0" algn="l">
              <a:lnSpc>
                <a:spcPct val="85000"/>
              </a:lnSpc>
              <a:spcBef>
                <a:spcPts val="975"/>
              </a:spcBef>
              <a:spcAft>
                <a:spcPts val="0"/>
              </a:spcAft>
              <a:buSzPts val="1100"/>
              <a:buNone/>
              <a:defRPr sz="1100" b="1">
                <a:solidFill>
                  <a:srgbClr val="5C5C5C"/>
                </a:solidFill>
              </a:defRPr>
            </a:lvl1pPr>
            <a:lvl2pPr lvl="1" algn="ctr">
              <a:lnSpc>
                <a:spcPct val="85000"/>
              </a:lnSpc>
              <a:spcBef>
                <a:spcPts val="450"/>
              </a:spcBef>
              <a:spcAft>
                <a:spcPts val="0"/>
              </a:spcAft>
              <a:buClr>
                <a:srgbClr val="262626"/>
              </a:buClr>
              <a:buSzPts val="1800"/>
              <a:buNone/>
              <a:defRPr/>
            </a:lvl2pPr>
            <a:lvl3pPr lvl="2" algn="ctr">
              <a:lnSpc>
                <a:spcPct val="85000"/>
              </a:lnSpc>
              <a:spcBef>
                <a:spcPts val="450"/>
              </a:spcBef>
              <a:spcAft>
                <a:spcPts val="0"/>
              </a:spcAft>
              <a:buClr>
                <a:srgbClr val="262626"/>
              </a:buClr>
              <a:buSzPts val="1800"/>
              <a:buNone/>
              <a:defRPr/>
            </a:lvl3pPr>
            <a:lvl4pPr lvl="3" algn="ctr">
              <a:lnSpc>
                <a:spcPct val="85000"/>
              </a:lnSpc>
              <a:spcBef>
                <a:spcPts val="450"/>
              </a:spcBef>
              <a:spcAft>
                <a:spcPts val="0"/>
              </a:spcAft>
              <a:buClr>
                <a:srgbClr val="262626"/>
              </a:buClr>
              <a:buSzPts val="1800"/>
              <a:buNone/>
              <a:defRPr/>
            </a:lvl4pPr>
            <a:lvl5pPr lvl="4" algn="ctr">
              <a:lnSpc>
                <a:spcPct val="85000"/>
              </a:lnSpc>
              <a:spcBef>
                <a:spcPts val="450"/>
              </a:spcBef>
              <a:spcAft>
                <a:spcPts val="0"/>
              </a:spcAft>
              <a:buClr>
                <a:srgbClr val="262626"/>
              </a:buClr>
              <a:buSzPts val="1800"/>
              <a:buNone/>
              <a:defRPr/>
            </a:lvl5pPr>
            <a:lvl6pPr lvl="5" algn="ctr">
              <a:lnSpc>
                <a:spcPct val="85000"/>
              </a:lnSpc>
              <a:spcBef>
                <a:spcPts val="450"/>
              </a:spcBef>
              <a:spcAft>
                <a:spcPts val="0"/>
              </a:spcAft>
              <a:buClr>
                <a:srgbClr val="262626"/>
              </a:buClr>
              <a:buSzPts val="1800"/>
              <a:buNone/>
              <a:defRPr/>
            </a:lvl6pPr>
            <a:lvl7pPr lvl="6" algn="ctr">
              <a:lnSpc>
                <a:spcPct val="85000"/>
              </a:lnSpc>
              <a:spcBef>
                <a:spcPts val="450"/>
              </a:spcBef>
              <a:spcAft>
                <a:spcPts val="0"/>
              </a:spcAft>
              <a:buClr>
                <a:srgbClr val="262626"/>
              </a:buClr>
              <a:buSzPts val="1800"/>
              <a:buNone/>
              <a:defRPr/>
            </a:lvl7pPr>
            <a:lvl8pPr lvl="7" algn="ctr">
              <a:lnSpc>
                <a:spcPct val="85000"/>
              </a:lnSpc>
              <a:spcBef>
                <a:spcPts val="450"/>
              </a:spcBef>
              <a:spcAft>
                <a:spcPts val="0"/>
              </a:spcAft>
              <a:buClr>
                <a:srgbClr val="262626"/>
              </a:buClr>
              <a:buSzPts val="1800"/>
              <a:buNone/>
              <a:defRPr/>
            </a:lvl8pPr>
            <a:lvl9pPr lvl="8" algn="ctr">
              <a:lnSpc>
                <a:spcPct val="85000"/>
              </a:lnSpc>
              <a:spcBef>
                <a:spcPts val="450"/>
              </a:spcBef>
              <a:spcAft>
                <a:spcPts val="0"/>
              </a:spcAft>
              <a:buClr>
                <a:srgbClr val="262626"/>
              </a:buClr>
              <a:buSzPts val="1800"/>
              <a:buNone/>
              <a:defRPr/>
            </a:lvl9pPr>
          </a:lstStyle>
          <a:p>
            <a:endParaRPr/>
          </a:p>
        </p:txBody>
      </p:sp>
      <p:sp>
        <p:nvSpPr>
          <p:cNvPr id="73" name="Google Shape;73;p24"/>
          <p:cNvSpPr txBox="1">
            <a:spLocks noGrp="1"/>
          </p:cNvSpPr>
          <p:nvPr>
            <p:ph type="sldNum" idx="12"/>
          </p:nvPr>
        </p:nvSpPr>
        <p:spPr>
          <a:xfrm>
            <a:off x="8636000" y="6477000"/>
            <a:ext cx="1360488" cy="3048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74" name="Google Shape;74;p24"/>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4"/>
          <p:cNvSpPr txBox="1">
            <a:spLocks noGrp="1"/>
          </p:cNvSpPr>
          <p:nvPr>
            <p:ph type="dt" idx="10"/>
          </p:nvPr>
        </p:nvSpPr>
        <p:spPr>
          <a:xfrm>
            <a:off x="304800" y="6477000"/>
            <a:ext cx="2133600" cy="304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A0A0A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Diseño personalizado">
  <p:cSld name="1_Diseño personalizado">
    <p:spTree>
      <p:nvGrpSpPr>
        <p:cNvPr id="1" name="Shape 76"/>
        <p:cNvGrpSpPr/>
        <p:nvPr/>
      </p:nvGrpSpPr>
      <p:grpSpPr>
        <a:xfrm>
          <a:off x="0" y="0"/>
          <a:ext cx="0" cy="0"/>
          <a:chOff x="0" y="0"/>
          <a:chExt cx="0" cy="0"/>
        </a:xfrm>
      </p:grpSpPr>
      <p:sp>
        <p:nvSpPr>
          <p:cNvPr id="77" name="Google Shape;77;p25"/>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78" name="Google Shape;78;p25"/>
          <p:cNvSpPr txBox="1">
            <a:spLocks noGrp="1"/>
          </p:cNvSpPr>
          <p:nvPr>
            <p:ph type="body" idx="1"/>
          </p:nvPr>
        </p:nvSpPr>
        <p:spPr>
          <a:xfrm>
            <a:off x="335360" y="692696"/>
            <a:ext cx="10945216" cy="5544616"/>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5"/>
              </a:spcBef>
              <a:spcAft>
                <a:spcPts val="0"/>
              </a:spcAft>
              <a:buSzPts val="1800"/>
              <a:buChar char="»"/>
              <a:defRPr/>
            </a:lvl1pPr>
            <a:lvl2pPr marL="914400" lvl="1" indent="-342900" algn="l">
              <a:lnSpc>
                <a:spcPct val="85000"/>
              </a:lnSpc>
              <a:spcBef>
                <a:spcPts val="450"/>
              </a:spcBef>
              <a:spcAft>
                <a:spcPts val="0"/>
              </a:spcAft>
              <a:buClr>
                <a:srgbClr val="262626"/>
              </a:buClr>
              <a:buSzPts val="1800"/>
              <a:buChar char=" "/>
              <a:defRPr/>
            </a:lvl2pPr>
            <a:lvl3pPr marL="1371600" lvl="2" indent="-342900" algn="l">
              <a:lnSpc>
                <a:spcPct val="85000"/>
              </a:lnSpc>
              <a:spcBef>
                <a:spcPts val="450"/>
              </a:spcBef>
              <a:spcAft>
                <a:spcPts val="0"/>
              </a:spcAft>
              <a:buClr>
                <a:srgbClr val="262626"/>
              </a:buClr>
              <a:buSzPts val="1800"/>
              <a:buChar char=" "/>
              <a:defRPr/>
            </a:lvl3pPr>
            <a:lvl4pPr marL="1828800" lvl="3" indent="-342900" algn="l">
              <a:lnSpc>
                <a:spcPct val="85000"/>
              </a:lnSpc>
              <a:spcBef>
                <a:spcPts val="450"/>
              </a:spcBef>
              <a:spcAft>
                <a:spcPts val="0"/>
              </a:spcAft>
              <a:buClr>
                <a:srgbClr val="262626"/>
              </a:buClr>
              <a:buSzPts val="1800"/>
              <a:buChar char=" "/>
              <a:defRPr/>
            </a:lvl4pPr>
            <a:lvl5pPr marL="2286000" lvl="4" indent="-342900" algn="l">
              <a:lnSpc>
                <a:spcPct val="85000"/>
              </a:lnSpc>
              <a:spcBef>
                <a:spcPts val="450"/>
              </a:spcBef>
              <a:spcAft>
                <a:spcPts val="0"/>
              </a:spcAft>
              <a:buClr>
                <a:srgbClr val="262626"/>
              </a:buClr>
              <a:buSzPts val="1800"/>
              <a:buChar char=" "/>
              <a:defRPr/>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79" name="Google Shape;79;p25"/>
          <p:cNvSpPr txBox="1">
            <a:spLocks noGrp="1"/>
          </p:cNvSpPr>
          <p:nvPr>
            <p:ph type="body" idx="2"/>
          </p:nvPr>
        </p:nvSpPr>
        <p:spPr>
          <a:xfrm>
            <a:off x="527385" y="6309320"/>
            <a:ext cx="4190993" cy="357190"/>
          </a:xfrm>
          <a:prstGeom prst="rect">
            <a:avLst/>
          </a:prstGeom>
          <a:noFill/>
          <a:ln>
            <a:noFill/>
          </a:ln>
        </p:spPr>
        <p:txBody>
          <a:bodyPr spcFirstLastPara="1" wrap="square" lIns="91425" tIns="45700" rIns="91425" bIns="45700" anchor="t" anchorCtr="0">
            <a:noAutofit/>
          </a:bodyPr>
          <a:lstStyle>
            <a:lvl1pPr marL="457200" lvl="0" indent="-228600" algn="l">
              <a:lnSpc>
                <a:spcPct val="85000"/>
              </a:lnSpc>
              <a:spcBef>
                <a:spcPts val="975"/>
              </a:spcBef>
              <a:spcAft>
                <a:spcPts val="0"/>
              </a:spcAft>
              <a:buSzPts val="1400"/>
              <a:buNone/>
              <a:defRPr sz="1400">
                <a:solidFill>
                  <a:schemeClr val="dk2"/>
                </a:solidFill>
              </a:defRPr>
            </a:lvl1pPr>
            <a:lvl2pPr marL="914400" lvl="1" indent="-228600" algn="l">
              <a:lnSpc>
                <a:spcPct val="85000"/>
              </a:lnSpc>
              <a:spcBef>
                <a:spcPts val="450"/>
              </a:spcBef>
              <a:spcAft>
                <a:spcPts val="0"/>
              </a:spcAft>
              <a:buClr>
                <a:srgbClr val="262626"/>
              </a:buClr>
              <a:buSzPts val="1400"/>
              <a:buNone/>
              <a:defRPr sz="1400"/>
            </a:lvl2pPr>
            <a:lvl3pPr marL="1371600" lvl="2" indent="-228600" algn="l">
              <a:lnSpc>
                <a:spcPct val="85000"/>
              </a:lnSpc>
              <a:spcBef>
                <a:spcPts val="450"/>
              </a:spcBef>
              <a:spcAft>
                <a:spcPts val="0"/>
              </a:spcAft>
              <a:buClr>
                <a:srgbClr val="262626"/>
              </a:buClr>
              <a:buSzPts val="1400"/>
              <a:buNone/>
              <a:defRPr sz="1400"/>
            </a:lvl3pPr>
            <a:lvl4pPr marL="1828800" lvl="3" indent="-228600" algn="l">
              <a:lnSpc>
                <a:spcPct val="85000"/>
              </a:lnSpc>
              <a:spcBef>
                <a:spcPts val="450"/>
              </a:spcBef>
              <a:spcAft>
                <a:spcPts val="0"/>
              </a:spcAft>
              <a:buClr>
                <a:srgbClr val="262626"/>
              </a:buClr>
              <a:buSzPts val="1400"/>
              <a:buNone/>
              <a:defRPr sz="1400"/>
            </a:lvl4pPr>
            <a:lvl5pPr marL="2286000" lvl="4" indent="-228600" algn="l">
              <a:lnSpc>
                <a:spcPct val="85000"/>
              </a:lnSpc>
              <a:spcBef>
                <a:spcPts val="450"/>
              </a:spcBef>
              <a:spcAft>
                <a:spcPts val="0"/>
              </a:spcAft>
              <a:buClr>
                <a:srgbClr val="262626"/>
              </a:buClr>
              <a:buSzPts val="1400"/>
              <a:buNone/>
              <a:defRPr sz="1400"/>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80" name="Google Shape;80;p25"/>
          <p:cNvSpPr txBox="1">
            <a:spLocks noGrp="1"/>
          </p:cNvSpPr>
          <p:nvPr>
            <p:ph type="body" idx="3"/>
          </p:nvPr>
        </p:nvSpPr>
        <p:spPr>
          <a:xfrm>
            <a:off x="335360" y="188640"/>
            <a:ext cx="10945216" cy="504056"/>
          </a:xfrm>
          <a:prstGeom prst="rect">
            <a:avLst/>
          </a:prstGeom>
          <a:noFill/>
          <a:ln>
            <a:noFill/>
          </a:ln>
        </p:spPr>
        <p:txBody>
          <a:bodyPr spcFirstLastPara="1" wrap="square" lIns="91425" tIns="45700" rIns="91425" bIns="45700" anchor="t" anchorCtr="0">
            <a:normAutofit/>
          </a:bodyPr>
          <a:lstStyle>
            <a:lvl1pPr marL="457200" lvl="0" indent="-406400" algn="l">
              <a:lnSpc>
                <a:spcPct val="85000"/>
              </a:lnSpc>
              <a:spcBef>
                <a:spcPts val="975"/>
              </a:spcBef>
              <a:spcAft>
                <a:spcPts val="0"/>
              </a:spcAft>
              <a:buSzPts val="2800"/>
              <a:buChar char="»"/>
              <a:defRPr sz="2800" cap="small">
                <a:solidFill>
                  <a:schemeClr val="dk1"/>
                </a:solidFill>
                <a:latin typeface="Calibri"/>
                <a:ea typeface="Calibri"/>
                <a:cs typeface="Calibri"/>
                <a:sym typeface="Calibri"/>
              </a:defRPr>
            </a:lvl1pPr>
            <a:lvl2pPr marL="914400" lvl="1" indent="-342900" algn="l">
              <a:lnSpc>
                <a:spcPct val="85000"/>
              </a:lnSpc>
              <a:spcBef>
                <a:spcPts val="450"/>
              </a:spcBef>
              <a:spcAft>
                <a:spcPts val="0"/>
              </a:spcAft>
              <a:buClr>
                <a:srgbClr val="262626"/>
              </a:buClr>
              <a:buSzPts val="1800"/>
              <a:buChar char=" "/>
              <a:defRPr/>
            </a:lvl2pPr>
            <a:lvl3pPr marL="1371600" lvl="2" indent="-342900" algn="l">
              <a:lnSpc>
                <a:spcPct val="85000"/>
              </a:lnSpc>
              <a:spcBef>
                <a:spcPts val="450"/>
              </a:spcBef>
              <a:spcAft>
                <a:spcPts val="0"/>
              </a:spcAft>
              <a:buClr>
                <a:srgbClr val="262626"/>
              </a:buClr>
              <a:buSzPts val="1800"/>
              <a:buChar char=" "/>
              <a:defRPr/>
            </a:lvl3pPr>
            <a:lvl4pPr marL="1828800" lvl="3" indent="-342900" algn="l">
              <a:lnSpc>
                <a:spcPct val="85000"/>
              </a:lnSpc>
              <a:spcBef>
                <a:spcPts val="450"/>
              </a:spcBef>
              <a:spcAft>
                <a:spcPts val="0"/>
              </a:spcAft>
              <a:buClr>
                <a:srgbClr val="262626"/>
              </a:buClr>
              <a:buSzPts val="1800"/>
              <a:buChar char=" "/>
              <a:defRPr/>
            </a:lvl4pPr>
            <a:lvl5pPr marL="2286000" lvl="4" indent="-342900" algn="l">
              <a:lnSpc>
                <a:spcPct val="85000"/>
              </a:lnSpc>
              <a:spcBef>
                <a:spcPts val="450"/>
              </a:spcBef>
              <a:spcAft>
                <a:spcPts val="0"/>
              </a:spcAft>
              <a:buClr>
                <a:srgbClr val="262626"/>
              </a:buClr>
              <a:buSzPts val="1800"/>
              <a:buChar char=" "/>
              <a:defRPr/>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81" name="Google Shape;81;p25"/>
          <p:cNvSpPr txBox="1">
            <a:spLocks noGrp="1"/>
          </p:cNvSpPr>
          <p:nvPr>
            <p:ph type="ftr" idx="11"/>
          </p:nvPr>
        </p:nvSpPr>
        <p:spPr>
          <a:xfrm>
            <a:off x="6672263" y="6308727"/>
            <a:ext cx="4705351"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83" name="Google Shape;83;p25"/>
          <p:cNvSpPr txBox="1">
            <a:spLocks noGrp="1"/>
          </p:cNvSpPr>
          <p:nvPr>
            <p:ph type="dt" idx="10"/>
          </p:nvPr>
        </p:nvSpPr>
        <p:spPr>
          <a:xfrm>
            <a:off x="2566990" y="6543675"/>
            <a:ext cx="827087" cy="255588"/>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84"/>
        <p:cNvGrpSpPr/>
        <p:nvPr/>
      </p:nvGrpSpPr>
      <p:grpSpPr>
        <a:xfrm>
          <a:off x="0" y="0"/>
          <a:ext cx="0" cy="0"/>
          <a:chOff x="0" y="0"/>
          <a:chExt cx="0" cy="0"/>
        </a:xfrm>
      </p:grpSpPr>
      <p:sp>
        <p:nvSpPr>
          <p:cNvPr id="85" name="Google Shape;85;p26"/>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86" name="Google Shape;86;p26"/>
          <p:cNvSpPr txBox="1">
            <a:spLocks noGrp="1"/>
          </p:cNvSpPr>
          <p:nvPr>
            <p:ph type="body" idx="1"/>
          </p:nvPr>
        </p:nvSpPr>
        <p:spPr>
          <a:xfrm>
            <a:off x="527381" y="260648"/>
            <a:ext cx="10858576" cy="5976664"/>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5"/>
              </a:spcBef>
              <a:spcAft>
                <a:spcPts val="0"/>
              </a:spcAft>
              <a:buSzPts val="1800"/>
              <a:buChar char="»"/>
              <a:defRPr/>
            </a:lvl1pPr>
            <a:lvl2pPr marL="914400" lvl="1" indent="-342900" algn="l">
              <a:lnSpc>
                <a:spcPct val="85000"/>
              </a:lnSpc>
              <a:spcBef>
                <a:spcPts val="450"/>
              </a:spcBef>
              <a:spcAft>
                <a:spcPts val="0"/>
              </a:spcAft>
              <a:buClr>
                <a:srgbClr val="262626"/>
              </a:buClr>
              <a:buSzPts val="1800"/>
              <a:buChar char=" "/>
              <a:defRPr/>
            </a:lvl2pPr>
            <a:lvl3pPr marL="1371600" lvl="2" indent="-342900" algn="l">
              <a:lnSpc>
                <a:spcPct val="85000"/>
              </a:lnSpc>
              <a:spcBef>
                <a:spcPts val="450"/>
              </a:spcBef>
              <a:spcAft>
                <a:spcPts val="0"/>
              </a:spcAft>
              <a:buClr>
                <a:srgbClr val="262626"/>
              </a:buClr>
              <a:buSzPts val="1800"/>
              <a:buChar char=" "/>
              <a:defRPr/>
            </a:lvl3pPr>
            <a:lvl4pPr marL="1828800" lvl="3" indent="-342900" algn="l">
              <a:lnSpc>
                <a:spcPct val="85000"/>
              </a:lnSpc>
              <a:spcBef>
                <a:spcPts val="450"/>
              </a:spcBef>
              <a:spcAft>
                <a:spcPts val="0"/>
              </a:spcAft>
              <a:buClr>
                <a:srgbClr val="262626"/>
              </a:buClr>
              <a:buSzPts val="1800"/>
              <a:buChar char=" "/>
              <a:defRPr/>
            </a:lvl4pPr>
            <a:lvl5pPr marL="2286000" lvl="4" indent="-342900" algn="l">
              <a:lnSpc>
                <a:spcPct val="85000"/>
              </a:lnSpc>
              <a:spcBef>
                <a:spcPts val="450"/>
              </a:spcBef>
              <a:spcAft>
                <a:spcPts val="0"/>
              </a:spcAft>
              <a:buClr>
                <a:srgbClr val="262626"/>
              </a:buClr>
              <a:buSzPts val="1800"/>
              <a:buChar char=" "/>
              <a:defRPr/>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87" name="Google Shape;87;p26"/>
          <p:cNvSpPr txBox="1">
            <a:spLocks noGrp="1"/>
          </p:cNvSpPr>
          <p:nvPr>
            <p:ph type="body" idx="2"/>
          </p:nvPr>
        </p:nvSpPr>
        <p:spPr>
          <a:xfrm>
            <a:off x="527385" y="6309320"/>
            <a:ext cx="4190993" cy="357190"/>
          </a:xfrm>
          <a:prstGeom prst="rect">
            <a:avLst/>
          </a:prstGeom>
          <a:noFill/>
          <a:ln>
            <a:noFill/>
          </a:ln>
        </p:spPr>
        <p:txBody>
          <a:bodyPr spcFirstLastPara="1" wrap="square" lIns="91425" tIns="45700" rIns="91425" bIns="45700" anchor="t" anchorCtr="0">
            <a:noAutofit/>
          </a:bodyPr>
          <a:lstStyle>
            <a:lvl1pPr marL="457200" lvl="0" indent="-228600" algn="l">
              <a:lnSpc>
                <a:spcPct val="85000"/>
              </a:lnSpc>
              <a:spcBef>
                <a:spcPts val="975"/>
              </a:spcBef>
              <a:spcAft>
                <a:spcPts val="0"/>
              </a:spcAft>
              <a:buSzPts val="1400"/>
              <a:buNone/>
              <a:defRPr sz="1400">
                <a:solidFill>
                  <a:schemeClr val="dk2"/>
                </a:solidFill>
              </a:defRPr>
            </a:lvl1pPr>
            <a:lvl2pPr marL="914400" lvl="1" indent="-228600" algn="l">
              <a:lnSpc>
                <a:spcPct val="85000"/>
              </a:lnSpc>
              <a:spcBef>
                <a:spcPts val="450"/>
              </a:spcBef>
              <a:spcAft>
                <a:spcPts val="0"/>
              </a:spcAft>
              <a:buClr>
                <a:srgbClr val="262626"/>
              </a:buClr>
              <a:buSzPts val="1400"/>
              <a:buNone/>
              <a:defRPr sz="1400"/>
            </a:lvl2pPr>
            <a:lvl3pPr marL="1371600" lvl="2" indent="-228600" algn="l">
              <a:lnSpc>
                <a:spcPct val="85000"/>
              </a:lnSpc>
              <a:spcBef>
                <a:spcPts val="450"/>
              </a:spcBef>
              <a:spcAft>
                <a:spcPts val="0"/>
              </a:spcAft>
              <a:buClr>
                <a:srgbClr val="262626"/>
              </a:buClr>
              <a:buSzPts val="1400"/>
              <a:buNone/>
              <a:defRPr sz="1400"/>
            </a:lvl3pPr>
            <a:lvl4pPr marL="1828800" lvl="3" indent="-228600" algn="l">
              <a:lnSpc>
                <a:spcPct val="85000"/>
              </a:lnSpc>
              <a:spcBef>
                <a:spcPts val="450"/>
              </a:spcBef>
              <a:spcAft>
                <a:spcPts val="0"/>
              </a:spcAft>
              <a:buClr>
                <a:srgbClr val="262626"/>
              </a:buClr>
              <a:buSzPts val="1400"/>
              <a:buNone/>
              <a:defRPr sz="1400"/>
            </a:lvl4pPr>
            <a:lvl5pPr marL="2286000" lvl="4" indent="-228600" algn="l">
              <a:lnSpc>
                <a:spcPct val="85000"/>
              </a:lnSpc>
              <a:spcBef>
                <a:spcPts val="450"/>
              </a:spcBef>
              <a:spcAft>
                <a:spcPts val="0"/>
              </a:spcAft>
              <a:buClr>
                <a:srgbClr val="262626"/>
              </a:buClr>
              <a:buSzPts val="1400"/>
              <a:buNone/>
              <a:defRPr sz="1400"/>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88" name="Google Shape;88;p26"/>
          <p:cNvSpPr txBox="1">
            <a:spLocks noGrp="1"/>
          </p:cNvSpPr>
          <p:nvPr>
            <p:ph type="ftr" idx="11"/>
          </p:nvPr>
        </p:nvSpPr>
        <p:spPr>
          <a:xfrm>
            <a:off x="6672263" y="6308727"/>
            <a:ext cx="4705351"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6"/>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Encabezado de sección">
  <p:cSld name="Encabezado de sección">
    <p:spTree>
      <p:nvGrpSpPr>
        <p:cNvPr id="1" name="Shape 90"/>
        <p:cNvGrpSpPr/>
        <p:nvPr/>
      </p:nvGrpSpPr>
      <p:grpSpPr>
        <a:xfrm>
          <a:off x="0" y="0"/>
          <a:ext cx="0" cy="0"/>
          <a:chOff x="0" y="0"/>
          <a:chExt cx="0" cy="0"/>
        </a:xfrm>
      </p:grpSpPr>
      <p:sp>
        <p:nvSpPr>
          <p:cNvPr id="91" name="Google Shape;91;p27"/>
          <p:cNvSpPr/>
          <p:nvPr/>
        </p:nvSpPr>
        <p:spPr>
          <a:xfrm>
            <a:off x="0" y="4038600"/>
            <a:ext cx="12192000" cy="609600"/>
          </a:xfrm>
          <a:prstGeom prst="rect">
            <a:avLst/>
          </a:prstGeom>
          <a:solidFill>
            <a:srgbClr val="A8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 name="Google Shape;92;p27"/>
          <p:cNvSpPr/>
          <p:nvPr/>
        </p:nvSpPr>
        <p:spPr>
          <a:xfrm>
            <a:off x="0" y="4646615"/>
            <a:ext cx="12192000" cy="2698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 name="Google Shape;93;p27"/>
          <p:cNvSpPr txBox="1">
            <a:spLocks noGrp="1"/>
          </p:cNvSpPr>
          <p:nvPr>
            <p:ph type="ctrTitle"/>
          </p:nvPr>
        </p:nvSpPr>
        <p:spPr>
          <a:xfrm>
            <a:off x="304800" y="4114800"/>
            <a:ext cx="9652000" cy="533400"/>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sz="2000" b="0" cap="none">
                <a:solidFill>
                  <a:schemeClr val="lt1"/>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94" name="Google Shape;94;p27"/>
          <p:cNvSpPr txBox="1">
            <a:spLocks noGrp="1"/>
          </p:cNvSpPr>
          <p:nvPr>
            <p:ph type="dt" idx="10"/>
          </p:nvPr>
        </p:nvSpPr>
        <p:spPr>
          <a:xfrm>
            <a:off x="304800" y="6477000"/>
            <a:ext cx="2133600" cy="304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A0A0A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7"/>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7"/>
          <p:cNvSpPr txBox="1">
            <a:spLocks noGrp="1"/>
          </p:cNvSpPr>
          <p:nvPr>
            <p:ph type="sldNum" idx="12"/>
          </p:nvPr>
        </p:nvSpPr>
        <p:spPr>
          <a:xfrm>
            <a:off x="8636000" y="6477000"/>
            <a:ext cx="1360488" cy="3048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Dos objetos" type="twoObj">
  <p:cSld name="TWO_OBJECTS">
    <p:bg>
      <p:bgPr>
        <a:solidFill>
          <a:srgbClr val="3F3F3F"/>
        </a:solidFill>
        <a:effectLst/>
      </p:bgPr>
    </p:bg>
    <p:spTree>
      <p:nvGrpSpPr>
        <p:cNvPr id="1" name="Shape 97"/>
        <p:cNvGrpSpPr/>
        <p:nvPr/>
      </p:nvGrpSpPr>
      <p:grpSpPr>
        <a:xfrm>
          <a:off x="0" y="0"/>
          <a:ext cx="0" cy="0"/>
          <a:chOff x="0" y="0"/>
          <a:chExt cx="0" cy="0"/>
        </a:xfrm>
      </p:grpSpPr>
      <p:sp>
        <p:nvSpPr>
          <p:cNvPr id="98" name="Google Shape;98;p28"/>
          <p:cNvSpPr txBox="1">
            <a:spLocks noGrp="1"/>
          </p:cNvSpPr>
          <p:nvPr>
            <p:ph type="body" idx="1"/>
          </p:nvPr>
        </p:nvSpPr>
        <p:spPr>
          <a:xfrm>
            <a:off x="609600" y="148133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85000"/>
              </a:lnSpc>
              <a:spcBef>
                <a:spcPts val="975"/>
              </a:spcBef>
              <a:spcAft>
                <a:spcPts val="0"/>
              </a:spcAft>
              <a:buSzPts val="2800"/>
              <a:buChar char="»"/>
              <a:defRPr sz="2800"/>
            </a:lvl1pPr>
            <a:lvl2pPr marL="914400" lvl="1" indent="-381000" algn="l">
              <a:lnSpc>
                <a:spcPct val="85000"/>
              </a:lnSpc>
              <a:spcBef>
                <a:spcPts val="450"/>
              </a:spcBef>
              <a:spcAft>
                <a:spcPts val="0"/>
              </a:spcAft>
              <a:buClr>
                <a:srgbClr val="262626"/>
              </a:buClr>
              <a:buSzPts val="2400"/>
              <a:buChar char=" "/>
              <a:defRPr sz="2400"/>
            </a:lvl2pPr>
            <a:lvl3pPr marL="1371600" lvl="2" indent="-355600" algn="l">
              <a:lnSpc>
                <a:spcPct val="85000"/>
              </a:lnSpc>
              <a:spcBef>
                <a:spcPts val="450"/>
              </a:spcBef>
              <a:spcAft>
                <a:spcPts val="0"/>
              </a:spcAft>
              <a:buClr>
                <a:srgbClr val="262626"/>
              </a:buClr>
              <a:buSzPts val="2000"/>
              <a:buChar char=" "/>
              <a:defRPr sz="2000"/>
            </a:lvl3pPr>
            <a:lvl4pPr marL="1828800" lvl="3" indent="-342900" algn="l">
              <a:lnSpc>
                <a:spcPct val="85000"/>
              </a:lnSpc>
              <a:spcBef>
                <a:spcPts val="450"/>
              </a:spcBef>
              <a:spcAft>
                <a:spcPts val="0"/>
              </a:spcAft>
              <a:buClr>
                <a:srgbClr val="262626"/>
              </a:buClr>
              <a:buSzPts val="1800"/>
              <a:buChar char=" "/>
              <a:defRPr sz="1800"/>
            </a:lvl4pPr>
            <a:lvl5pPr marL="2286000" lvl="4" indent="-342900" algn="l">
              <a:lnSpc>
                <a:spcPct val="85000"/>
              </a:lnSpc>
              <a:spcBef>
                <a:spcPts val="450"/>
              </a:spcBef>
              <a:spcAft>
                <a:spcPts val="0"/>
              </a:spcAft>
              <a:buClr>
                <a:srgbClr val="262626"/>
              </a:buClr>
              <a:buSzPts val="1800"/>
              <a:buChar char=" "/>
              <a:defRPr sz="1800"/>
            </a:lvl5pPr>
            <a:lvl6pPr marL="2743200" lvl="5" indent="-342900" algn="l">
              <a:lnSpc>
                <a:spcPct val="85000"/>
              </a:lnSpc>
              <a:spcBef>
                <a:spcPts val="450"/>
              </a:spcBef>
              <a:spcAft>
                <a:spcPts val="0"/>
              </a:spcAft>
              <a:buClr>
                <a:srgbClr val="FEFEFE"/>
              </a:buClr>
              <a:buSzPts val="1800"/>
              <a:buChar char=" "/>
              <a:defRPr/>
            </a:lvl6pPr>
            <a:lvl7pPr marL="3200400" lvl="6" indent="-342900" algn="l">
              <a:lnSpc>
                <a:spcPct val="85000"/>
              </a:lnSpc>
              <a:spcBef>
                <a:spcPts val="450"/>
              </a:spcBef>
              <a:spcAft>
                <a:spcPts val="0"/>
              </a:spcAft>
              <a:buClr>
                <a:srgbClr val="FEFEFE"/>
              </a:buClr>
              <a:buSzPts val="1800"/>
              <a:buChar char=" "/>
              <a:defRPr/>
            </a:lvl7pPr>
            <a:lvl8pPr marL="3657600" lvl="7" indent="-342900" algn="l">
              <a:lnSpc>
                <a:spcPct val="85000"/>
              </a:lnSpc>
              <a:spcBef>
                <a:spcPts val="450"/>
              </a:spcBef>
              <a:spcAft>
                <a:spcPts val="0"/>
              </a:spcAft>
              <a:buClr>
                <a:srgbClr val="FEFEFE"/>
              </a:buClr>
              <a:buSzPts val="1800"/>
              <a:buChar char=" "/>
              <a:defRPr/>
            </a:lvl8pPr>
            <a:lvl9pPr marL="4114800" lvl="8" indent="-342900" algn="l">
              <a:lnSpc>
                <a:spcPct val="85000"/>
              </a:lnSpc>
              <a:spcBef>
                <a:spcPts val="450"/>
              </a:spcBef>
              <a:spcAft>
                <a:spcPts val="0"/>
              </a:spcAft>
              <a:buClr>
                <a:srgbClr val="FEFEFE"/>
              </a:buClr>
              <a:buSzPts val="1800"/>
              <a:buChar char=" "/>
              <a:defRPr/>
            </a:lvl9pPr>
          </a:lstStyle>
          <a:p>
            <a:endParaRPr/>
          </a:p>
        </p:txBody>
      </p:sp>
      <p:sp>
        <p:nvSpPr>
          <p:cNvPr id="99" name="Google Shape;99;p28"/>
          <p:cNvSpPr txBox="1">
            <a:spLocks noGrp="1"/>
          </p:cNvSpPr>
          <p:nvPr>
            <p:ph type="body" idx="2"/>
          </p:nvPr>
        </p:nvSpPr>
        <p:spPr>
          <a:xfrm>
            <a:off x="6197600" y="148133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85000"/>
              </a:lnSpc>
              <a:spcBef>
                <a:spcPts val="975"/>
              </a:spcBef>
              <a:spcAft>
                <a:spcPts val="0"/>
              </a:spcAft>
              <a:buSzPts val="2800"/>
              <a:buChar char="»"/>
              <a:defRPr sz="2800"/>
            </a:lvl1pPr>
            <a:lvl2pPr marL="914400" lvl="1" indent="-381000" algn="l">
              <a:lnSpc>
                <a:spcPct val="85000"/>
              </a:lnSpc>
              <a:spcBef>
                <a:spcPts val="450"/>
              </a:spcBef>
              <a:spcAft>
                <a:spcPts val="0"/>
              </a:spcAft>
              <a:buClr>
                <a:srgbClr val="262626"/>
              </a:buClr>
              <a:buSzPts val="2400"/>
              <a:buChar char=" "/>
              <a:defRPr sz="2400"/>
            </a:lvl2pPr>
            <a:lvl3pPr marL="1371600" lvl="2" indent="-355600" algn="l">
              <a:lnSpc>
                <a:spcPct val="85000"/>
              </a:lnSpc>
              <a:spcBef>
                <a:spcPts val="450"/>
              </a:spcBef>
              <a:spcAft>
                <a:spcPts val="0"/>
              </a:spcAft>
              <a:buClr>
                <a:srgbClr val="262626"/>
              </a:buClr>
              <a:buSzPts val="2000"/>
              <a:buChar char=" "/>
              <a:defRPr sz="2000"/>
            </a:lvl3pPr>
            <a:lvl4pPr marL="1828800" lvl="3" indent="-342900" algn="l">
              <a:lnSpc>
                <a:spcPct val="85000"/>
              </a:lnSpc>
              <a:spcBef>
                <a:spcPts val="450"/>
              </a:spcBef>
              <a:spcAft>
                <a:spcPts val="0"/>
              </a:spcAft>
              <a:buClr>
                <a:srgbClr val="262626"/>
              </a:buClr>
              <a:buSzPts val="1800"/>
              <a:buChar char=" "/>
              <a:defRPr sz="1800"/>
            </a:lvl4pPr>
            <a:lvl5pPr marL="2286000" lvl="4" indent="-342900" algn="l">
              <a:lnSpc>
                <a:spcPct val="85000"/>
              </a:lnSpc>
              <a:spcBef>
                <a:spcPts val="450"/>
              </a:spcBef>
              <a:spcAft>
                <a:spcPts val="0"/>
              </a:spcAft>
              <a:buClr>
                <a:srgbClr val="262626"/>
              </a:buClr>
              <a:buSzPts val="1800"/>
              <a:buChar char=" "/>
              <a:defRPr sz="1800"/>
            </a:lvl5pPr>
            <a:lvl6pPr marL="2743200" lvl="5" indent="-342900" algn="l">
              <a:lnSpc>
                <a:spcPct val="85000"/>
              </a:lnSpc>
              <a:spcBef>
                <a:spcPts val="450"/>
              </a:spcBef>
              <a:spcAft>
                <a:spcPts val="0"/>
              </a:spcAft>
              <a:buClr>
                <a:srgbClr val="FEFEFE"/>
              </a:buClr>
              <a:buSzPts val="1800"/>
              <a:buChar char=" "/>
              <a:defRPr/>
            </a:lvl6pPr>
            <a:lvl7pPr marL="3200400" lvl="6" indent="-342900" algn="l">
              <a:lnSpc>
                <a:spcPct val="85000"/>
              </a:lnSpc>
              <a:spcBef>
                <a:spcPts val="450"/>
              </a:spcBef>
              <a:spcAft>
                <a:spcPts val="0"/>
              </a:spcAft>
              <a:buClr>
                <a:srgbClr val="FEFEFE"/>
              </a:buClr>
              <a:buSzPts val="1800"/>
              <a:buChar char=" "/>
              <a:defRPr/>
            </a:lvl7pPr>
            <a:lvl8pPr marL="3657600" lvl="7" indent="-342900" algn="l">
              <a:lnSpc>
                <a:spcPct val="85000"/>
              </a:lnSpc>
              <a:spcBef>
                <a:spcPts val="450"/>
              </a:spcBef>
              <a:spcAft>
                <a:spcPts val="0"/>
              </a:spcAft>
              <a:buClr>
                <a:srgbClr val="FEFEFE"/>
              </a:buClr>
              <a:buSzPts val="1800"/>
              <a:buChar char=" "/>
              <a:defRPr/>
            </a:lvl8pPr>
            <a:lvl9pPr marL="4114800" lvl="8" indent="-342900" algn="l">
              <a:lnSpc>
                <a:spcPct val="85000"/>
              </a:lnSpc>
              <a:spcBef>
                <a:spcPts val="450"/>
              </a:spcBef>
              <a:spcAft>
                <a:spcPts val="0"/>
              </a:spcAft>
              <a:buClr>
                <a:srgbClr val="FEFEFE"/>
              </a:buClr>
              <a:buSzPts val="1800"/>
              <a:buChar char=" "/>
              <a:defRPr/>
            </a:lvl9pPr>
          </a:lstStyle>
          <a:p>
            <a:endParaRPr/>
          </a:p>
        </p:txBody>
      </p:sp>
      <p:sp>
        <p:nvSpPr>
          <p:cNvPr id="100" name="Google Shape;100;p28"/>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101" name="Google Shape;101;p28"/>
          <p:cNvSpPr txBox="1">
            <a:spLocks noGrp="1"/>
          </p:cNvSpPr>
          <p:nvPr>
            <p:ph type="dt" idx="10"/>
          </p:nvPr>
        </p:nvSpPr>
        <p:spPr>
          <a:xfrm>
            <a:off x="2566990" y="6543675"/>
            <a:ext cx="827087" cy="255588"/>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28"/>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28"/>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_Diseño personalizado">
  <p:cSld name="3_Diseño personalizado">
    <p:spTree>
      <p:nvGrpSpPr>
        <p:cNvPr id="1" name="Shape 104"/>
        <p:cNvGrpSpPr/>
        <p:nvPr/>
      </p:nvGrpSpPr>
      <p:grpSpPr>
        <a:xfrm>
          <a:off x="0" y="0"/>
          <a:ext cx="0" cy="0"/>
          <a:chOff x="0" y="0"/>
          <a:chExt cx="0" cy="0"/>
        </a:xfrm>
      </p:grpSpPr>
      <p:sp>
        <p:nvSpPr>
          <p:cNvPr id="105" name="Google Shape;105;p29"/>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106" name="Google Shape;106;p29"/>
          <p:cNvSpPr txBox="1">
            <a:spLocks noGrp="1"/>
          </p:cNvSpPr>
          <p:nvPr>
            <p:ph type="body" idx="1"/>
          </p:nvPr>
        </p:nvSpPr>
        <p:spPr>
          <a:xfrm>
            <a:off x="4434" y="6451617"/>
            <a:ext cx="4190993" cy="357190"/>
          </a:xfrm>
          <a:prstGeom prst="rect">
            <a:avLst/>
          </a:prstGeom>
          <a:noFill/>
          <a:ln>
            <a:noFill/>
          </a:ln>
        </p:spPr>
        <p:txBody>
          <a:bodyPr spcFirstLastPara="1" wrap="square" lIns="91425" tIns="45700" rIns="91425" bIns="45700" anchor="t" anchorCtr="0">
            <a:noAutofit/>
          </a:bodyPr>
          <a:lstStyle>
            <a:lvl1pPr marL="457200" lvl="0" indent="-228600" algn="l">
              <a:lnSpc>
                <a:spcPct val="85000"/>
              </a:lnSpc>
              <a:spcBef>
                <a:spcPts val="975"/>
              </a:spcBef>
              <a:spcAft>
                <a:spcPts val="0"/>
              </a:spcAft>
              <a:buSzPts val="1400"/>
              <a:buNone/>
              <a:defRPr sz="1400">
                <a:solidFill>
                  <a:schemeClr val="lt1"/>
                </a:solidFill>
              </a:defRPr>
            </a:lvl1pPr>
            <a:lvl2pPr marL="914400" lvl="1" indent="-228600" algn="l">
              <a:lnSpc>
                <a:spcPct val="85000"/>
              </a:lnSpc>
              <a:spcBef>
                <a:spcPts val="450"/>
              </a:spcBef>
              <a:spcAft>
                <a:spcPts val="0"/>
              </a:spcAft>
              <a:buClr>
                <a:srgbClr val="262626"/>
              </a:buClr>
              <a:buSzPts val="1400"/>
              <a:buNone/>
              <a:defRPr sz="1400"/>
            </a:lvl2pPr>
            <a:lvl3pPr marL="1371600" lvl="2" indent="-228600" algn="l">
              <a:lnSpc>
                <a:spcPct val="85000"/>
              </a:lnSpc>
              <a:spcBef>
                <a:spcPts val="450"/>
              </a:spcBef>
              <a:spcAft>
                <a:spcPts val="0"/>
              </a:spcAft>
              <a:buClr>
                <a:srgbClr val="262626"/>
              </a:buClr>
              <a:buSzPts val="1400"/>
              <a:buNone/>
              <a:defRPr sz="1400"/>
            </a:lvl3pPr>
            <a:lvl4pPr marL="1828800" lvl="3" indent="-228600" algn="l">
              <a:lnSpc>
                <a:spcPct val="85000"/>
              </a:lnSpc>
              <a:spcBef>
                <a:spcPts val="450"/>
              </a:spcBef>
              <a:spcAft>
                <a:spcPts val="0"/>
              </a:spcAft>
              <a:buClr>
                <a:srgbClr val="262626"/>
              </a:buClr>
              <a:buSzPts val="1400"/>
              <a:buNone/>
              <a:defRPr sz="1400"/>
            </a:lvl4pPr>
            <a:lvl5pPr marL="2286000" lvl="4" indent="-228600" algn="l">
              <a:lnSpc>
                <a:spcPct val="85000"/>
              </a:lnSpc>
              <a:spcBef>
                <a:spcPts val="450"/>
              </a:spcBef>
              <a:spcAft>
                <a:spcPts val="0"/>
              </a:spcAft>
              <a:buClr>
                <a:srgbClr val="262626"/>
              </a:buClr>
              <a:buSzPts val="1400"/>
              <a:buNone/>
              <a:defRPr sz="1400"/>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107" name="Google Shape;107;p29"/>
          <p:cNvSpPr txBox="1">
            <a:spLocks noGrp="1"/>
          </p:cNvSpPr>
          <p:nvPr>
            <p:ph type="body" idx="2"/>
          </p:nvPr>
        </p:nvSpPr>
        <p:spPr>
          <a:xfrm>
            <a:off x="1097279" y="1845734"/>
            <a:ext cx="10058401" cy="4023360"/>
          </a:xfrm>
          <a:prstGeom prst="rect">
            <a:avLst/>
          </a:prstGeom>
          <a:noFill/>
          <a:ln>
            <a:noFill/>
          </a:ln>
        </p:spPr>
        <p:txBody>
          <a:bodyPr spcFirstLastPara="1" wrap="square" lIns="91425" tIns="45700" rIns="91425" bIns="45700" anchor="t" anchorCtr="0">
            <a:normAutofit/>
          </a:bodyPr>
          <a:lstStyle>
            <a:lvl1pPr marL="457200" lvl="0" indent="-406400" algn="l">
              <a:lnSpc>
                <a:spcPct val="85000"/>
              </a:lnSpc>
              <a:spcBef>
                <a:spcPts val="975"/>
              </a:spcBef>
              <a:spcAft>
                <a:spcPts val="0"/>
              </a:spcAft>
              <a:buSzPts val="2800"/>
              <a:buChar char="»"/>
              <a:defRPr sz="2800"/>
            </a:lvl1pPr>
            <a:lvl2pPr marL="914400" lvl="1" indent="-381000" algn="l">
              <a:lnSpc>
                <a:spcPct val="85000"/>
              </a:lnSpc>
              <a:spcBef>
                <a:spcPts val="450"/>
              </a:spcBef>
              <a:spcAft>
                <a:spcPts val="0"/>
              </a:spcAft>
              <a:buClr>
                <a:srgbClr val="262626"/>
              </a:buClr>
              <a:buSzPts val="2400"/>
              <a:buChar char=" "/>
              <a:defRPr sz="2400"/>
            </a:lvl2pPr>
            <a:lvl3pPr marL="1371600" lvl="2" indent="-355600" algn="l">
              <a:lnSpc>
                <a:spcPct val="85000"/>
              </a:lnSpc>
              <a:spcBef>
                <a:spcPts val="450"/>
              </a:spcBef>
              <a:spcAft>
                <a:spcPts val="0"/>
              </a:spcAft>
              <a:buClr>
                <a:srgbClr val="262626"/>
              </a:buClr>
              <a:buSzPts val="2000"/>
              <a:buChar char=" "/>
              <a:defRPr sz="2000"/>
            </a:lvl3pPr>
            <a:lvl4pPr marL="1828800" lvl="3" indent="-342900" algn="l">
              <a:lnSpc>
                <a:spcPct val="85000"/>
              </a:lnSpc>
              <a:spcBef>
                <a:spcPts val="450"/>
              </a:spcBef>
              <a:spcAft>
                <a:spcPts val="0"/>
              </a:spcAft>
              <a:buClr>
                <a:srgbClr val="262626"/>
              </a:buClr>
              <a:buSzPts val="1800"/>
              <a:buChar char=" "/>
              <a:defRPr sz="1800"/>
            </a:lvl4pPr>
            <a:lvl5pPr marL="2286000" lvl="4" indent="-330200" algn="l">
              <a:lnSpc>
                <a:spcPct val="85000"/>
              </a:lnSpc>
              <a:spcBef>
                <a:spcPts val="450"/>
              </a:spcBef>
              <a:spcAft>
                <a:spcPts val="0"/>
              </a:spcAft>
              <a:buClr>
                <a:srgbClr val="262626"/>
              </a:buClr>
              <a:buSzPts val="1600"/>
              <a:buChar char=" "/>
              <a:defRPr sz="1600"/>
            </a:lvl5pPr>
            <a:lvl6pPr marL="2743200" lvl="5" indent="-342900" algn="l">
              <a:lnSpc>
                <a:spcPct val="85000"/>
              </a:lnSpc>
              <a:spcBef>
                <a:spcPts val="450"/>
              </a:spcBef>
              <a:spcAft>
                <a:spcPts val="0"/>
              </a:spcAft>
              <a:buClr>
                <a:srgbClr val="262626"/>
              </a:buClr>
              <a:buSzPts val="1800"/>
              <a:buChar char=" "/>
              <a:defRPr/>
            </a:lvl6pPr>
            <a:lvl7pPr marL="3200400" lvl="6" indent="-342900" algn="l">
              <a:lnSpc>
                <a:spcPct val="85000"/>
              </a:lnSpc>
              <a:spcBef>
                <a:spcPts val="450"/>
              </a:spcBef>
              <a:spcAft>
                <a:spcPts val="0"/>
              </a:spcAft>
              <a:buClr>
                <a:srgbClr val="262626"/>
              </a:buClr>
              <a:buSzPts val="1800"/>
              <a:buChar char=" "/>
              <a:defRPr/>
            </a:lvl7pPr>
            <a:lvl8pPr marL="3657600" lvl="7" indent="-342900" algn="l">
              <a:lnSpc>
                <a:spcPct val="85000"/>
              </a:lnSpc>
              <a:spcBef>
                <a:spcPts val="450"/>
              </a:spcBef>
              <a:spcAft>
                <a:spcPts val="0"/>
              </a:spcAft>
              <a:buClr>
                <a:srgbClr val="262626"/>
              </a:buClr>
              <a:buSzPts val="1800"/>
              <a:buChar char=" "/>
              <a:defRPr/>
            </a:lvl8pPr>
            <a:lvl9pPr marL="4114800" lvl="8" indent="-342900" algn="l">
              <a:lnSpc>
                <a:spcPct val="85000"/>
              </a:lnSpc>
              <a:spcBef>
                <a:spcPts val="450"/>
              </a:spcBef>
              <a:spcAft>
                <a:spcPts val="0"/>
              </a:spcAft>
              <a:buClr>
                <a:srgbClr val="262626"/>
              </a:buClr>
              <a:buSzPts val="1800"/>
              <a:buChar char=" "/>
              <a:defRPr/>
            </a:lvl9pPr>
          </a:lstStyle>
          <a:p>
            <a:endParaRPr/>
          </a:p>
        </p:txBody>
      </p:sp>
      <p:sp>
        <p:nvSpPr>
          <p:cNvPr id="108" name="Google Shape;108;p29"/>
          <p:cNvSpPr txBox="1">
            <a:spLocks noGrp="1"/>
          </p:cNvSpPr>
          <p:nvPr>
            <p:ph type="ftr" idx="11"/>
          </p:nvPr>
        </p:nvSpPr>
        <p:spPr>
          <a:xfrm>
            <a:off x="4241801" y="6459540"/>
            <a:ext cx="5183188"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29"/>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112"/>
        <p:cNvGrpSpPr/>
        <p:nvPr/>
      </p:nvGrpSpPr>
      <p:grpSpPr>
        <a:xfrm>
          <a:off x="0" y="0"/>
          <a:ext cx="0" cy="0"/>
          <a:chOff x="0" y="0"/>
          <a:chExt cx="0" cy="0"/>
        </a:xfrm>
      </p:grpSpPr>
      <p:sp>
        <p:nvSpPr>
          <p:cNvPr id="113" name="Google Shape;113;p31"/>
          <p:cNvSpPr txBox="1">
            <a:spLocks noGrp="1"/>
          </p:cNvSpPr>
          <p:nvPr>
            <p:ph type="body" idx="1"/>
          </p:nvPr>
        </p:nvSpPr>
        <p:spPr>
          <a:xfrm>
            <a:off x="335360" y="1124745"/>
            <a:ext cx="7200800" cy="820685"/>
          </a:xfrm>
          <a:prstGeom prst="rect">
            <a:avLst/>
          </a:prstGeom>
          <a:noFill/>
          <a:ln>
            <a:noFill/>
          </a:ln>
        </p:spPr>
        <p:txBody>
          <a:bodyPr spcFirstLastPara="1" wrap="square" lIns="76175" tIns="38075" rIns="76175" bIns="38075" anchor="t" anchorCtr="0">
            <a:noAutofit/>
          </a:bodyPr>
          <a:lstStyle>
            <a:lvl1pPr marL="457200" marR="0" lvl="0" indent="-228600" algn="l" rtl="0">
              <a:lnSpc>
                <a:spcPct val="100000"/>
              </a:lnSpc>
              <a:spcBef>
                <a:spcPts val="400"/>
              </a:spcBef>
              <a:spcAft>
                <a:spcPts val="0"/>
              </a:spcAft>
              <a:buClr>
                <a:srgbClr val="8A1D1A"/>
              </a:buClr>
              <a:buSzPts val="2000"/>
              <a:buFont typeface="Arial"/>
              <a:buNone/>
              <a:defRPr sz="2000" b="0" i="0" u="none" strike="noStrike" cap="none">
                <a:solidFill>
                  <a:srgbClr val="8A1D1A"/>
                </a:solidFill>
                <a:latin typeface="Arial Black"/>
                <a:ea typeface="Arial Black"/>
                <a:cs typeface="Arial Black"/>
                <a:sym typeface="Arial Black"/>
              </a:defRPr>
            </a:lvl1pPr>
            <a:lvl2pPr marL="914400" marR="0" lvl="1" indent="-228600" algn="l" rtl="0">
              <a:lnSpc>
                <a:spcPct val="100000"/>
              </a:lnSpc>
              <a:spcBef>
                <a:spcPts val="340"/>
              </a:spcBef>
              <a:spcAft>
                <a:spcPts val="0"/>
              </a:spcAft>
              <a:buClr>
                <a:schemeClr val="dk1"/>
              </a:buClr>
              <a:buSzPts val="1700"/>
              <a:buFont typeface="Arial"/>
              <a:buNone/>
              <a:defRPr sz="1700" b="1" i="0" u="none" strike="noStrike" cap="none">
                <a:solidFill>
                  <a:schemeClr val="dk1"/>
                </a:solidFill>
                <a:latin typeface="Arial"/>
                <a:ea typeface="Arial"/>
                <a:cs typeface="Arial"/>
                <a:sym typeface="Arial"/>
              </a:defRPr>
            </a:lvl2pPr>
            <a:lvl3pPr marL="1371600" marR="0" lvl="2"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4" name="Google Shape;114;p31"/>
          <p:cNvSpPr txBox="1">
            <a:spLocks noGrp="1"/>
          </p:cNvSpPr>
          <p:nvPr>
            <p:ph type="body" idx="2"/>
          </p:nvPr>
        </p:nvSpPr>
        <p:spPr>
          <a:xfrm>
            <a:off x="335360" y="1988841"/>
            <a:ext cx="7200800" cy="3840427"/>
          </a:xfrm>
          <a:prstGeom prst="rect">
            <a:avLst/>
          </a:prstGeom>
          <a:noFill/>
          <a:ln>
            <a:noFill/>
          </a:ln>
        </p:spPr>
        <p:txBody>
          <a:bodyPr spcFirstLastPara="1" wrap="square" lIns="76175" tIns="38075" rIns="76175" bIns="38075" anchor="t" anchorCtr="0">
            <a:normAutofit/>
          </a:bodyPr>
          <a:lstStyle>
            <a:lvl1pPr marL="457200" marR="0" lvl="0" indent="-228600" algn="l" rtl="0">
              <a:lnSpc>
                <a:spcPct val="100000"/>
              </a:lnSpc>
              <a:spcBef>
                <a:spcPts val="340"/>
              </a:spcBef>
              <a:spcAft>
                <a:spcPts val="0"/>
              </a:spcAft>
              <a:buClr>
                <a:schemeClr val="dk1"/>
              </a:buClr>
              <a:buSzPts val="1700"/>
              <a:buFont typeface="Arial"/>
              <a:buNone/>
              <a:defRPr sz="1700" b="1" i="0" u="none" strike="noStrike" cap="none">
                <a:solidFill>
                  <a:schemeClr val="dk1"/>
                </a:solidFill>
                <a:latin typeface="Arial"/>
                <a:ea typeface="Arial"/>
                <a:cs typeface="Arial"/>
                <a:sym typeface="Arial"/>
              </a:defRPr>
            </a:lvl1pPr>
            <a:lvl2pPr marL="914400" marR="0" lvl="1" indent="-228600" algn="l" rtl="0">
              <a:lnSpc>
                <a:spcPct val="100000"/>
              </a:lnSpc>
              <a:spcBef>
                <a:spcPts val="340"/>
              </a:spcBef>
              <a:spcAft>
                <a:spcPts val="0"/>
              </a:spcAft>
              <a:buClr>
                <a:schemeClr val="dk1"/>
              </a:buClr>
              <a:buSzPts val="1700"/>
              <a:buFont typeface="Arial"/>
              <a:buNone/>
              <a:defRPr sz="1700" b="1" i="0" u="none" strike="noStrike" cap="none">
                <a:solidFill>
                  <a:schemeClr val="dk1"/>
                </a:solidFill>
                <a:latin typeface="Arial"/>
                <a:ea typeface="Arial"/>
                <a:cs typeface="Arial"/>
                <a:sym typeface="Arial"/>
              </a:defRPr>
            </a:lvl2pPr>
            <a:lvl3pPr marL="1371600" marR="0" lvl="2"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bg>
      <p:bgPr>
        <a:gradFill>
          <a:gsLst>
            <a:gs pos="0">
              <a:schemeClr val="lt1"/>
            </a:gs>
            <a:gs pos="40000">
              <a:srgbClr val="FDFDFD"/>
            </a:gs>
            <a:gs pos="100000">
              <a:srgbClr val="7A7A7A"/>
            </a:gs>
          </a:gsLst>
          <a:path path="circle">
            <a:fillToRect l="50000" t="50000" r="50000" b="50000"/>
          </a:path>
          <a:tileRect/>
        </a:gradFill>
        <a:effectLst/>
      </p:bgPr>
    </p:bg>
    <p:spTree>
      <p:nvGrpSpPr>
        <p:cNvPr id="1" name="Shape 115"/>
        <p:cNvGrpSpPr/>
        <p:nvPr/>
      </p:nvGrpSpPr>
      <p:grpSpPr>
        <a:xfrm>
          <a:off x="0" y="0"/>
          <a:ext cx="0" cy="0"/>
          <a:chOff x="0" y="0"/>
          <a:chExt cx="0" cy="0"/>
        </a:xfrm>
      </p:grpSpPr>
      <p:sp>
        <p:nvSpPr>
          <p:cNvPr id="116" name="Google Shape;116;p32"/>
          <p:cNvSpPr txBox="1">
            <a:spLocks noGrp="1"/>
          </p:cNvSpPr>
          <p:nvPr>
            <p:ph type="ctrTitle"/>
          </p:nvPr>
        </p:nvSpPr>
        <p:spPr>
          <a:xfrm>
            <a:off x="4489157" y="533400"/>
            <a:ext cx="6807200" cy="2868168"/>
          </a:xfrm>
          <a:prstGeom prst="rect">
            <a:avLst/>
          </a:prstGeom>
          <a:noFill/>
          <a:ln>
            <a:noFill/>
          </a:ln>
        </p:spPr>
        <p:txBody>
          <a:bodyPr spcFirstLastPara="1" wrap="square" lIns="45700" tIns="0" rIns="45700" bIns="45700" anchor="t" anchorCtr="0">
            <a:noAutofit/>
          </a:bodyPr>
          <a:lstStyle>
            <a:lvl1pPr marR="0" lvl="0" algn="r" rtl="0">
              <a:lnSpc>
                <a:spcPct val="100000"/>
              </a:lnSpc>
              <a:spcBef>
                <a:spcPts val="0"/>
              </a:spcBef>
              <a:spcAft>
                <a:spcPts val="0"/>
              </a:spcAft>
              <a:buClr>
                <a:schemeClr val="dk1"/>
              </a:buClr>
              <a:buSzPts val="4200"/>
              <a:buFont typeface="Calibri"/>
              <a:buNone/>
              <a:defRPr sz="42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7" name="Google Shape;117;p32"/>
          <p:cNvSpPr txBox="1">
            <a:spLocks noGrp="1"/>
          </p:cNvSpPr>
          <p:nvPr>
            <p:ph type="subTitle" idx="1"/>
          </p:nvPr>
        </p:nvSpPr>
        <p:spPr>
          <a:xfrm>
            <a:off x="4472589" y="3539864"/>
            <a:ext cx="6819704" cy="1101248"/>
          </a:xfrm>
          <a:prstGeom prst="rect">
            <a:avLst/>
          </a:prstGeom>
          <a:noFill/>
          <a:ln>
            <a:noFill/>
          </a:ln>
        </p:spPr>
        <p:txBody>
          <a:bodyPr spcFirstLastPara="1" wrap="square" lIns="45700" tIns="0" rIns="45700" bIns="0" anchor="t" anchorCtr="0">
            <a:noAutofit/>
          </a:bodyPr>
          <a:lstStyle>
            <a:lvl1pPr marR="0" lvl="0" algn="r" rtl="0">
              <a:lnSpc>
                <a:spcPct val="100000"/>
              </a:lnSpc>
              <a:spcBef>
                <a:spcPts val="440"/>
              </a:spcBef>
              <a:spcAft>
                <a:spcPts val="0"/>
              </a:spcAft>
              <a:buClr>
                <a:srgbClr val="FFFFFF"/>
              </a:buClr>
              <a:buSzPts val="2200"/>
              <a:buFont typeface="Arial"/>
              <a:buNone/>
              <a:defRPr sz="2200" b="0" i="0" u="none" strike="noStrike" cap="none">
                <a:solidFill>
                  <a:srgbClr val="FFFFFF"/>
                </a:solidFill>
                <a:latin typeface="Calibri"/>
                <a:ea typeface="Calibri"/>
                <a:cs typeface="Calibri"/>
                <a:sym typeface="Calibri"/>
              </a:defRPr>
            </a:lvl1pPr>
            <a:lvl2pPr marR="0" lvl="1" algn="ctr"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ctr"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18" name="Google Shape;118;p32"/>
          <p:cNvSpPr txBox="1">
            <a:spLocks noGrp="1"/>
          </p:cNvSpPr>
          <p:nvPr>
            <p:ph type="dt" idx="10"/>
          </p:nvPr>
        </p:nvSpPr>
        <p:spPr>
          <a:xfrm>
            <a:off x="7828299" y="6557946"/>
            <a:ext cx="2669952" cy="22690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9" name="Google Shape;119;p32"/>
          <p:cNvSpPr txBox="1">
            <a:spLocks noGrp="1"/>
          </p:cNvSpPr>
          <p:nvPr>
            <p:ph type="ftr" idx="11"/>
          </p:nvPr>
        </p:nvSpPr>
        <p:spPr>
          <a:xfrm>
            <a:off x="3759200" y="6557946"/>
            <a:ext cx="3903629"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0" name="Google Shape;120;p32"/>
          <p:cNvSpPr txBox="1">
            <a:spLocks noGrp="1"/>
          </p:cNvSpPr>
          <p:nvPr>
            <p:ph type="sldNum" idx="12"/>
          </p:nvPr>
        </p:nvSpPr>
        <p:spPr>
          <a:xfrm>
            <a:off x="10507845" y="6556248"/>
            <a:ext cx="784448" cy="2286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28"/>
        <p:cNvGrpSpPr/>
        <p:nvPr/>
      </p:nvGrpSpPr>
      <p:grpSpPr>
        <a:xfrm>
          <a:off x="0" y="0"/>
          <a:ext cx="0" cy="0"/>
          <a:chOff x="0" y="0"/>
          <a:chExt cx="0" cy="0"/>
        </a:xfrm>
      </p:grpSpPr>
      <p:pic>
        <p:nvPicPr>
          <p:cNvPr id="129" name="Google Shape;129;p34" descr="HD-ShadowLong.png"/>
          <p:cNvPicPr preferRelativeResize="0"/>
          <p:nvPr/>
        </p:nvPicPr>
        <p:blipFill rotWithShape="1">
          <a:blip r:embed="rId2">
            <a:alphaModFix/>
          </a:blip>
          <a:srcRect/>
          <a:stretch/>
        </p:blipFill>
        <p:spPr>
          <a:xfrm>
            <a:off x="3" y="4243394"/>
            <a:ext cx="8967788" cy="274637"/>
          </a:xfrm>
          <a:prstGeom prst="rect">
            <a:avLst/>
          </a:prstGeom>
          <a:noFill/>
          <a:ln>
            <a:noFill/>
          </a:ln>
        </p:spPr>
      </p:pic>
      <p:pic>
        <p:nvPicPr>
          <p:cNvPr id="130" name="Google Shape;130;p34" descr="HD-ShadowShort.png"/>
          <p:cNvPicPr preferRelativeResize="0"/>
          <p:nvPr/>
        </p:nvPicPr>
        <p:blipFill rotWithShape="1">
          <a:blip r:embed="rId3">
            <a:alphaModFix/>
          </a:blip>
          <a:srcRect/>
          <a:stretch/>
        </p:blipFill>
        <p:spPr>
          <a:xfrm>
            <a:off x="9112254" y="4243388"/>
            <a:ext cx="3076575" cy="277812"/>
          </a:xfrm>
          <a:prstGeom prst="rect">
            <a:avLst/>
          </a:prstGeom>
          <a:noFill/>
          <a:ln>
            <a:noFill/>
          </a:ln>
        </p:spPr>
      </p:pic>
      <p:sp>
        <p:nvSpPr>
          <p:cNvPr id="131" name="Google Shape;131;p34"/>
          <p:cNvSpPr/>
          <p:nvPr/>
        </p:nvSpPr>
        <p:spPr>
          <a:xfrm>
            <a:off x="3" y="2590800"/>
            <a:ext cx="8967788" cy="1658938"/>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4"/>
          <p:cNvSpPr/>
          <p:nvPr/>
        </p:nvSpPr>
        <p:spPr>
          <a:xfrm>
            <a:off x="9112254" y="2590800"/>
            <a:ext cx="3076575" cy="165893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34"/>
          <p:cNvSpPr txBox="1">
            <a:spLocks noGrp="1"/>
          </p:cNvSpPr>
          <p:nvPr>
            <p:ph type="ctrTitle"/>
          </p:nvPr>
        </p:nvSpPr>
        <p:spPr>
          <a:xfrm>
            <a:off x="680326" y="2733709"/>
            <a:ext cx="8144135" cy="1373070"/>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5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4" name="Google Shape;134;p34"/>
          <p:cNvSpPr txBox="1">
            <a:spLocks noGrp="1"/>
          </p:cNvSpPr>
          <p:nvPr>
            <p:ph type="subTitle" idx="1"/>
          </p:nvPr>
        </p:nvSpPr>
        <p:spPr>
          <a:xfrm>
            <a:off x="680326" y="4394047"/>
            <a:ext cx="8144135" cy="1117687"/>
          </a:xfrm>
          <a:prstGeom prst="rect">
            <a:avLst/>
          </a:prstGeom>
          <a:noFill/>
          <a:ln>
            <a:noFill/>
          </a:ln>
        </p:spPr>
        <p:txBody>
          <a:bodyPr spcFirstLastPara="1" wrap="square" lIns="91425" tIns="45700" rIns="91425" bIns="45700" anchor="t" anchorCtr="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35" name="Google Shape;135;p34"/>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4"/>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34"/>
          <p:cNvSpPr txBox="1">
            <a:spLocks noGrp="1"/>
          </p:cNvSpPr>
          <p:nvPr>
            <p:ph type="sldNum" idx="12"/>
          </p:nvPr>
        </p:nvSpPr>
        <p:spPr>
          <a:xfrm>
            <a:off x="9255129" y="2749556"/>
            <a:ext cx="1171575" cy="13573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y contenido" type="obj">
  <p:cSld name="OBJECT">
    <p:spTree>
      <p:nvGrpSpPr>
        <p:cNvPr id="1" name="Shape 138"/>
        <p:cNvGrpSpPr/>
        <p:nvPr/>
      </p:nvGrpSpPr>
      <p:grpSpPr>
        <a:xfrm>
          <a:off x="0" y="0"/>
          <a:ext cx="0" cy="0"/>
          <a:chOff x="0" y="0"/>
          <a:chExt cx="0" cy="0"/>
        </a:xfrm>
      </p:grpSpPr>
      <p:pic>
        <p:nvPicPr>
          <p:cNvPr id="139" name="Google Shape;139;p35"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140" name="Google Shape;140;p35"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141" name="Google Shape;141;p35"/>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35"/>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35"/>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4" name="Google Shape;144;p35"/>
          <p:cNvSpPr txBox="1">
            <a:spLocks noGrp="1"/>
          </p:cNvSpPr>
          <p:nvPr>
            <p:ph type="body" idx="1"/>
          </p:nvPr>
        </p:nvSpPr>
        <p:spPr>
          <a:xfrm>
            <a:off x="681039" y="2336800"/>
            <a:ext cx="9613900" cy="3598863"/>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lt1"/>
              </a:buClr>
              <a:buSzPts val="2400"/>
              <a:buChar char="•"/>
              <a:defRPr sz="2400"/>
            </a:lvl1pPr>
            <a:lvl2pPr marL="914400" lvl="1" indent="-355600" algn="l">
              <a:lnSpc>
                <a:spcPct val="90000"/>
              </a:lnSpc>
              <a:spcBef>
                <a:spcPts val="500"/>
              </a:spcBef>
              <a:spcAft>
                <a:spcPts val="0"/>
              </a:spcAft>
              <a:buClr>
                <a:schemeClr val="lt1"/>
              </a:buClr>
              <a:buSzPts val="2000"/>
              <a:buChar char="•"/>
              <a:defRPr sz="2000"/>
            </a:lvl2pPr>
            <a:lvl3pPr marL="1371600" lvl="2" indent="-342900" algn="l">
              <a:lnSpc>
                <a:spcPct val="90000"/>
              </a:lnSpc>
              <a:spcBef>
                <a:spcPts val="500"/>
              </a:spcBef>
              <a:spcAft>
                <a:spcPts val="0"/>
              </a:spcAft>
              <a:buClr>
                <a:schemeClr val="lt1"/>
              </a:buClr>
              <a:buSzPts val="1800"/>
              <a:buChar char="•"/>
              <a:defRPr sz="1800"/>
            </a:lvl3pPr>
            <a:lvl4pPr marL="1828800" lvl="3" indent="-330200" algn="l">
              <a:lnSpc>
                <a:spcPct val="90000"/>
              </a:lnSpc>
              <a:spcBef>
                <a:spcPts val="500"/>
              </a:spcBef>
              <a:spcAft>
                <a:spcPts val="0"/>
              </a:spcAft>
              <a:buClr>
                <a:schemeClr val="lt1"/>
              </a:buClr>
              <a:buSzPts val="1600"/>
              <a:buChar char="•"/>
              <a:defRPr sz="1600"/>
            </a:lvl4pPr>
            <a:lvl5pPr marL="2286000" lvl="4" indent="-330200" algn="l">
              <a:lnSpc>
                <a:spcPct val="90000"/>
              </a:lnSpc>
              <a:spcBef>
                <a:spcPts val="500"/>
              </a:spcBef>
              <a:spcAft>
                <a:spcPts val="0"/>
              </a:spcAft>
              <a:buClr>
                <a:schemeClr val="lt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5" name="Google Shape;145;p35"/>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35"/>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35"/>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48"/>
        <p:cNvGrpSpPr/>
        <p:nvPr/>
      </p:nvGrpSpPr>
      <p:grpSpPr>
        <a:xfrm>
          <a:off x="0" y="0"/>
          <a:ext cx="0" cy="0"/>
          <a:chOff x="0" y="0"/>
          <a:chExt cx="0" cy="0"/>
        </a:xfrm>
      </p:grpSpPr>
      <p:pic>
        <p:nvPicPr>
          <p:cNvPr id="149" name="Google Shape;149;p36" descr="HD-ShadowLong.png"/>
          <p:cNvPicPr preferRelativeResize="0"/>
          <p:nvPr/>
        </p:nvPicPr>
        <p:blipFill rotWithShape="1">
          <a:blip r:embed="rId2">
            <a:alphaModFix/>
          </a:blip>
          <a:srcRect/>
          <a:stretch/>
        </p:blipFill>
        <p:spPr>
          <a:xfrm>
            <a:off x="0" y="4086231"/>
            <a:ext cx="10437813" cy="322263"/>
          </a:xfrm>
          <a:prstGeom prst="rect">
            <a:avLst/>
          </a:prstGeom>
          <a:noFill/>
          <a:ln>
            <a:noFill/>
          </a:ln>
        </p:spPr>
      </p:pic>
      <p:pic>
        <p:nvPicPr>
          <p:cNvPr id="150" name="Google Shape;150;p36" descr="HD-ShadowShort.png"/>
          <p:cNvPicPr preferRelativeResize="0"/>
          <p:nvPr/>
        </p:nvPicPr>
        <p:blipFill rotWithShape="1">
          <a:blip r:embed="rId3">
            <a:alphaModFix/>
          </a:blip>
          <a:srcRect/>
          <a:stretch/>
        </p:blipFill>
        <p:spPr>
          <a:xfrm>
            <a:off x="10585454" y="4087813"/>
            <a:ext cx="1603375" cy="144462"/>
          </a:xfrm>
          <a:prstGeom prst="rect">
            <a:avLst/>
          </a:prstGeom>
          <a:noFill/>
          <a:ln>
            <a:noFill/>
          </a:ln>
        </p:spPr>
      </p:pic>
      <p:sp>
        <p:nvSpPr>
          <p:cNvPr id="151" name="Google Shape;151;p36"/>
          <p:cNvSpPr/>
          <p:nvPr/>
        </p:nvSpPr>
        <p:spPr>
          <a:xfrm>
            <a:off x="0" y="2725744"/>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36"/>
          <p:cNvSpPr/>
          <p:nvPr/>
        </p:nvSpPr>
        <p:spPr>
          <a:xfrm>
            <a:off x="10585454" y="2725744"/>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36"/>
          <p:cNvSpPr txBox="1">
            <a:spLocks noGrp="1"/>
          </p:cNvSpPr>
          <p:nvPr>
            <p:ph type="title"/>
          </p:nvPr>
        </p:nvSpPr>
        <p:spPr>
          <a:xfrm>
            <a:off x="680323" y="2869895"/>
            <a:ext cx="9613860" cy="109078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4" name="Google Shape;154;p36"/>
          <p:cNvSpPr txBox="1">
            <a:spLocks noGrp="1"/>
          </p:cNvSpPr>
          <p:nvPr>
            <p:ph type="body" idx="1"/>
          </p:nvPr>
        </p:nvSpPr>
        <p:spPr>
          <a:xfrm>
            <a:off x="680323" y="4232179"/>
            <a:ext cx="9613860" cy="1704017"/>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000"/>
              <a:buNone/>
              <a:defRPr sz="20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155" name="Google Shape;155;p36"/>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36"/>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36"/>
          <p:cNvSpPr txBox="1">
            <a:spLocks noGrp="1"/>
          </p:cNvSpPr>
          <p:nvPr>
            <p:ph type="sldNum" idx="12"/>
          </p:nvPr>
        </p:nvSpPr>
        <p:spPr>
          <a:xfrm>
            <a:off x="10729913" y="2870206"/>
            <a:ext cx="1154112" cy="10906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os objetos de contenido" type="twoObj">
  <p:cSld name="TWO_OBJECTS">
    <p:spTree>
      <p:nvGrpSpPr>
        <p:cNvPr id="1" name="Shape 158"/>
        <p:cNvGrpSpPr/>
        <p:nvPr/>
      </p:nvGrpSpPr>
      <p:grpSpPr>
        <a:xfrm>
          <a:off x="0" y="0"/>
          <a:ext cx="0" cy="0"/>
          <a:chOff x="0" y="0"/>
          <a:chExt cx="0" cy="0"/>
        </a:xfrm>
      </p:grpSpPr>
      <p:pic>
        <p:nvPicPr>
          <p:cNvPr id="159" name="Google Shape;159;p37"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160" name="Google Shape;160;p37"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161" name="Google Shape;161;p37"/>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7"/>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37"/>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64" name="Google Shape;164;p37"/>
          <p:cNvSpPr txBox="1">
            <a:spLocks noGrp="1"/>
          </p:cNvSpPr>
          <p:nvPr>
            <p:ph type="body" idx="1"/>
          </p:nvPr>
        </p:nvSpPr>
        <p:spPr>
          <a:xfrm>
            <a:off x="680325" y="2336873"/>
            <a:ext cx="4698359" cy="359931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65" name="Google Shape;165;p37"/>
          <p:cNvSpPr txBox="1">
            <a:spLocks noGrp="1"/>
          </p:cNvSpPr>
          <p:nvPr>
            <p:ph type="body" idx="2"/>
          </p:nvPr>
        </p:nvSpPr>
        <p:spPr>
          <a:xfrm>
            <a:off x="5594125" y="2336873"/>
            <a:ext cx="4700059" cy="359931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66" name="Google Shape;166;p37"/>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37"/>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37"/>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69"/>
        <p:cNvGrpSpPr/>
        <p:nvPr/>
      </p:nvGrpSpPr>
      <p:grpSpPr>
        <a:xfrm>
          <a:off x="0" y="0"/>
          <a:ext cx="0" cy="0"/>
          <a:chOff x="0" y="0"/>
          <a:chExt cx="0" cy="0"/>
        </a:xfrm>
      </p:grpSpPr>
      <p:pic>
        <p:nvPicPr>
          <p:cNvPr id="170" name="Google Shape;170;p38"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171" name="Google Shape;171;p38"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172" name="Google Shape;172;p38"/>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38"/>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38"/>
          <p:cNvSpPr txBox="1">
            <a:spLocks noGrp="1"/>
          </p:cNvSpPr>
          <p:nvPr>
            <p:ph type="title"/>
          </p:nvPr>
        </p:nvSpPr>
        <p:spPr>
          <a:xfrm>
            <a:off x="680325" y="753237"/>
            <a:ext cx="9613863" cy="108093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5" name="Google Shape;175;p38"/>
          <p:cNvSpPr txBox="1">
            <a:spLocks noGrp="1"/>
          </p:cNvSpPr>
          <p:nvPr>
            <p:ph type="body" idx="1"/>
          </p:nvPr>
        </p:nvSpPr>
        <p:spPr>
          <a:xfrm>
            <a:off x="906355" y="2336881"/>
            <a:ext cx="4472327" cy="69313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6" name="Google Shape;176;p38"/>
          <p:cNvSpPr txBox="1">
            <a:spLocks noGrp="1"/>
          </p:cNvSpPr>
          <p:nvPr>
            <p:ph type="body" idx="2"/>
          </p:nvPr>
        </p:nvSpPr>
        <p:spPr>
          <a:xfrm>
            <a:off x="680325" y="3030016"/>
            <a:ext cx="4698355" cy="29061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77" name="Google Shape;177;p38"/>
          <p:cNvSpPr txBox="1">
            <a:spLocks noGrp="1"/>
          </p:cNvSpPr>
          <p:nvPr>
            <p:ph type="body" idx="3"/>
          </p:nvPr>
        </p:nvSpPr>
        <p:spPr>
          <a:xfrm>
            <a:off x="5820155" y="2336873"/>
            <a:ext cx="4474028" cy="69207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8" name="Google Shape;178;p38"/>
          <p:cNvSpPr txBox="1">
            <a:spLocks noGrp="1"/>
          </p:cNvSpPr>
          <p:nvPr>
            <p:ph type="body" idx="4"/>
          </p:nvPr>
        </p:nvSpPr>
        <p:spPr>
          <a:xfrm>
            <a:off x="5594125" y="3030016"/>
            <a:ext cx="4700059" cy="29061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79" name="Google Shape;179;p38"/>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38"/>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38"/>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82"/>
        <p:cNvGrpSpPr/>
        <p:nvPr/>
      </p:nvGrpSpPr>
      <p:grpSpPr>
        <a:xfrm>
          <a:off x="0" y="0"/>
          <a:ext cx="0" cy="0"/>
          <a:chOff x="0" y="0"/>
          <a:chExt cx="0" cy="0"/>
        </a:xfrm>
      </p:grpSpPr>
      <p:pic>
        <p:nvPicPr>
          <p:cNvPr id="183" name="Google Shape;183;p39"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184" name="Google Shape;184;p39"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185" name="Google Shape;185;p39"/>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9"/>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39"/>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8" name="Google Shape;188;p39"/>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p39"/>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39"/>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91"/>
        <p:cNvGrpSpPr/>
        <p:nvPr/>
      </p:nvGrpSpPr>
      <p:grpSpPr>
        <a:xfrm>
          <a:off x="0" y="0"/>
          <a:ext cx="0" cy="0"/>
          <a:chOff x="0" y="0"/>
          <a:chExt cx="0" cy="0"/>
        </a:xfrm>
      </p:grpSpPr>
      <p:pic>
        <p:nvPicPr>
          <p:cNvPr id="192" name="Google Shape;192;p40" descr="HD-ShadowShort.png"/>
          <p:cNvPicPr preferRelativeResize="0"/>
          <p:nvPr/>
        </p:nvPicPr>
        <p:blipFill rotWithShape="1">
          <a:blip r:embed="rId2">
            <a:alphaModFix/>
          </a:blip>
          <a:srcRect/>
          <a:stretch/>
        </p:blipFill>
        <p:spPr>
          <a:xfrm>
            <a:off x="10585454" y="1971679"/>
            <a:ext cx="1603375" cy="144463"/>
          </a:xfrm>
          <a:prstGeom prst="rect">
            <a:avLst/>
          </a:prstGeom>
          <a:noFill/>
          <a:ln>
            <a:noFill/>
          </a:ln>
        </p:spPr>
      </p:pic>
      <p:sp>
        <p:nvSpPr>
          <p:cNvPr id="193" name="Google Shape;193;p40"/>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40"/>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40"/>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40"/>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ido con leyenda" type="objTx">
  <p:cSld name="OBJECT_WITH_CAPTION_TEXT">
    <p:spTree>
      <p:nvGrpSpPr>
        <p:cNvPr id="1" name="Shape 197"/>
        <p:cNvGrpSpPr/>
        <p:nvPr/>
      </p:nvGrpSpPr>
      <p:grpSpPr>
        <a:xfrm>
          <a:off x="0" y="0"/>
          <a:ext cx="0" cy="0"/>
          <a:chOff x="0" y="0"/>
          <a:chExt cx="0" cy="0"/>
        </a:xfrm>
      </p:grpSpPr>
      <p:pic>
        <p:nvPicPr>
          <p:cNvPr id="198" name="Google Shape;198;p41"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199" name="Google Shape;199;p41"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200" name="Google Shape;200;p41"/>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41"/>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41"/>
          <p:cNvSpPr txBox="1">
            <a:spLocks noGrp="1"/>
          </p:cNvSpPr>
          <p:nvPr>
            <p:ph type="title"/>
          </p:nvPr>
        </p:nvSpPr>
        <p:spPr>
          <a:xfrm>
            <a:off x="680321" y="753227"/>
            <a:ext cx="9613859" cy="10809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03" name="Google Shape;203;p41"/>
          <p:cNvSpPr txBox="1">
            <a:spLocks noGrp="1"/>
          </p:cNvSpPr>
          <p:nvPr>
            <p:ph type="body" idx="1"/>
          </p:nvPr>
        </p:nvSpPr>
        <p:spPr>
          <a:xfrm>
            <a:off x="4685847" y="2336880"/>
            <a:ext cx="5608336" cy="359931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04" name="Google Shape;204;p41"/>
          <p:cNvSpPr txBox="1">
            <a:spLocks noGrp="1"/>
          </p:cNvSpPr>
          <p:nvPr>
            <p:ph type="body" idx="2"/>
          </p:nvPr>
        </p:nvSpPr>
        <p:spPr>
          <a:xfrm>
            <a:off x="680326" y="2336878"/>
            <a:ext cx="3790079" cy="359931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05" name="Google Shape;205;p41"/>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41"/>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p41"/>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n con leyenda" type="picTx">
  <p:cSld name="PICTURE_WITH_CAPTION_TEXT">
    <p:spTree>
      <p:nvGrpSpPr>
        <p:cNvPr id="1" name="Shape 208"/>
        <p:cNvGrpSpPr/>
        <p:nvPr/>
      </p:nvGrpSpPr>
      <p:grpSpPr>
        <a:xfrm>
          <a:off x="0" y="0"/>
          <a:ext cx="0" cy="0"/>
          <a:chOff x="0" y="0"/>
          <a:chExt cx="0" cy="0"/>
        </a:xfrm>
      </p:grpSpPr>
      <p:pic>
        <p:nvPicPr>
          <p:cNvPr id="209" name="Google Shape;209;p42"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210" name="Google Shape;210;p42"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211" name="Google Shape;211;p42"/>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42"/>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42"/>
          <p:cNvSpPr txBox="1">
            <a:spLocks noGrp="1"/>
          </p:cNvSpPr>
          <p:nvPr>
            <p:ph type="title"/>
          </p:nvPr>
        </p:nvSpPr>
        <p:spPr>
          <a:xfrm>
            <a:off x="680328" y="753228"/>
            <a:ext cx="9613857"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4" name="Google Shape;214;p42"/>
          <p:cNvSpPr>
            <a:spLocks noGrp="1"/>
          </p:cNvSpPr>
          <p:nvPr>
            <p:ph type="pic" idx="2"/>
          </p:nvPr>
        </p:nvSpPr>
        <p:spPr>
          <a:xfrm>
            <a:off x="4868338" y="2336874"/>
            <a:ext cx="5425849" cy="3599312"/>
          </a:xfrm>
          <a:prstGeom prst="rect">
            <a:avLst/>
          </a:prstGeom>
          <a:noFill/>
          <a:ln>
            <a:noFill/>
          </a:ln>
          <a:effectLst>
            <a:outerShdw blurRad="76200" dist="63500" dir="5040000" algn="tl" rotWithShape="0">
              <a:srgbClr val="000000">
                <a:alpha val="40392"/>
              </a:srgbClr>
            </a:outerShdw>
          </a:effectLst>
        </p:spPr>
      </p:sp>
      <p:sp>
        <p:nvSpPr>
          <p:cNvPr id="215" name="Google Shape;215;p42"/>
          <p:cNvSpPr txBox="1">
            <a:spLocks noGrp="1"/>
          </p:cNvSpPr>
          <p:nvPr>
            <p:ph type="body" idx="1"/>
          </p:nvPr>
        </p:nvSpPr>
        <p:spPr>
          <a:xfrm>
            <a:off x="680323" y="2336879"/>
            <a:ext cx="3876256" cy="35993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16" name="Google Shape;216;p42"/>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42"/>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42"/>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ista panorámica con leyenda">
  <p:cSld name="Vista panorámica con leyenda">
    <p:spTree>
      <p:nvGrpSpPr>
        <p:cNvPr id="1" name="Shape 219"/>
        <p:cNvGrpSpPr/>
        <p:nvPr/>
      </p:nvGrpSpPr>
      <p:grpSpPr>
        <a:xfrm>
          <a:off x="0" y="0"/>
          <a:ext cx="0" cy="0"/>
          <a:chOff x="0" y="0"/>
          <a:chExt cx="0" cy="0"/>
        </a:xfrm>
      </p:grpSpPr>
      <p:pic>
        <p:nvPicPr>
          <p:cNvPr id="220" name="Google Shape;220;p43" descr="HD-ShadowLong.png"/>
          <p:cNvPicPr preferRelativeResize="0"/>
          <p:nvPr/>
        </p:nvPicPr>
        <p:blipFill rotWithShape="1">
          <a:blip r:embed="rId2">
            <a:alphaModFix/>
          </a:blip>
          <a:srcRect/>
          <a:stretch/>
        </p:blipFill>
        <p:spPr>
          <a:xfrm>
            <a:off x="0" y="5929319"/>
            <a:ext cx="10437813" cy="320675"/>
          </a:xfrm>
          <a:prstGeom prst="rect">
            <a:avLst/>
          </a:prstGeom>
          <a:noFill/>
          <a:ln>
            <a:noFill/>
          </a:ln>
        </p:spPr>
      </p:pic>
      <p:pic>
        <p:nvPicPr>
          <p:cNvPr id="221" name="Google Shape;221;p43" descr="HD-ShadowShort.png"/>
          <p:cNvPicPr preferRelativeResize="0"/>
          <p:nvPr/>
        </p:nvPicPr>
        <p:blipFill rotWithShape="1">
          <a:blip r:embed="rId3">
            <a:alphaModFix/>
          </a:blip>
          <a:srcRect/>
          <a:stretch/>
        </p:blipFill>
        <p:spPr>
          <a:xfrm>
            <a:off x="10585454" y="5929313"/>
            <a:ext cx="1603375" cy="144462"/>
          </a:xfrm>
          <a:prstGeom prst="rect">
            <a:avLst/>
          </a:prstGeom>
          <a:noFill/>
          <a:ln>
            <a:noFill/>
          </a:ln>
        </p:spPr>
      </p:pic>
      <p:sp>
        <p:nvSpPr>
          <p:cNvPr id="222" name="Google Shape;222;p43"/>
          <p:cNvSpPr/>
          <p:nvPr/>
        </p:nvSpPr>
        <p:spPr>
          <a:xfrm>
            <a:off x="0" y="4567244"/>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43"/>
          <p:cNvSpPr/>
          <p:nvPr/>
        </p:nvSpPr>
        <p:spPr>
          <a:xfrm>
            <a:off x="10585454" y="4567244"/>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43"/>
          <p:cNvSpPr txBox="1">
            <a:spLocks noGrp="1"/>
          </p:cNvSpPr>
          <p:nvPr>
            <p:ph type="title"/>
          </p:nvPr>
        </p:nvSpPr>
        <p:spPr>
          <a:xfrm>
            <a:off x="680325" y="4711624"/>
            <a:ext cx="9613859" cy="4530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25" name="Google Shape;225;p43"/>
          <p:cNvSpPr>
            <a:spLocks noGrp="1"/>
          </p:cNvSpPr>
          <p:nvPr>
            <p:ph type="pic" idx="2"/>
          </p:nvPr>
        </p:nvSpPr>
        <p:spPr>
          <a:xfrm>
            <a:off x="680325" y="609605"/>
            <a:ext cx="9613859" cy="3589575"/>
          </a:xfrm>
          <a:prstGeom prst="rect">
            <a:avLst/>
          </a:prstGeom>
          <a:noFill/>
          <a:ln>
            <a:noFill/>
          </a:ln>
          <a:effectLst>
            <a:outerShdw blurRad="76200" dist="63500" dir="5040000" algn="tl" rotWithShape="0">
              <a:srgbClr val="000000">
                <a:alpha val="40392"/>
              </a:srgbClr>
            </a:outerShdw>
          </a:effectLst>
        </p:spPr>
      </p:sp>
      <p:sp>
        <p:nvSpPr>
          <p:cNvPr id="226" name="Google Shape;226;p43"/>
          <p:cNvSpPr txBox="1">
            <a:spLocks noGrp="1"/>
          </p:cNvSpPr>
          <p:nvPr>
            <p:ph type="body" idx="1"/>
          </p:nvPr>
        </p:nvSpPr>
        <p:spPr>
          <a:xfrm>
            <a:off x="680323" y="5169591"/>
            <a:ext cx="9613863" cy="62297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27" name="Google Shape;227;p43"/>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43"/>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43"/>
          <p:cNvSpPr txBox="1">
            <a:spLocks noGrp="1"/>
          </p:cNvSpPr>
          <p:nvPr>
            <p:ph type="sldNum" idx="12"/>
          </p:nvPr>
        </p:nvSpPr>
        <p:spPr>
          <a:xfrm>
            <a:off x="10729913" y="4711706"/>
            <a:ext cx="1154112" cy="10906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ítulo y leyenda">
  <p:cSld name="Título y leyenda">
    <p:spTree>
      <p:nvGrpSpPr>
        <p:cNvPr id="1" name="Shape 230"/>
        <p:cNvGrpSpPr/>
        <p:nvPr/>
      </p:nvGrpSpPr>
      <p:grpSpPr>
        <a:xfrm>
          <a:off x="0" y="0"/>
          <a:ext cx="0" cy="0"/>
          <a:chOff x="0" y="0"/>
          <a:chExt cx="0" cy="0"/>
        </a:xfrm>
      </p:grpSpPr>
      <p:pic>
        <p:nvPicPr>
          <p:cNvPr id="231" name="Google Shape;231;p44" descr="HD-ShadowLong.png"/>
          <p:cNvPicPr preferRelativeResize="0"/>
          <p:nvPr/>
        </p:nvPicPr>
        <p:blipFill rotWithShape="1">
          <a:blip r:embed="rId2">
            <a:alphaModFix/>
          </a:blip>
          <a:srcRect/>
          <a:stretch/>
        </p:blipFill>
        <p:spPr>
          <a:xfrm>
            <a:off x="0" y="5929319"/>
            <a:ext cx="10437813" cy="320675"/>
          </a:xfrm>
          <a:prstGeom prst="rect">
            <a:avLst/>
          </a:prstGeom>
          <a:noFill/>
          <a:ln>
            <a:noFill/>
          </a:ln>
        </p:spPr>
      </p:pic>
      <p:pic>
        <p:nvPicPr>
          <p:cNvPr id="232" name="Google Shape;232;p44" descr="HD-ShadowShort.png"/>
          <p:cNvPicPr preferRelativeResize="0"/>
          <p:nvPr/>
        </p:nvPicPr>
        <p:blipFill rotWithShape="1">
          <a:blip r:embed="rId3">
            <a:alphaModFix/>
          </a:blip>
          <a:srcRect/>
          <a:stretch/>
        </p:blipFill>
        <p:spPr>
          <a:xfrm>
            <a:off x="10585454" y="5929313"/>
            <a:ext cx="1603375" cy="144462"/>
          </a:xfrm>
          <a:prstGeom prst="rect">
            <a:avLst/>
          </a:prstGeom>
          <a:noFill/>
          <a:ln>
            <a:noFill/>
          </a:ln>
        </p:spPr>
      </p:pic>
      <p:sp>
        <p:nvSpPr>
          <p:cNvPr id="233" name="Google Shape;233;p44"/>
          <p:cNvSpPr/>
          <p:nvPr/>
        </p:nvSpPr>
        <p:spPr>
          <a:xfrm>
            <a:off x="0" y="4567244"/>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44"/>
          <p:cNvSpPr/>
          <p:nvPr/>
        </p:nvSpPr>
        <p:spPr>
          <a:xfrm>
            <a:off x="10585454" y="4567244"/>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44"/>
          <p:cNvSpPr txBox="1">
            <a:spLocks noGrp="1"/>
          </p:cNvSpPr>
          <p:nvPr>
            <p:ph type="title"/>
          </p:nvPr>
        </p:nvSpPr>
        <p:spPr>
          <a:xfrm>
            <a:off x="680321" y="609597"/>
            <a:ext cx="9613859" cy="35927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6" name="Google Shape;236;p44"/>
          <p:cNvSpPr txBox="1">
            <a:spLocks noGrp="1"/>
          </p:cNvSpPr>
          <p:nvPr>
            <p:ph type="body" idx="1"/>
          </p:nvPr>
        </p:nvSpPr>
        <p:spPr>
          <a:xfrm>
            <a:off x="680325" y="4711623"/>
            <a:ext cx="9613859" cy="1090789"/>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37" name="Google Shape;237;p44"/>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44"/>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44"/>
          <p:cNvSpPr txBox="1">
            <a:spLocks noGrp="1"/>
          </p:cNvSpPr>
          <p:nvPr>
            <p:ph type="sldNum" idx="12"/>
          </p:nvPr>
        </p:nvSpPr>
        <p:spPr>
          <a:xfrm>
            <a:off x="10729913" y="4711706"/>
            <a:ext cx="1154112" cy="10906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ita con leyenda">
  <p:cSld name="Cita con leyenda">
    <p:spTree>
      <p:nvGrpSpPr>
        <p:cNvPr id="1" name="Shape 240"/>
        <p:cNvGrpSpPr/>
        <p:nvPr/>
      </p:nvGrpSpPr>
      <p:grpSpPr>
        <a:xfrm>
          <a:off x="0" y="0"/>
          <a:ext cx="0" cy="0"/>
          <a:chOff x="0" y="0"/>
          <a:chExt cx="0" cy="0"/>
        </a:xfrm>
      </p:grpSpPr>
      <p:pic>
        <p:nvPicPr>
          <p:cNvPr id="241" name="Google Shape;241;p45" descr="HD-ShadowLong.png"/>
          <p:cNvPicPr preferRelativeResize="0"/>
          <p:nvPr/>
        </p:nvPicPr>
        <p:blipFill rotWithShape="1">
          <a:blip r:embed="rId2">
            <a:alphaModFix/>
          </a:blip>
          <a:srcRect/>
          <a:stretch/>
        </p:blipFill>
        <p:spPr>
          <a:xfrm>
            <a:off x="0" y="5929319"/>
            <a:ext cx="10437813" cy="320675"/>
          </a:xfrm>
          <a:prstGeom prst="rect">
            <a:avLst/>
          </a:prstGeom>
          <a:noFill/>
          <a:ln>
            <a:noFill/>
          </a:ln>
        </p:spPr>
      </p:pic>
      <p:pic>
        <p:nvPicPr>
          <p:cNvPr id="242" name="Google Shape;242;p45" descr="HD-ShadowShort.png"/>
          <p:cNvPicPr preferRelativeResize="0"/>
          <p:nvPr/>
        </p:nvPicPr>
        <p:blipFill rotWithShape="1">
          <a:blip r:embed="rId3">
            <a:alphaModFix/>
          </a:blip>
          <a:srcRect/>
          <a:stretch/>
        </p:blipFill>
        <p:spPr>
          <a:xfrm>
            <a:off x="10585454" y="5929313"/>
            <a:ext cx="1603375" cy="144462"/>
          </a:xfrm>
          <a:prstGeom prst="rect">
            <a:avLst/>
          </a:prstGeom>
          <a:noFill/>
          <a:ln>
            <a:noFill/>
          </a:ln>
        </p:spPr>
      </p:pic>
      <p:sp>
        <p:nvSpPr>
          <p:cNvPr id="243" name="Google Shape;243;p45"/>
          <p:cNvSpPr/>
          <p:nvPr/>
        </p:nvSpPr>
        <p:spPr>
          <a:xfrm>
            <a:off x="0" y="4567244"/>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45"/>
          <p:cNvSpPr/>
          <p:nvPr/>
        </p:nvSpPr>
        <p:spPr>
          <a:xfrm>
            <a:off x="10585454" y="4567244"/>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45"/>
          <p:cNvSpPr txBox="1"/>
          <p:nvPr/>
        </p:nvSpPr>
        <p:spPr>
          <a:xfrm>
            <a:off x="584200" y="747717"/>
            <a:ext cx="609600" cy="5857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7200"/>
              <a:buFont typeface="Trebuchet MS"/>
              <a:buNone/>
            </a:pPr>
            <a:r>
              <a:rPr lang="es-ES" sz="7200" b="0" i="0" u="none" strike="noStrike" cap="none">
                <a:solidFill>
                  <a:schemeClr val="lt1"/>
                </a:solidFill>
                <a:latin typeface="Trebuchet MS"/>
                <a:ea typeface="Trebuchet MS"/>
                <a:cs typeface="Trebuchet MS"/>
                <a:sym typeface="Trebuchet MS"/>
              </a:rPr>
              <a:t>“</a:t>
            </a:r>
            <a:endParaRPr sz="1400" b="0" i="0" u="none" strike="noStrike" cap="none">
              <a:solidFill>
                <a:srgbClr val="000000"/>
              </a:solidFill>
              <a:latin typeface="Arial"/>
              <a:ea typeface="Arial"/>
              <a:cs typeface="Arial"/>
              <a:sym typeface="Arial"/>
            </a:endParaRPr>
          </a:p>
        </p:txBody>
      </p:sp>
      <p:sp>
        <p:nvSpPr>
          <p:cNvPr id="246" name="Google Shape;246;p45"/>
          <p:cNvSpPr txBox="1"/>
          <p:nvPr/>
        </p:nvSpPr>
        <p:spPr>
          <a:xfrm>
            <a:off x="9663113" y="3033713"/>
            <a:ext cx="609600" cy="584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7200"/>
              <a:buFont typeface="Trebuchet MS"/>
              <a:buNone/>
            </a:pPr>
            <a:r>
              <a:rPr lang="es-ES" sz="7200" b="0" i="0" u="none" strike="noStrike" cap="none">
                <a:solidFill>
                  <a:schemeClr val="lt1"/>
                </a:solidFill>
                <a:latin typeface="Trebuchet MS"/>
                <a:ea typeface="Trebuchet MS"/>
                <a:cs typeface="Trebuchet MS"/>
                <a:sym typeface="Trebuchet MS"/>
              </a:rPr>
              <a:t>”</a:t>
            </a:r>
            <a:endParaRPr sz="1400" b="0" i="0" u="none" strike="noStrike" cap="none">
              <a:solidFill>
                <a:srgbClr val="000000"/>
              </a:solidFill>
              <a:latin typeface="Arial"/>
              <a:ea typeface="Arial"/>
              <a:cs typeface="Arial"/>
              <a:sym typeface="Arial"/>
            </a:endParaRPr>
          </a:p>
        </p:txBody>
      </p:sp>
      <p:sp>
        <p:nvSpPr>
          <p:cNvPr id="247" name="Google Shape;247;p45"/>
          <p:cNvSpPr txBox="1">
            <a:spLocks noGrp="1"/>
          </p:cNvSpPr>
          <p:nvPr>
            <p:ph type="title"/>
          </p:nvPr>
        </p:nvSpPr>
        <p:spPr>
          <a:xfrm>
            <a:off x="1127856" y="609605"/>
            <a:ext cx="8718877" cy="303606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8" name="Google Shape;248;p45"/>
          <p:cNvSpPr txBox="1">
            <a:spLocks noGrp="1"/>
          </p:cNvSpPr>
          <p:nvPr>
            <p:ph type="body" idx="1"/>
          </p:nvPr>
        </p:nvSpPr>
        <p:spPr>
          <a:xfrm>
            <a:off x="1402289" y="3653379"/>
            <a:ext cx="8156579" cy="5489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49" name="Google Shape;249;p45"/>
          <p:cNvSpPr txBox="1">
            <a:spLocks noGrp="1"/>
          </p:cNvSpPr>
          <p:nvPr>
            <p:ph type="body" idx="2"/>
          </p:nvPr>
        </p:nvSpPr>
        <p:spPr>
          <a:xfrm>
            <a:off x="680325" y="4711623"/>
            <a:ext cx="9613859" cy="1090789"/>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50" name="Google Shape;250;p45"/>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45"/>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2" name="Google Shape;252;p45"/>
          <p:cNvSpPr txBox="1">
            <a:spLocks noGrp="1"/>
          </p:cNvSpPr>
          <p:nvPr>
            <p:ph type="sldNum" idx="12"/>
          </p:nvPr>
        </p:nvSpPr>
        <p:spPr>
          <a:xfrm>
            <a:off x="10729913" y="4710113"/>
            <a:ext cx="1154112" cy="1090612"/>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253"/>
        <p:cNvGrpSpPr/>
        <p:nvPr/>
      </p:nvGrpSpPr>
      <p:grpSpPr>
        <a:xfrm>
          <a:off x="0" y="0"/>
          <a:ext cx="0" cy="0"/>
          <a:chOff x="0" y="0"/>
          <a:chExt cx="0" cy="0"/>
        </a:xfrm>
      </p:grpSpPr>
      <p:pic>
        <p:nvPicPr>
          <p:cNvPr id="254" name="Google Shape;254;p46" descr="HD-ShadowLong.png"/>
          <p:cNvPicPr preferRelativeResize="0"/>
          <p:nvPr/>
        </p:nvPicPr>
        <p:blipFill rotWithShape="1">
          <a:blip r:embed="rId2">
            <a:alphaModFix/>
          </a:blip>
          <a:srcRect/>
          <a:stretch/>
        </p:blipFill>
        <p:spPr>
          <a:xfrm>
            <a:off x="0" y="5929319"/>
            <a:ext cx="10437813" cy="320675"/>
          </a:xfrm>
          <a:prstGeom prst="rect">
            <a:avLst/>
          </a:prstGeom>
          <a:noFill/>
          <a:ln>
            <a:noFill/>
          </a:ln>
        </p:spPr>
      </p:pic>
      <p:pic>
        <p:nvPicPr>
          <p:cNvPr id="255" name="Google Shape;255;p46" descr="HD-ShadowShort.png"/>
          <p:cNvPicPr preferRelativeResize="0"/>
          <p:nvPr/>
        </p:nvPicPr>
        <p:blipFill rotWithShape="1">
          <a:blip r:embed="rId3">
            <a:alphaModFix/>
          </a:blip>
          <a:srcRect/>
          <a:stretch/>
        </p:blipFill>
        <p:spPr>
          <a:xfrm>
            <a:off x="10585454" y="5929313"/>
            <a:ext cx="1603375" cy="144462"/>
          </a:xfrm>
          <a:prstGeom prst="rect">
            <a:avLst/>
          </a:prstGeom>
          <a:noFill/>
          <a:ln>
            <a:noFill/>
          </a:ln>
        </p:spPr>
      </p:pic>
      <p:sp>
        <p:nvSpPr>
          <p:cNvPr id="256" name="Google Shape;256;p46"/>
          <p:cNvSpPr/>
          <p:nvPr/>
        </p:nvSpPr>
        <p:spPr>
          <a:xfrm>
            <a:off x="0" y="4567244"/>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46"/>
          <p:cNvSpPr/>
          <p:nvPr/>
        </p:nvSpPr>
        <p:spPr>
          <a:xfrm>
            <a:off x="10585454" y="4567244"/>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46"/>
          <p:cNvSpPr txBox="1">
            <a:spLocks noGrp="1"/>
          </p:cNvSpPr>
          <p:nvPr>
            <p:ph type="title"/>
          </p:nvPr>
        </p:nvSpPr>
        <p:spPr>
          <a:xfrm>
            <a:off x="680323" y="4711623"/>
            <a:ext cx="9613863" cy="58853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9" name="Google Shape;259;p46"/>
          <p:cNvSpPr txBox="1">
            <a:spLocks noGrp="1"/>
          </p:cNvSpPr>
          <p:nvPr>
            <p:ph type="body" idx="1"/>
          </p:nvPr>
        </p:nvSpPr>
        <p:spPr>
          <a:xfrm>
            <a:off x="680325" y="5300157"/>
            <a:ext cx="9613863" cy="50225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260" name="Google Shape;260;p46"/>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1" name="Google Shape;261;p46"/>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2" name="Google Shape;262;p46"/>
          <p:cNvSpPr txBox="1">
            <a:spLocks noGrp="1"/>
          </p:cNvSpPr>
          <p:nvPr>
            <p:ph type="sldNum" idx="12"/>
          </p:nvPr>
        </p:nvSpPr>
        <p:spPr>
          <a:xfrm>
            <a:off x="10729913" y="4710113"/>
            <a:ext cx="1154112" cy="1090612"/>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 columnas">
  <p:cSld name="3 columnas">
    <p:spTree>
      <p:nvGrpSpPr>
        <p:cNvPr id="1" name="Shape 263"/>
        <p:cNvGrpSpPr/>
        <p:nvPr/>
      </p:nvGrpSpPr>
      <p:grpSpPr>
        <a:xfrm>
          <a:off x="0" y="0"/>
          <a:ext cx="0" cy="0"/>
          <a:chOff x="0" y="0"/>
          <a:chExt cx="0" cy="0"/>
        </a:xfrm>
      </p:grpSpPr>
      <p:pic>
        <p:nvPicPr>
          <p:cNvPr id="264" name="Google Shape;264;p47"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265" name="Google Shape;265;p47"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266" name="Google Shape;266;p47"/>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47"/>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47"/>
          <p:cNvSpPr txBox="1">
            <a:spLocks noGrp="1"/>
          </p:cNvSpPr>
          <p:nvPr>
            <p:ph type="title"/>
          </p:nvPr>
        </p:nvSpPr>
        <p:spPr>
          <a:xfrm>
            <a:off x="669221" y="753228"/>
            <a:ext cx="9624960" cy="108093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69" name="Google Shape;269;p47"/>
          <p:cNvSpPr txBox="1">
            <a:spLocks noGrp="1"/>
          </p:cNvSpPr>
          <p:nvPr>
            <p:ph type="body" idx="1"/>
          </p:nvPr>
        </p:nvSpPr>
        <p:spPr>
          <a:xfrm>
            <a:off x="660945" y="2336873"/>
            <a:ext cx="307003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70" name="Google Shape;270;p47"/>
          <p:cNvSpPr txBox="1">
            <a:spLocks noGrp="1"/>
          </p:cNvSpPr>
          <p:nvPr>
            <p:ph type="body" idx="2"/>
          </p:nvPr>
        </p:nvSpPr>
        <p:spPr>
          <a:xfrm>
            <a:off x="680326" y="3022681"/>
            <a:ext cx="3049703"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271" name="Google Shape;271;p47"/>
          <p:cNvSpPr txBox="1">
            <a:spLocks noGrp="1"/>
          </p:cNvSpPr>
          <p:nvPr>
            <p:ph type="body" idx="3"/>
          </p:nvPr>
        </p:nvSpPr>
        <p:spPr>
          <a:xfrm>
            <a:off x="3956025" y="2336873"/>
            <a:ext cx="3063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72" name="Google Shape;272;p47"/>
          <p:cNvSpPr txBox="1">
            <a:spLocks noGrp="1"/>
          </p:cNvSpPr>
          <p:nvPr>
            <p:ph type="body" idx="4"/>
          </p:nvPr>
        </p:nvSpPr>
        <p:spPr>
          <a:xfrm>
            <a:off x="3945471" y="3022681"/>
            <a:ext cx="3063240"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273" name="Google Shape;273;p47"/>
          <p:cNvSpPr txBox="1">
            <a:spLocks noGrp="1"/>
          </p:cNvSpPr>
          <p:nvPr>
            <p:ph type="body" idx="5"/>
          </p:nvPr>
        </p:nvSpPr>
        <p:spPr>
          <a:xfrm>
            <a:off x="7224161" y="2336873"/>
            <a:ext cx="307002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74" name="Google Shape;274;p47"/>
          <p:cNvSpPr txBox="1">
            <a:spLocks noGrp="1"/>
          </p:cNvSpPr>
          <p:nvPr>
            <p:ph type="body" idx="6"/>
          </p:nvPr>
        </p:nvSpPr>
        <p:spPr>
          <a:xfrm>
            <a:off x="7224161" y="3022681"/>
            <a:ext cx="3070025"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275" name="Google Shape;275;p47"/>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6" name="Google Shape;276;p47"/>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47"/>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lumna de 3 imágenes">
  <p:cSld name="Columna de 3 imágenes">
    <p:spTree>
      <p:nvGrpSpPr>
        <p:cNvPr id="1" name="Shape 278"/>
        <p:cNvGrpSpPr/>
        <p:nvPr/>
      </p:nvGrpSpPr>
      <p:grpSpPr>
        <a:xfrm>
          <a:off x="0" y="0"/>
          <a:ext cx="0" cy="0"/>
          <a:chOff x="0" y="0"/>
          <a:chExt cx="0" cy="0"/>
        </a:xfrm>
      </p:grpSpPr>
      <p:pic>
        <p:nvPicPr>
          <p:cNvPr id="279" name="Google Shape;279;p48"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280" name="Google Shape;280;p48"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281" name="Google Shape;281;p48"/>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48"/>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48"/>
          <p:cNvSpPr txBox="1">
            <a:spLocks noGrp="1"/>
          </p:cNvSpPr>
          <p:nvPr>
            <p:ph type="title"/>
          </p:nvPr>
        </p:nvSpPr>
        <p:spPr>
          <a:xfrm>
            <a:off x="680323" y="753228"/>
            <a:ext cx="9613860" cy="108093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4" name="Google Shape;284;p48"/>
          <p:cNvSpPr txBox="1">
            <a:spLocks noGrp="1"/>
          </p:cNvSpPr>
          <p:nvPr>
            <p:ph type="body" idx="1"/>
          </p:nvPr>
        </p:nvSpPr>
        <p:spPr>
          <a:xfrm>
            <a:off x="680324" y="4297503"/>
            <a:ext cx="304970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85" name="Google Shape;285;p48"/>
          <p:cNvSpPr>
            <a:spLocks noGrp="1"/>
          </p:cNvSpPr>
          <p:nvPr>
            <p:ph type="pic" idx="2"/>
          </p:nvPr>
        </p:nvSpPr>
        <p:spPr>
          <a:xfrm>
            <a:off x="680324" y="2336873"/>
            <a:ext cx="3049705" cy="1524000"/>
          </a:xfrm>
          <a:prstGeom prst="roundRect">
            <a:avLst>
              <a:gd name="adj" fmla="val 0"/>
            </a:avLst>
          </a:prstGeom>
          <a:noFill/>
          <a:ln>
            <a:noFill/>
          </a:ln>
          <a:effectLst>
            <a:outerShdw blurRad="50800" dist="50800" dir="5400000" algn="tl" rotWithShape="0">
              <a:srgbClr val="000000">
                <a:alpha val="42352"/>
              </a:srgbClr>
            </a:outerShdw>
          </a:effectLst>
        </p:spPr>
      </p:sp>
      <p:sp>
        <p:nvSpPr>
          <p:cNvPr id="286" name="Google Shape;286;p48"/>
          <p:cNvSpPr txBox="1">
            <a:spLocks noGrp="1"/>
          </p:cNvSpPr>
          <p:nvPr>
            <p:ph type="body" idx="3"/>
          </p:nvPr>
        </p:nvSpPr>
        <p:spPr>
          <a:xfrm>
            <a:off x="680324" y="4873765"/>
            <a:ext cx="3049705"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287" name="Google Shape;287;p48"/>
          <p:cNvSpPr txBox="1">
            <a:spLocks noGrp="1"/>
          </p:cNvSpPr>
          <p:nvPr>
            <p:ph type="body" idx="4"/>
          </p:nvPr>
        </p:nvSpPr>
        <p:spPr>
          <a:xfrm>
            <a:off x="3945471" y="4297503"/>
            <a:ext cx="3063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88" name="Google Shape;288;p48"/>
          <p:cNvSpPr>
            <a:spLocks noGrp="1"/>
          </p:cNvSpPr>
          <p:nvPr>
            <p:ph type="pic" idx="5"/>
          </p:nvPr>
        </p:nvSpPr>
        <p:spPr>
          <a:xfrm>
            <a:off x="3945471" y="2336873"/>
            <a:ext cx="3063240" cy="1524000"/>
          </a:xfrm>
          <a:prstGeom prst="roundRect">
            <a:avLst>
              <a:gd name="adj" fmla="val 0"/>
            </a:avLst>
          </a:prstGeom>
          <a:noFill/>
          <a:ln>
            <a:noFill/>
          </a:ln>
          <a:effectLst>
            <a:outerShdw blurRad="50800" dist="50800" dir="5400000" algn="tl" rotWithShape="0">
              <a:srgbClr val="000000">
                <a:alpha val="42352"/>
              </a:srgbClr>
            </a:outerShdw>
          </a:effectLst>
        </p:spPr>
      </p:sp>
      <p:sp>
        <p:nvSpPr>
          <p:cNvPr id="289" name="Google Shape;289;p48"/>
          <p:cNvSpPr txBox="1">
            <a:spLocks noGrp="1"/>
          </p:cNvSpPr>
          <p:nvPr>
            <p:ph type="body" idx="6"/>
          </p:nvPr>
        </p:nvSpPr>
        <p:spPr>
          <a:xfrm>
            <a:off x="3944122" y="4873764"/>
            <a:ext cx="3067297"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290" name="Google Shape;290;p48"/>
          <p:cNvSpPr txBox="1">
            <a:spLocks noGrp="1"/>
          </p:cNvSpPr>
          <p:nvPr>
            <p:ph type="body" idx="7"/>
          </p:nvPr>
        </p:nvSpPr>
        <p:spPr>
          <a:xfrm>
            <a:off x="7230684" y="4297503"/>
            <a:ext cx="306350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91" name="Google Shape;291;p48"/>
          <p:cNvSpPr>
            <a:spLocks noGrp="1"/>
          </p:cNvSpPr>
          <p:nvPr>
            <p:ph type="pic" idx="8"/>
          </p:nvPr>
        </p:nvSpPr>
        <p:spPr>
          <a:xfrm>
            <a:off x="7230682" y="2336873"/>
            <a:ext cx="3063505" cy="1524000"/>
          </a:xfrm>
          <a:prstGeom prst="roundRect">
            <a:avLst>
              <a:gd name="adj" fmla="val 0"/>
            </a:avLst>
          </a:prstGeom>
          <a:noFill/>
          <a:ln>
            <a:noFill/>
          </a:ln>
          <a:effectLst>
            <a:outerShdw blurRad="50800" dist="50800" dir="5400000" algn="tl" rotWithShape="0">
              <a:srgbClr val="000000">
                <a:alpha val="42352"/>
              </a:srgbClr>
            </a:outerShdw>
          </a:effectLst>
        </p:spPr>
      </p:sp>
      <p:sp>
        <p:nvSpPr>
          <p:cNvPr id="292" name="Google Shape;292;p48"/>
          <p:cNvSpPr txBox="1">
            <a:spLocks noGrp="1"/>
          </p:cNvSpPr>
          <p:nvPr>
            <p:ph type="body" idx="9"/>
          </p:nvPr>
        </p:nvSpPr>
        <p:spPr>
          <a:xfrm>
            <a:off x="7230553" y="4873762"/>
            <a:ext cx="3067563"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293" name="Google Shape;293;p48"/>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4" name="Google Shape;294;p48"/>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5" name="Google Shape;295;p48"/>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296"/>
        <p:cNvGrpSpPr/>
        <p:nvPr/>
      </p:nvGrpSpPr>
      <p:grpSpPr>
        <a:xfrm>
          <a:off x="0" y="0"/>
          <a:ext cx="0" cy="0"/>
          <a:chOff x="0" y="0"/>
          <a:chExt cx="0" cy="0"/>
        </a:xfrm>
      </p:grpSpPr>
      <p:pic>
        <p:nvPicPr>
          <p:cNvPr id="297" name="Google Shape;297;p49" descr="HD-ShadowLong.png"/>
          <p:cNvPicPr preferRelativeResize="0"/>
          <p:nvPr/>
        </p:nvPicPr>
        <p:blipFill rotWithShape="1">
          <a:blip r:embed="rId2">
            <a:alphaModFix/>
          </a:blip>
          <a:srcRect/>
          <a:stretch/>
        </p:blipFill>
        <p:spPr>
          <a:xfrm>
            <a:off x="0" y="1970094"/>
            <a:ext cx="10437813" cy="320675"/>
          </a:xfrm>
          <a:prstGeom prst="rect">
            <a:avLst/>
          </a:prstGeom>
          <a:noFill/>
          <a:ln>
            <a:noFill/>
          </a:ln>
        </p:spPr>
      </p:pic>
      <p:pic>
        <p:nvPicPr>
          <p:cNvPr id="298" name="Google Shape;298;p49" descr="HD-ShadowShort.png"/>
          <p:cNvPicPr preferRelativeResize="0"/>
          <p:nvPr/>
        </p:nvPicPr>
        <p:blipFill rotWithShape="1">
          <a:blip r:embed="rId3">
            <a:alphaModFix/>
          </a:blip>
          <a:srcRect/>
          <a:stretch/>
        </p:blipFill>
        <p:spPr>
          <a:xfrm>
            <a:off x="10585454" y="1971679"/>
            <a:ext cx="1603375" cy="144463"/>
          </a:xfrm>
          <a:prstGeom prst="rect">
            <a:avLst/>
          </a:prstGeom>
          <a:noFill/>
          <a:ln>
            <a:noFill/>
          </a:ln>
        </p:spPr>
      </p:pic>
      <p:sp>
        <p:nvSpPr>
          <p:cNvPr id="299" name="Google Shape;299;p49"/>
          <p:cNvSpPr/>
          <p:nvPr/>
        </p:nvSpPr>
        <p:spPr>
          <a:xfrm>
            <a:off x="0" y="609606"/>
            <a:ext cx="10437813"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49"/>
          <p:cNvSpPr/>
          <p:nvPr/>
        </p:nvSpPr>
        <p:spPr>
          <a:xfrm>
            <a:off x="10585454" y="6096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49"/>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2" name="Google Shape;302;p49"/>
          <p:cNvSpPr txBox="1">
            <a:spLocks noGrp="1"/>
          </p:cNvSpPr>
          <p:nvPr>
            <p:ph type="body" idx="1"/>
          </p:nvPr>
        </p:nvSpPr>
        <p:spPr>
          <a:xfrm rot="5400000">
            <a:off x="3688559" y="-670718"/>
            <a:ext cx="3598863" cy="9613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3" name="Google Shape;303;p49"/>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49"/>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5" name="Google Shape;305;p49"/>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ítulo y texto verticales" type="vertTitleAndTx">
  <p:cSld name="VERTICAL_TITLE_AND_VERTICAL_TEXT">
    <p:spTree>
      <p:nvGrpSpPr>
        <p:cNvPr id="1" name="Shape 306"/>
        <p:cNvGrpSpPr/>
        <p:nvPr/>
      </p:nvGrpSpPr>
      <p:grpSpPr>
        <a:xfrm>
          <a:off x="0" y="0"/>
          <a:ext cx="0" cy="0"/>
          <a:chOff x="0" y="0"/>
          <a:chExt cx="0" cy="0"/>
        </a:xfrm>
      </p:grpSpPr>
      <p:sp>
        <p:nvSpPr>
          <p:cNvPr id="307" name="Google Shape;307;p50"/>
          <p:cNvSpPr/>
          <p:nvPr/>
        </p:nvSpPr>
        <p:spPr>
          <a:xfrm rot="5400000">
            <a:off x="8116094" y="1869287"/>
            <a:ext cx="5106988" cy="1368425"/>
          </a:xfrm>
          <a:prstGeom prst="rect">
            <a:avLst/>
          </a:prstGeom>
          <a:solidFill>
            <a:srgbClr val="A200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50"/>
          <p:cNvSpPr/>
          <p:nvPr/>
        </p:nvSpPr>
        <p:spPr>
          <a:xfrm rot="5400000">
            <a:off x="9867905" y="537210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50"/>
          <p:cNvSpPr txBox="1">
            <a:spLocks noGrp="1"/>
          </p:cNvSpPr>
          <p:nvPr>
            <p:ph type="title"/>
          </p:nvPr>
        </p:nvSpPr>
        <p:spPr>
          <a:xfrm rot="5400000">
            <a:off x="8489255" y="2249575"/>
            <a:ext cx="4353760" cy="107380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10" name="Google Shape;310;p50"/>
          <p:cNvSpPr txBox="1">
            <a:spLocks noGrp="1"/>
          </p:cNvSpPr>
          <p:nvPr>
            <p:ph type="body" idx="1"/>
          </p:nvPr>
        </p:nvSpPr>
        <p:spPr>
          <a:xfrm rot="5400000">
            <a:off x="2452029" y="-1162102"/>
            <a:ext cx="5326589" cy="88700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11" name="Google Shape;311;p50"/>
          <p:cNvSpPr txBox="1">
            <a:spLocks noGrp="1"/>
          </p:cNvSpPr>
          <p:nvPr>
            <p:ph type="dt" idx="10"/>
          </p:nvPr>
        </p:nvSpPr>
        <p:spPr>
          <a:xfrm>
            <a:off x="6807200"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2" name="Google Shape;312;p50"/>
          <p:cNvSpPr txBox="1">
            <a:spLocks noGrp="1"/>
          </p:cNvSpPr>
          <p:nvPr>
            <p:ph type="ftr" idx="11"/>
          </p:nvPr>
        </p:nvSpPr>
        <p:spPr>
          <a:xfrm>
            <a:off x="681037" y="5935669"/>
            <a:ext cx="6126163"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3" name="Google Shape;313;p50"/>
          <p:cNvSpPr txBox="1">
            <a:spLocks noGrp="1"/>
          </p:cNvSpPr>
          <p:nvPr>
            <p:ph type="sldNum" idx="12"/>
          </p:nvPr>
        </p:nvSpPr>
        <p:spPr>
          <a:xfrm>
            <a:off x="10098088" y="5399088"/>
            <a:ext cx="1154112" cy="1090612"/>
          </a:xfrm>
          <a:prstGeom prst="rect">
            <a:avLst/>
          </a:prstGeom>
          <a:noFill/>
          <a:ln>
            <a:noFill/>
          </a:ln>
        </p:spPr>
        <p:txBody>
          <a:bodyPr spcFirstLastPara="1" wrap="square" lIns="91425" tIns="45700" rIns="91425" bIns="45700" anchor="t" anchorCtr="0">
            <a:noAutofit/>
          </a:bodyPr>
          <a:lstStyle>
            <a:lvl1pPr marL="0" marR="0" lvl="0"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ctr">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314"/>
        <p:cNvGrpSpPr/>
        <p:nvPr/>
      </p:nvGrpSpPr>
      <p:grpSpPr>
        <a:xfrm>
          <a:off x="0" y="0"/>
          <a:ext cx="0" cy="0"/>
          <a:chOff x="0" y="0"/>
          <a:chExt cx="0" cy="0"/>
        </a:xfrm>
      </p:grpSpPr>
      <p:sp>
        <p:nvSpPr>
          <p:cNvPr id="315" name="Google Shape;315;p51"/>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16" name="Google Shape;316;p51"/>
          <p:cNvSpPr txBox="1">
            <a:spLocks noGrp="1"/>
          </p:cNvSpPr>
          <p:nvPr>
            <p:ph type="body" idx="1"/>
          </p:nvPr>
        </p:nvSpPr>
        <p:spPr>
          <a:xfrm>
            <a:off x="4437" y="6451617"/>
            <a:ext cx="4190993" cy="35719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400"/>
              <a:buNone/>
              <a:defRPr sz="1400"/>
            </a:lvl3pPr>
            <a:lvl4pPr marL="1828800" lvl="3" indent="-228600" algn="l">
              <a:lnSpc>
                <a:spcPct val="90000"/>
              </a:lnSpc>
              <a:spcBef>
                <a:spcPts val="500"/>
              </a:spcBef>
              <a:spcAft>
                <a:spcPts val="0"/>
              </a:spcAft>
              <a:buClr>
                <a:schemeClr val="lt1"/>
              </a:buClr>
              <a:buSzPts val="1400"/>
              <a:buNone/>
              <a:defRPr sz="1400"/>
            </a:lvl4pPr>
            <a:lvl5pPr marL="2286000" lvl="4" indent="-228600" algn="l">
              <a:lnSpc>
                <a:spcPct val="90000"/>
              </a:lnSpc>
              <a:spcBef>
                <a:spcPts val="5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17" name="Google Shape;317;p51"/>
          <p:cNvSpPr txBox="1">
            <a:spLocks noGrp="1"/>
          </p:cNvSpPr>
          <p:nvPr>
            <p:ph type="body" idx="2"/>
          </p:nvPr>
        </p:nvSpPr>
        <p:spPr>
          <a:xfrm>
            <a:off x="1097279" y="1845734"/>
            <a:ext cx="10058401" cy="402336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lt1"/>
              </a:buClr>
              <a:buSzPts val="2800"/>
              <a:buChar char="•"/>
              <a:defRPr sz="2800"/>
            </a:lvl1pPr>
            <a:lvl2pPr marL="914400" lvl="1" indent="-381000" algn="l">
              <a:lnSpc>
                <a:spcPct val="90000"/>
              </a:lnSpc>
              <a:spcBef>
                <a:spcPts val="500"/>
              </a:spcBef>
              <a:spcAft>
                <a:spcPts val="0"/>
              </a:spcAft>
              <a:buClr>
                <a:schemeClr val="lt1"/>
              </a:buClr>
              <a:buSzPts val="2400"/>
              <a:buChar char="•"/>
              <a:defRPr sz="2400"/>
            </a:lvl2pPr>
            <a:lvl3pPr marL="1371600" lvl="2" indent="-355600" algn="l">
              <a:lnSpc>
                <a:spcPct val="90000"/>
              </a:lnSpc>
              <a:spcBef>
                <a:spcPts val="500"/>
              </a:spcBef>
              <a:spcAft>
                <a:spcPts val="0"/>
              </a:spcAft>
              <a:buClr>
                <a:schemeClr val="lt1"/>
              </a:buClr>
              <a:buSzPts val="2000"/>
              <a:buChar char="•"/>
              <a:defRPr sz="2000"/>
            </a:lvl3pPr>
            <a:lvl4pPr marL="1828800" lvl="3" indent="-342900" algn="l">
              <a:lnSpc>
                <a:spcPct val="90000"/>
              </a:lnSpc>
              <a:spcBef>
                <a:spcPts val="500"/>
              </a:spcBef>
              <a:spcAft>
                <a:spcPts val="0"/>
              </a:spcAft>
              <a:buClr>
                <a:schemeClr val="lt1"/>
              </a:buClr>
              <a:buSzPts val="1800"/>
              <a:buChar char="•"/>
              <a:defRPr sz="1800"/>
            </a:lvl4pPr>
            <a:lvl5pPr marL="2286000" lvl="4" indent="-330200" algn="l">
              <a:lnSpc>
                <a:spcPct val="90000"/>
              </a:lnSpc>
              <a:spcBef>
                <a:spcPts val="500"/>
              </a:spcBef>
              <a:spcAft>
                <a:spcPts val="0"/>
              </a:spcAft>
              <a:buClr>
                <a:schemeClr val="lt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18" name="Google Shape;318;p51"/>
          <p:cNvSpPr txBox="1">
            <a:spLocks noGrp="1"/>
          </p:cNvSpPr>
          <p:nvPr>
            <p:ph type="ftr" idx="11"/>
          </p:nvPr>
        </p:nvSpPr>
        <p:spPr>
          <a:xfrm>
            <a:off x="4241803" y="6459544"/>
            <a:ext cx="51831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p51"/>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27"/>
        <p:cNvGrpSpPr/>
        <p:nvPr/>
      </p:nvGrpSpPr>
      <p:grpSpPr>
        <a:xfrm>
          <a:off x="0" y="0"/>
          <a:ext cx="0" cy="0"/>
          <a:chOff x="0" y="0"/>
          <a:chExt cx="0" cy="0"/>
        </a:xfrm>
      </p:grpSpPr>
      <p:pic>
        <p:nvPicPr>
          <p:cNvPr id="328" name="Google Shape;328;p53" descr="HD-ShadowLong.png"/>
          <p:cNvPicPr preferRelativeResize="0"/>
          <p:nvPr/>
        </p:nvPicPr>
        <p:blipFill rotWithShape="1">
          <a:blip r:embed="rId2">
            <a:alphaModFix/>
          </a:blip>
          <a:srcRect/>
          <a:stretch/>
        </p:blipFill>
        <p:spPr>
          <a:xfrm>
            <a:off x="3" y="4243396"/>
            <a:ext cx="8967788" cy="274637"/>
          </a:xfrm>
          <a:prstGeom prst="rect">
            <a:avLst/>
          </a:prstGeom>
          <a:noFill/>
          <a:ln>
            <a:noFill/>
          </a:ln>
        </p:spPr>
      </p:pic>
      <p:pic>
        <p:nvPicPr>
          <p:cNvPr id="329" name="Google Shape;329;p53" descr="HD-ShadowShort.png"/>
          <p:cNvPicPr preferRelativeResize="0"/>
          <p:nvPr/>
        </p:nvPicPr>
        <p:blipFill rotWithShape="1">
          <a:blip r:embed="rId3">
            <a:alphaModFix/>
          </a:blip>
          <a:srcRect/>
          <a:stretch/>
        </p:blipFill>
        <p:spPr>
          <a:xfrm>
            <a:off x="9112255" y="4243388"/>
            <a:ext cx="3076575" cy="277812"/>
          </a:xfrm>
          <a:prstGeom prst="rect">
            <a:avLst/>
          </a:prstGeom>
          <a:noFill/>
          <a:ln>
            <a:noFill/>
          </a:ln>
        </p:spPr>
      </p:pic>
      <p:sp>
        <p:nvSpPr>
          <p:cNvPr id="330" name="Google Shape;330;p53"/>
          <p:cNvSpPr/>
          <p:nvPr/>
        </p:nvSpPr>
        <p:spPr>
          <a:xfrm>
            <a:off x="3" y="2590800"/>
            <a:ext cx="8967788" cy="1658938"/>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53"/>
          <p:cNvSpPr/>
          <p:nvPr/>
        </p:nvSpPr>
        <p:spPr>
          <a:xfrm>
            <a:off x="9112255" y="2590800"/>
            <a:ext cx="3076575" cy="165893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53"/>
          <p:cNvSpPr txBox="1">
            <a:spLocks noGrp="1"/>
          </p:cNvSpPr>
          <p:nvPr>
            <p:ph type="ctrTitle"/>
          </p:nvPr>
        </p:nvSpPr>
        <p:spPr>
          <a:xfrm>
            <a:off x="680330" y="2733709"/>
            <a:ext cx="8144135" cy="1373070"/>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5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33" name="Google Shape;333;p53"/>
          <p:cNvSpPr txBox="1">
            <a:spLocks noGrp="1"/>
          </p:cNvSpPr>
          <p:nvPr>
            <p:ph type="subTitle" idx="1"/>
          </p:nvPr>
        </p:nvSpPr>
        <p:spPr>
          <a:xfrm>
            <a:off x="680330" y="4394053"/>
            <a:ext cx="8144135" cy="1117687"/>
          </a:xfrm>
          <a:prstGeom prst="rect">
            <a:avLst/>
          </a:prstGeom>
          <a:noFill/>
          <a:ln>
            <a:noFill/>
          </a:ln>
        </p:spPr>
        <p:txBody>
          <a:bodyPr spcFirstLastPara="1" wrap="square" lIns="91425" tIns="45700" rIns="91425" bIns="45700" anchor="t" anchorCtr="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334" name="Google Shape;334;p53"/>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5" name="Google Shape;335;p53"/>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6" name="Google Shape;336;p53"/>
          <p:cNvSpPr txBox="1">
            <a:spLocks noGrp="1"/>
          </p:cNvSpPr>
          <p:nvPr>
            <p:ph type="sldNum" idx="12"/>
          </p:nvPr>
        </p:nvSpPr>
        <p:spPr>
          <a:xfrm>
            <a:off x="9255130" y="2749558"/>
            <a:ext cx="1171575" cy="13573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y contenido" type="obj">
  <p:cSld name="OBJECT">
    <p:spTree>
      <p:nvGrpSpPr>
        <p:cNvPr id="1" name="Shape 337"/>
        <p:cNvGrpSpPr/>
        <p:nvPr/>
      </p:nvGrpSpPr>
      <p:grpSpPr>
        <a:xfrm>
          <a:off x="0" y="0"/>
          <a:ext cx="0" cy="0"/>
          <a:chOff x="0" y="0"/>
          <a:chExt cx="0" cy="0"/>
        </a:xfrm>
      </p:grpSpPr>
      <p:pic>
        <p:nvPicPr>
          <p:cNvPr id="338" name="Google Shape;338;p54"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339" name="Google Shape;339;p54"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340" name="Google Shape;340;p54"/>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54"/>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54"/>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43" name="Google Shape;343;p54"/>
          <p:cNvSpPr txBox="1">
            <a:spLocks noGrp="1"/>
          </p:cNvSpPr>
          <p:nvPr>
            <p:ph type="body" idx="1"/>
          </p:nvPr>
        </p:nvSpPr>
        <p:spPr>
          <a:xfrm>
            <a:off x="681039" y="2336800"/>
            <a:ext cx="9613900" cy="35988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4" name="Google Shape;344;p54"/>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5" name="Google Shape;345;p54"/>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6" name="Google Shape;346;p54"/>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47"/>
        <p:cNvGrpSpPr/>
        <p:nvPr/>
      </p:nvGrpSpPr>
      <p:grpSpPr>
        <a:xfrm>
          <a:off x="0" y="0"/>
          <a:ext cx="0" cy="0"/>
          <a:chOff x="0" y="0"/>
          <a:chExt cx="0" cy="0"/>
        </a:xfrm>
      </p:grpSpPr>
      <p:pic>
        <p:nvPicPr>
          <p:cNvPr id="348" name="Google Shape;348;p55" descr="HD-ShadowLong.png"/>
          <p:cNvPicPr preferRelativeResize="0"/>
          <p:nvPr/>
        </p:nvPicPr>
        <p:blipFill rotWithShape="1">
          <a:blip r:embed="rId2">
            <a:alphaModFix/>
          </a:blip>
          <a:srcRect/>
          <a:stretch/>
        </p:blipFill>
        <p:spPr>
          <a:xfrm>
            <a:off x="0" y="4086233"/>
            <a:ext cx="10437813" cy="322263"/>
          </a:xfrm>
          <a:prstGeom prst="rect">
            <a:avLst/>
          </a:prstGeom>
          <a:noFill/>
          <a:ln>
            <a:noFill/>
          </a:ln>
        </p:spPr>
      </p:pic>
      <p:pic>
        <p:nvPicPr>
          <p:cNvPr id="349" name="Google Shape;349;p55" descr="HD-ShadowShort.png"/>
          <p:cNvPicPr preferRelativeResize="0"/>
          <p:nvPr/>
        </p:nvPicPr>
        <p:blipFill rotWithShape="1">
          <a:blip r:embed="rId3">
            <a:alphaModFix/>
          </a:blip>
          <a:srcRect/>
          <a:stretch/>
        </p:blipFill>
        <p:spPr>
          <a:xfrm>
            <a:off x="10585455" y="4087813"/>
            <a:ext cx="1603375" cy="144462"/>
          </a:xfrm>
          <a:prstGeom prst="rect">
            <a:avLst/>
          </a:prstGeom>
          <a:noFill/>
          <a:ln>
            <a:noFill/>
          </a:ln>
        </p:spPr>
      </p:pic>
      <p:sp>
        <p:nvSpPr>
          <p:cNvPr id="350" name="Google Shape;350;p55"/>
          <p:cNvSpPr/>
          <p:nvPr/>
        </p:nvSpPr>
        <p:spPr>
          <a:xfrm>
            <a:off x="0" y="2725746"/>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55"/>
          <p:cNvSpPr/>
          <p:nvPr/>
        </p:nvSpPr>
        <p:spPr>
          <a:xfrm>
            <a:off x="10585455" y="272574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55"/>
          <p:cNvSpPr txBox="1">
            <a:spLocks noGrp="1"/>
          </p:cNvSpPr>
          <p:nvPr>
            <p:ph type="title"/>
          </p:nvPr>
        </p:nvSpPr>
        <p:spPr>
          <a:xfrm>
            <a:off x="680323" y="2869895"/>
            <a:ext cx="9613860" cy="109078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3" name="Google Shape;353;p55"/>
          <p:cNvSpPr txBox="1">
            <a:spLocks noGrp="1"/>
          </p:cNvSpPr>
          <p:nvPr>
            <p:ph type="body" idx="1"/>
          </p:nvPr>
        </p:nvSpPr>
        <p:spPr>
          <a:xfrm>
            <a:off x="680323" y="4232185"/>
            <a:ext cx="9613860" cy="1704017"/>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C08B88"/>
              </a:buClr>
              <a:buSzPts val="2000"/>
              <a:buNone/>
              <a:defRPr sz="2000">
                <a:solidFill>
                  <a:srgbClr val="C08B88"/>
                </a:solidFill>
              </a:defRPr>
            </a:lvl1pPr>
            <a:lvl2pPr marL="914400" lvl="1" indent="-228600" algn="l">
              <a:lnSpc>
                <a:spcPct val="90000"/>
              </a:lnSpc>
              <a:spcBef>
                <a:spcPts val="500"/>
              </a:spcBef>
              <a:spcAft>
                <a:spcPts val="0"/>
              </a:spcAft>
              <a:buClr>
                <a:srgbClr val="C08B88"/>
              </a:buClr>
              <a:buSzPts val="2000"/>
              <a:buNone/>
              <a:defRPr sz="2000">
                <a:solidFill>
                  <a:srgbClr val="C08B88"/>
                </a:solidFill>
              </a:defRPr>
            </a:lvl2pPr>
            <a:lvl3pPr marL="1371600" lvl="2" indent="-228600" algn="l">
              <a:lnSpc>
                <a:spcPct val="90000"/>
              </a:lnSpc>
              <a:spcBef>
                <a:spcPts val="500"/>
              </a:spcBef>
              <a:spcAft>
                <a:spcPts val="0"/>
              </a:spcAft>
              <a:buClr>
                <a:srgbClr val="C08B88"/>
              </a:buClr>
              <a:buSzPts val="1800"/>
              <a:buNone/>
              <a:defRPr sz="1800">
                <a:solidFill>
                  <a:srgbClr val="C08B88"/>
                </a:solidFill>
              </a:defRPr>
            </a:lvl3pPr>
            <a:lvl4pPr marL="1828800" lvl="3" indent="-228600" algn="l">
              <a:lnSpc>
                <a:spcPct val="90000"/>
              </a:lnSpc>
              <a:spcBef>
                <a:spcPts val="500"/>
              </a:spcBef>
              <a:spcAft>
                <a:spcPts val="0"/>
              </a:spcAft>
              <a:buClr>
                <a:srgbClr val="C08B88"/>
              </a:buClr>
              <a:buSzPts val="1600"/>
              <a:buNone/>
              <a:defRPr sz="1600">
                <a:solidFill>
                  <a:srgbClr val="C08B88"/>
                </a:solidFill>
              </a:defRPr>
            </a:lvl4pPr>
            <a:lvl5pPr marL="2286000" lvl="4" indent="-228600" algn="l">
              <a:lnSpc>
                <a:spcPct val="90000"/>
              </a:lnSpc>
              <a:spcBef>
                <a:spcPts val="500"/>
              </a:spcBef>
              <a:spcAft>
                <a:spcPts val="0"/>
              </a:spcAft>
              <a:buClr>
                <a:srgbClr val="C08B88"/>
              </a:buClr>
              <a:buSzPts val="1600"/>
              <a:buNone/>
              <a:defRPr sz="1600">
                <a:solidFill>
                  <a:srgbClr val="C08B88"/>
                </a:solidFill>
              </a:defRPr>
            </a:lvl5pPr>
            <a:lvl6pPr marL="2743200" lvl="5" indent="-228600" algn="l">
              <a:lnSpc>
                <a:spcPct val="90000"/>
              </a:lnSpc>
              <a:spcBef>
                <a:spcPts val="500"/>
              </a:spcBef>
              <a:spcAft>
                <a:spcPts val="0"/>
              </a:spcAft>
              <a:buClr>
                <a:srgbClr val="C08B88"/>
              </a:buClr>
              <a:buSzPts val="1600"/>
              <a:buNone/>
              <a:defRPr sz="1600">
                <a:solidFill>
                  <a:srgbClr val="C08B88"/>
                </a:solidFill>
              </a:defRPr>
            </a:lvl6pPr>
            <a:lvl7pPr marL="3200400" lvl="6" indent="-228600" algn="l">
              <a:lnSpc>
                <a:spcPct val="90000"/>
              </a:lnSpc>
              <a:spcBef>
                <a:spcPts val="500"/>
              </a:spcBef>
              <a:spcAft>
                <a:spcPts val="0"/>
              </a:spcAft>
              <a:buClr>
                <a:srgbClr val="C08B88"/>
              </a:buClr>
              <a:buSzPts val="1600"/>
              <a:buNone/>
              <a:defRPr sz="1600">
                <a:solidFill>
                  <a:srgbClr val="C08B88"/>
                </a:solidFill>
              </a:defRPr>
            </a:lvl7pPr>
            <a:lvl8pPr marL="3657600" lvl="7" indent="-228600" algn="l">
              <a:lnSpc>
                <a:spcPct val="90000"/>
              </a:lnSpc>
              <a:spcBef>
                <a:spcPts val="500"/>
              </a:spcBef>
              <a:spcAft>
                <a:spcPts val="0"/>
              </a:spcAft>
              <a:buClr>
                <a:srgbClr val="C08B88"/>
              </a:buClr>
              <a:buSzPts val="1600"/>
              <a:buNone/>
              <a:defRPr sz="1600">
                <a:solidFill>
                  <a:srgbClr val="C08B88"/>
                </a:solidFill>
              </a:defRPr>
            </a:lvl8pPr>
            <a:lvl9pPr marL="4114800" lvl="8" indent="-228600" algn="l">
              <a:lnSpc>
                <a:spcPct val="90000"/>
              </a:lnSpc>
              <a:spcBef>
                <a:spcPts val="500"/>
              </a:spcBef>
              <a:spcAft>
                <a:spcPts val="0"/>
              </a:spcAft>
              <a:buClr>
                <a:srgbClr val="C08B88"/>
              </a:buClr>
              <a:buSzPts val="1600"/>
              <a:buNone/>
              <a:defRPr sz="1600">
                <a:solidFill>
                  <a:srgbClr val="C08B88"/>
                </a:solidFill>
              </a:defRPr>
            </a:lvl9pPr>
          </a:lstStyle>
          <a:p>
            <a:endParaRPr/>
          </a:p>
        </p:txBody>
      </p:sp>
      <p:sp>
        <p:nvSpPr>
          <p:cNvPr id="354" name="Google Shape;354;p55"/>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5" name="Google Shape;355;p55"/>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6" name="Google Shape;356;p55"/>
          <p:cNvSpPr txBox="1">
            <a:spLocks noGrp="1"/>
          </p:cNvSpPr>
          <p:nvPr>
            <p:ph type="sldNum" idx="12"/>
          </p:nvPr>
        </p:nvSpPr>
        <p:spPr>
          <a:xfrm>
            <a:off x="10729913" y="2870208"/>
            <a:ext cx="1154112" cy="10906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Dos objetos de contenido" type="twoObj">
  <p:cSld name="TWO_OBJECTS">
    <p:spTree>
      <p:nvGrpSpPr>
        <p:cNvPr id="1" name="Shape 357"/>
        <p:cNvGrpSpPr/>
        <p:nvPr/>
      </p:nvGrpSpPr>
      <p:grpSpPr>
        <a:xfrm>
          <a:off x="0" y="0"/>
          <a:ext cx="0" cy="0"/>
          <a:chOff x="0" y="0"/>
          <a:chExt cx="0" cy="0"/>
        </a:xfrm>
      </p:grpSpPr>
      <p:pic>
        <p:nvPicPr>
          <p:cNvPr id="358" name="Google Shape;358;p56"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359" name="Google Shape;359;p56"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360" name="Google Shape;360;p56"/>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56"/>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56"/>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63" name="Google Shape;363;p56"/>
          <p:cNvSpPr txBox="1">
            <a:spLocks noGrp="1"/>
          </p:cNvSpPr>
          <p:nvPr>
            <p:ph type="body" idx="1"/>
          </p:nvPr>
        </p:nvSpPr>
        <p:spPr>
          <a:xfrm>
            <a:off x="680329" y="2336873"/>
            <a:ext cx="4698359" cy="3599316"/>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4" name="Google Shape;364;p56"/>
          <p:cNvSpPr txBox="1">
            <a:spLocks noGrp="1"/>
          </p:cNvSpPr>
          <p:nvPr>
            <p:ph type="body" idx="2"/>
          </p:nvPr>
        </p:nvSpPr>
        <p:spPr>
          <a:xfrm>
            <a:off x="5594125" y="2336873"/>
            <a:ext cx="4700059" cy="3599316"/>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5" name="Google Shape;365;p56"/>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6" name="Google Shape;366;p56"/>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7" name="Google Shape;367;p56"/>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8"/>
        <p:cNvGrpSpPr/>
        <p:nvPr/>
      </p:nvGrpSpPr>
      <p:grpSpPr>
        <a:xfrm>
          <a:off x="0" y="0"/>
          <a:ext cx="0" cy="0"/>
          <a:chOff x="0" y="0"/>
          <a:chExt cx="0" cy="0"/>
        </a:xfrm>
      </p:grpSpPr>
      <p:pic>
        <p:nvPicPr>
          <p:cNvPr id="369" name="Google Shape;369;p57"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370" name="Google Shape;370;p57"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371" name="Google Shape;371;p57"/>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57"/>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57"/>
          <p:cNvSpPr txBox="1">
            <a:spLocks noGrp="1"/>
          </p:cNvSpPr>
          <p:nvPr>
            <p:ph type="title"/>
          </p:nvPr>
        </p:nvSpPr>
        <p:spPr>
          <a:xfrm>
            <a:off x="680326" y="753241"/>
            <a:ext cx="9613863" cy="108093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74" name="Google Shape;374;p57"/>
          <p:cNvSpPr txBox="1">
            <a:spLocks noGrp="1"/>
          </p:cNvSpPr>
          <p:nvPr>
            <p:ph type="body" idx="1"/>
          </p:nvPr>
        </p:nvSpPr>
        <p:spPr>
          <a:xfrm>
            <a:off x="906359" y="2336887"/>
            <a:ext cx="4472327" cy="69313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5" name="Google Shape;375;p57"/>
          <p:cNvSpPr txBox="1">
            <a:spLocks noGrp="1"/>
          </p:cNvSpPr>
          <p:nvPr>
            <p:ph type="body" idx="2"/>
          </p:nvPr>
        </p:nvSpPr>
        <p:spPr>
          <a:xfrm>
            <a:off x="680325" y="3030020"/>
            <a:ext cx="4698355" cy="290617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76" name="Google Shape;376;p57"/>
          <p:cNvSpPr txBox="1">
            <a:spLocks noGrp="1"/>
          </p:cNvSpPr>
          <p:nvPr>
            <p:ph type="body" idx="3"/>
          </p:nvPr>
        </p:nvSpPr>
        <p:spPr>
          <a:xfrm>
            <a:off x="5820155" y="2336873"/>
            <a:ext cx="4474028" cy="692076"/>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77" name="Google Shape;377;p57"/>
          <p:cNvSpPr txBox="1">
            <a:spLocks noGrp="1"/>
          </p:cNvSpPr>
          <p:nvPr>
            <p:ph type="body" idx="4"/>
          </p:nvPr>
        </p:nvSpPr>
        <p:spPr>
          <a:xfrm>
            <a:off x="5594125" y="3030020"/>
            <a:ext cx="4700059" cy="290617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78" name="Google Shape;378;p57"/>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9" name="Google Shape;379;p57"/>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0" name="Google Shape;380;p57"/>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381"/>
        <p:cNvGrpSpPr/>
        <p:nvPr/>
      </p:nvGrpSpPr>
      <p:grpSpPr>
        <a:xfrm>
          <a:off x="0" y="0"/>
          <a:ext cx="0" cy="0"/>
          <a:chOff x="0" y="0"/>
          <a:chExt cx="0" cy="0"/>
        </a:xfrm>
      </p:grpSpPr>
      <p:pic>
        <p:nvPicPr>
          <p:cNvPr id="382" name="Google Shape;382;p58"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383" name="Google Shape;383;p58"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384" name="Google Shape;384;p58"/>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58"/>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58"/>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7" name="Google Shape;387;p58"/>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8" name="Google Shape;388;p58"/>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9" name="Google Shape;389;p58"/>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390"/>
        <p:cNvGrpSpPr/>
        <p:nvPr/>
      </p:nvGrpSpPr>
      <p:grpSpPr>
        <a:xfrm>
          <a:off x="0" y="0"/>
          <a:ext cx="0" cy="0"/>
          <a:chOff x="0" y="0"/>
          <a:chExt cx="0" cy="0"/>
        </a:xfrm>
      </p:grpSpPr>
      <p:pic>
        <p:nvPicPr>
          <p:cNvPr id="391" name="Google Shape;391;p59" descr="HD-ShadowShort.png"/>
          <p:cNvPicPr preferRelativeResize="0"/>
          <p:nvPr/>
        </p:nvPicPr>
        <p:blipFill rotWithShape="1">
          <a:blip r:embed="rId2">
            <a:alphaModFix/>
          </a:blip>
          <a:srcRect/>
          <a:stretch/>
        </p:blipFill>
        <p:spPr>
          <a:xfrm>
            <a:off x="10585455" y="1971679"/>
            <a:ext cx="1603375" cy="144463"/>
          </a:xfrm>
          <a:prstGeom prst="rect">
            <a:avLst/>
          </a:prstGeom>
          <a:noFill/>
          <a:ln>
            <a:noFill/>
          </a:ln>
        </p:spPr>
      </p:pic>
      <p:sp>
        <p:nvSpPr>
          <p:cNvPr id="392" name="Google Shape;392;p59"/>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59"/>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4" name="Google Shape;394;p59"/>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5" name="Google Shape;395;p59"/>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ido con leyenda" type="objTx">
  <p:cSld name="OBJECT_WITH_CAPTION_TEXT">
    <p:spTree>
      <p:nvGrpSpPr>
        <p:cNvPr id="1" name="Shape 396"/>
        <p:cNvGrpSpPr/>
        <p:nvPr/>
      </p:nvGrpSpPr>
      <p:grpSpPr>
        <a:xfrm>
          <a:off x="0" y="0"/>
          <a:ext cx="0" cy="0"/>
          <a:chOff x="0" y="0"/>
          <a:chExt cx="0" cy="0"/>
        </a:xfrm>
      </p:grpSpPr>
      <p:pic>
        <p:nvPicPr>
          <p:cNvPr id="397" name="Google Shape;397;p60"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398" name="Google Shape;398;p60"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399" name="Google Shape;399;p60"/>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60"/>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60"/>
          <p:cNvSpPr txBox="1">
            <a:spLocks noGrp="1"/>
          </p:cNvSpPr>
          <p:nvPr>
            <p:ph type="title"/>
          </p:nvPr>
        </p:nvSpPr>
        <p:spPr>
          <a:xfrm>
            <a:off x="680321" y="753227"/>
            <a:ext cx="9613859" cy="10809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02" name="Google Shape;402;p60"/>
          <p:cNvSpPr txBox="1">
            <a:spLocks noGrp="1"/>
          </p:cNvSpPr>
          <p:nvPr>
            <p:ph type="body" idx="1"/>
          </p:nvPr>
        </p:nvSpPr>
        <p:spPr>
          <a:xfrm>
            <a:off x="4685847" y="2336880"/>
            <a:ext cx="5608336" cy="35993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03" name="Google Shape;403;p60"/>
          <p:cNvSpPr txBox="1">
            <a:spLocks noGrp="1"/>
          </p:cNvSpPr>
          <p:nvPr>
            <p:ph type="body" idx="2"/>
          </p:nvPr>
        </p:nvSpPr>
        <p:spPr>
          <a:xfrm>
            <a:off x="680330" y="2336878"/>
            <a:ext cx="3790079" cy="3599317"/>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04" name="Google Shape;404;p60"/>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5" name="Google Shape;405;p60"/>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6" name="Google Shape;406;p60"/>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n con leyenda" type="picTx">
  <p:cSld name="PICTURE_WITH_CAPTION_TEXT">
    <p:spTree>
      <p:nvGrpSpPr>
        <p:cNvPr id="1" name="Shape 407"/>
        <p:cNvGrpSpPr/>
        <p:nvPr/>
      </p:nvGrpSpPr>
      <p:grpSpPr>
        <a:xfrm>
          <a:off x="0" y="0"/>
          <a:ext cx="0" cy="0"/>
          <a:chOff x="0" y="0"/>
          <a:chExt cx="0" cy="0"/>
        </a:xfrm>
      </p:grpSpPr>
      <p:pic>
        <p:nvPicPr>
          <p:cNvPr id="408" name="Google Shape;408;p61"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409" name="Google Shape;409;p61"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410" name="Google Shape;410;p61"/>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61"/>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61"/>
          <p:cNvSpPr txBox="1">
            <a:spLocks noGrp="1"/>
          </p:cNvSpPr>
          <p:nvPr>
            <p:ph type="title"/>
          </p:nvPr>
        </p:nvSpPr>
        <p:spPr>
          <a:xfrm>
            <a:off x="680329" y="753228"/>
            <a:ext cx="9613857"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13" name="Google Shape;413;p61"/>
          <p:cNvSpPr>
            <a:spLocks noGrp="1"/>
          </p:cNvSpPr>
          <p:nvPr>
            <p:ph type="pic" idx="2"/>
          </p:nvPr>
        </p:nvSpPr>
        <p:spPr>
          <a:xfrm>
            <a:off x="4868342" y="2336874"/>
            <a:ext cx="5425849" cy="3599312"/>
          </a:xfrm>
          <a:prstGeom prst="rect">
            <a:avLst/>
          </a:prstGeom>
          <a:noFill/>
          <a:ln>
            <a:noFill/>
          </a:ln>
          <a:effectLst>
            <a:outerShdw blurRad="76200" dist="63500" dir="5040000" algn="tl" rotWithShape="0">
              <a:srgbClr val="000000">
                <a:alpha val="40392"/>
              </a:srgbClr>
            </a:outerShdw>
          </a:effectLst>
        </p:spPr>
      </p:sp>
      <p:sp>
        <p:nvSpPr>
          <p:cNvPr id="414" name="Google Shape;414;p61"/>
          <p:cNvSpPr txBox="1">
            <a:spLocks noGrp="1"/>
          </p:cNvSpPr>
          <p:nvPr>
            <p:ph type="body" idx="1"/>
          </p:nvPr>
        </p:nvSpPr>
        <p:spPr>
          <a:xfrm>
            <a:off x="680323" y="2336879"/>
            <a:ext cx="3876256" cy="3599315"/>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15" name="Google Shape;415;p61"/>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6" name="Google Shape;416;p61"/>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7" name="Google Shape;417;p61"/>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Vista panorámica con leyenda">
  <p:cSld name="Vista panorámica con leyenda">
    <p:spTree>
      <p:nvGrpSpPr>
        <p:cNvPr id="1" name="Shape 418"/>
        <p:cNvGrpSpPr/>
        <p:nvPr/>
      </p:nvGrpSpPr>
      <p:grpSpPr>
        <a:xfrm>
          <a:off x="0" y="0"/>
          <a:ext cx="0" cy="0"/>
          <a:chOff x="0" y="0"/>
          <a:chExt cx="0" cy="0"/>
        </a:xfrm>
      </p:grpSpPr>
      <p:pic>
        <p:nvPicPr>
          <p:cNvPr id="419" name="Google Shape;419;p62" descr="HD-ShadowLong.png"/>
          <p:cNvPicPr preferRelativeResize="0"/>
          <p:nvPr/>
        </p:nvPicPr>
        <p:blipFill rotWithShape="1">
          <a:blip r:embed="rId2">
            <a:alphaModFix/>
          </a:blip>
          <a:srcRect/>
          <a:stretch/>
        </p:blipFill>
        <p:spPr>
          <a:xfrm>
            <a:off x="0" y="5929321"/>
            <a:ext cx="10437813" cy="320675"/>
          </a:xfrm>
          <a:prstGeom prst="rect">
            <a:avLst/>
          </a:prstGeom>
          <a:noFill/>
          <a:ln>
            <a:noFill/>
          </a:ln>
        </p:spPr>
      </p:pic>
      <p:pic>
        <p:nvPicPr>
          <p:cNvPr id="420" name="Google Shape;420;p62" descr="HD-ShadowShort.png"/>
          <p:cNvPicPr preferRelativeResize="0"/>
          <p:nvPr/>
        </p:nvPicPr>
        <p:blipFill rotWithShape="1">
          <a:blip r:embed="rId3">
            <a:alphaModFix/>
          </a:blip>
          <a:srcRect/>
          <a:stretch/>
        </p:blipFill>
        <p:spPr>
          <a:xfrm>
            <a:off x="10585455" y="5929313"/>
            <a:ext cx="1603375" cy="144462"/>
          </a:xfrm>
          <a:prstGeom prst="rect">
            <a:avLst/>
          </a:prstGeom>
          <a:noFill/>
          <a:ln>
            <a:noFill/>
          </a:ln>
        </p:spPr>
      </p:pic>
      <p:sp>
        <p:nvSpPr>
          <p:cNvPr id="421" name="Google Shape;421;p62"/>
          <p:cNvSpPr/>
          <p:nvPr/>
        </p:nvSpPr>
        <p:spPr>
          <a:xfrm>
            <a:off x="0" y="4567246"/>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62"/>
          <p:cNvSpPr/>
          <p:nvPr/>
        </p:nvSpPr>
        <p:spPr>
          <a:xfrm>
            <a:off x="10585455" y="456724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62"/>
          <p:cNvSpPr txBox="1">
            <a:spLocks noGrp="1"/>
          </p:cNvSpPr>
          <p:nvPr>
            <p:ph type="title"/>
          </p:nvPr>
        </p:nvSpPr>
        <p:spPr>
          <a:xfrm>
            <a:off x="680325" y="4711630"/>
            <a:ext cx="9613859" cy="4530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4" name="Google Shape;424;p62"/>
          <p:cNvSpPr>
            <a:spLocks noGrp="1"/>
          </p:cNvSpPr>
          <p:nvPr>
            <p:ph type="pic" idx="2"/>
          </p:nvPr>
        </p:nvSpPr>
        <p:spPr>
          <a:xfrm>
            <a:off x="680325" y="609609"/>
            <a:ext cx="9613859" cy="3589575"/>
          </a:xfrm>
          <a:prstGeom prst="rect">
            <a:avLst/>
          </a:prstGeom>
          <a:noFill/>
          <a:ln>
            <a:noFill/>
          </a:ln>
          <a:effectLst>
            <a:outerShdw blurRad="76200" dist="63500" dir="5040000" algn="tl" rotWithShape="0">
              <a:srgbClr val="000000">
                <a:alpha val="40392"/>
              </a:srgbClr>
            </a:outerShdw>
          </a:effectLst>
        </p:spPr>
      </p:sp>
      <p:sp>
        <p:nvSpPr>
          <p:cNvPr id="425" name="Google Shape;425;p62"/>
          <p:cNvSpPr txBox="1">
            <a:spLocks noGrp="1"/>
          </p:cNvSpPr>
          <p:nvPr>
            <p:ph type="body" idx="1"/>
          </p:nvPr>
        </p:nvSpPr>
        <p:spPr>
          <a:xfrm>
            <a:off x="680326" y="5169597"/>
            <a:ext cx="9613863" cy="62297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26" name="Google Shape;426;p62"/>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7" name="Google Shape;427;p62"/>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8" name="Google Shape;428;p62"/>
          <p:cNvSpPr txBox="1">
            <a:spLocks noGrp="1"/>
          </p:cNvSpPr>
          <p:nvPr>
            <p:ph type="sldNum" idx="12"/>
          </p:nvPr>
        </p:nvSpPr>
        <p:spPr>
          <a:xfrm>
            <a:off x="10729913" y="4711708"/>
            <a:ext cx="1154112" cy="10906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ítulo y leyenda">
  <p:cSld name="Título y leyenda">
    <p:spTree>
      <p:nvGrpSpPr>
        <p:cNvPr id="1" name="Shape 429"/>
        <p:cNvGrpSpPr/>
        <p:nvPr/>
      </p:nvGrpSpPr>
      <p:grpSpPr>
        <a:xfrm>
          <a:off x="0" y="0"/>
          <a:ext cx="0" cy="0"/>
          <a:chOff x="0" y="0"/>
          <a:chExt cx="0" cy="0"/>
        </a:xfrm>
      </p:grpSpPr>
      <p:pic>
        <p:nvPicPr>
          <p:cNvPr id="430" name="Google Shape;430;p63" descr="HD-ShadowLong.png"/>
          <p:cNvPicPr preferRelativeResize="0"/>
          <p:nvPr/>
        </p:nvPicPr>
        <p:blipFill rotWithShape="1">
          <a:blip r:embed="rId2">
            <a:alphaModFix/>
          </a:blip>
          <a:srcRect/>
          <a:stretch/>
        </p:blipFill>
        <p:spPr>
          <a:xfrm>
            <a:off x="0" y="5929321"/>
            <a:ext cx="10437813" cy="320675"/>
          </a:xfrm>
          <a:prstGeom prst="rect">
            <a:avLst/>
          </a:prstGeom>
          <a:noFill/>
          <a:ln>
            <a:noFill/>
          </a:ln>
        </p:spPr>
      </p:pic>
      <p:pic>
        <p:nvPicPr>
          <p:cNvPr id="431" name="Google Shape;431;p63" descr="HD-ShadowShort.png"/>
          <p:cNvPicPr preferRelativeResize="0"/>
          <p:nvPr/>
        </p:nvPicPr>
        <p:blipFill rotWithShape="1">
          <a:blip r:embed="rId3">
            <a:alphaModFix/>
          </a:blip>
          <a:srcRect/>
          <a:stretch/>
        </p:blipFill>
        <p:spPr>
          <a:xfrm>
            <a:off x="10585455" y="5929313"/>
            <a:ext cx="1603375" cy="144462"/>
          </a:xfrm>
          <a:prstGeom prst="rect">
            <a:avLst/>
          </a:prstGeom>
          <a:noFill/>
          <a:ln>
            <a:noFill/>
          </a:ln>
        </p:spPr>
      </p:pic>
      <p:sp>
        <p:nvSpPr>
          <p:cNvPr id="432" name="Google Shape;432;p63"/>
          <p:cNvSpPr/>
          <p:nvPr/>
        </p:nvSpPr>
        <p:spPr>
          <a:xfrm>
            <a:off x="0" y="4567246"/>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63"/>
          <p:cNvSpPr/>
          <p:nvPr/>
        </p:nvSpPr>
        <p:spPr>
          <a:xfrm>
            <a:off x="10585455" y="456724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63"/>
          <p:cNvSpPr txBox="1">
            <a:spLocks noGrp="1"/>
          </p:cNvSpPr>
          <p:nvPr>
            <p:ph type="title"/>
          </p:nvPr>
        </p:nvSpPr>
        <p:spPr>
          <a:xfrm>
            <a:off x="680321" y="609597"/>
            <a:ext cx="9613859" cy="35927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5" name="Google Shape;435;p63"/>
          <p:cNvSpPr txBox="1">
            <a:spLocks noGrp="1"/>
          </p:cNvSpPr>
          <p:nvPr>
            <p:ph type="body" idx="1"/>
          </p:nvPr>
        </p:nvSpPr>
        <p:spPr>
          <a:xfrm>
            <a:off x="680325" y="4711629"/>
            <a:ext cx="9613859" cy="1090789"/>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36" name="Google Shape;436;p63"/>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7" name="Google Shape;437;p63"/>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8" name="Google Shape;438;p63"/>
          <p:cNvSpPr txBox="1">
            <a:spLocks noGrp="1"/>
          </p:cNvSpPr>
          <p:nvPr>
            <p:ph type="sldNum" idx="12"/>
          </p:nvPr>
        </p:nvSpPr>
        <p:spPr>
          <a:xfrm>
            <a:off x="10729913" y="4711708"/>
            <a:ext cx="1154112" cy="1090613"/>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ita con leyenda">
  <p:cSld name="Cita con leyenda">
    <p:spTree>
      <p:nvGrpSpPr>
        <p:cNvPr id="1" name="Shape 439"/>
        <p:cNvGrpSpPr/>
        <p:nvPr/>
      </p:nvGrpSpPr>
      <p:grpSpPr>
        <a:xfrm>
          <a:off x="0" y="0"/>
          <a:ext cx="0" cy="0"/>
          <a:chOff x="0" y="0"/>
          <a:chExt cx="0" cy="0"/>
        </a:xfrm>
      </p:grpSpPr>
      <p:pic>
        <p:nvPicPr>
          <p:cNvPr id="440" name="Google Shape;440;p64" descr="HD-ShadowLong.png"/>
          <p:cNvPicPr preferRelativeResize="0"/>
          <p:nvPr/>
        </p:nvPicPr>
        <p:blipFill rotWithShape="1">
          <a:blip r:embed="rId2">
            <a:alphaModFix/>
          </a:blip>
          <a:srcRect/>
          <a:stretch/>
        </p:blipFill>
        <p:spPr>
          <a:xfrm>
            <a:off x="0" y="5929321"/>
            <a:ext cx="10437813" cy="320675"/>
          </a:xfrm>
          <a:prstGeom prst="rect">
            <a:avLst/>
          </a:prstGeom>
          <a:noFill/>
          <a:ln>
            <a:noFill/>
          </a:ln>
        </p:spPr>
      </p:pic>
      <p:pic>
        <p:nvPicPr>
          <p:cNvPr id="441" name="Google Shape;441;p64" descr="HD-ShadowShort.png"/>
          <p:cNvPicPr preferRelativeResize="0"/>
          <p:nvPr/>
        </p:nvPicPr>
        <p:blipFill rotWithShape="1">
          <a:blip r:embed="rId3">
            <a:alphaModFix/>
          </a:blip>
          <a:srcRect/>
          <a:stretch/>
        </p:blipFill>
        <p:spPr>
          <a:xfrm>
            <a:off x="10585455" y="5929313"/>
            <a:ext cx="1603375" cy="144462"/>
          </a:xfrm>
          <a:prstGeom prst="rect">
            <a:avLst/>
          </a:prstGeom>
          <a:noFill/>
          <a:ln>
            <a:noFill/>
          </a:ln>
        </p:spPr>
      </p:pic>
      <p:sp>
        <p:nvSpPr>
          <p:cNvPr id="442" name="Google Shape;442;p64"/>
          <p:cNvSpPr/>
          <p:nvPr/>
        </p:nvSpPr>
        <p:spPr>
          <a:xfrm>
            <a:off x="0" y="4567246"/>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64"/>
          <p:cNvSpPr/>
          <p:nvPr/>
        </p:nvSpPr>
        <p:spPr>
          <a:xfrm>
            <a:off x="10585455" y="456724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64"/>
          <p:cNvSpPr txBox="1"/>
          <p:nvPr/>
        </p:nvSpPr>
        <p:spPr>
          <a:xfrm>
            <a:off x="584200" y="747717"/>
            <a:ext cx="609600" cy="5857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7200"/>
              <a:buFont typeface="Trebuchet MS"/>
              <a:buNone/>
            </a:pPr>
            <a:r>
              <a:rPr lang="es-ES" sz="7200" b="0" i="0" u="none" strike="noStrike" cap="none">
                <a:solidFill>
                  <a:schemeClr val="lt1"/>
                </a:solidFill>
                <a:latin typeface="Trebuchet MS"/>
                <a:ea typeface="Trebuchet MS"/>
                <a:cs typeface="Trebuchet MS"/>
                <a:sym typeface="Trebuchet MS"/>
              </a:rPr>
              <a:t>“</a:t>
            </a:r>
            <a:endParaRPr sz="1400" b="0" i="0" u="none" strike="noStrike" cap="none">
              <a:solidFill>
                <a:srgbClr val="000000"/>
              </a:solidFill>
              <a:latin typeface="Arial"/>
              <a:ea typeface="Arial"/>
              <a:cs typeface="Arial"/>
              <a:sym typeface="Arial"/>
            </a:endParaRPr>
          </a:p>
        </p:txBody>
      </p:sp>
      <p:sp>
        <p:nvSpPr>
          <p:cNvPr id="445" name="Google Shape;445;p64"/>
          <p:cNvSpPr txBox="1"/>
          <p:nvPr/>
        </p:nvSpPr>
        <p:spPr>
          <a:xfrm>
            <a:off x="9663113" y="3033713"/>
            <a:ext cx="609600" cy="584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7200"/>
              <a:buFont typeface="Trebuchet MS"/>
              <a:buNone/>
            </a:pPr>
            <a:r>
              <a:rPr lang="es-ES" sz="7200" b="0" i="0" u="none" strike="noStrike" cap="none">
                <a:solidFill>
                  <a:schemeClr val="lt1"/>
                </a:solidFill>
                <a:latin typeface="Trebuchet MS"/>
                <a:ea typeface="Trebuchet MS"/>
                <a:cs typeface="Trebuchet MS"/>
                <a:sym typeface="Trebuchet MS"/>
              </a:rPr>
              <a:t>”</a:t>
            </a:r>
            <a:endParaRPr sz="1400" b="0" i="0" u="none" strike="noStrike" cap="none">
              <a:solidFill>
                <a:srgbClr val="000000"/>
              </a:solidFill>
              <a:latin typeface="Arial"/>
              <a:ea typeface="Arial"/>
              <a:cs typeface="Arial"/>
              <a:sym typeface="Arial"/>
            </a:endParaRPr>
          </a:p>
        </p:txBody>
      </p:sp>
      <p:sp>
        <p:nvSpPr>
          <p:cNvPr id="446" name="Google Shape;446;p64"/>
          <p:cNvSpPr txBox="1">
            <a:spLocks noGrp="1"/>
          </p:cNvSpPr>
          <p:nvPr>
            <p:ph type="title"/>
          </p:nvPr>
        </p:nvSpPr>
        <p:spPr>
          <a:xfrm>
            <a:off x="1127856" y="609607"/>
            <a:ext cx="8718877" cy="303606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47" name="Google Shape;447;p64"/>
          <p:cNvSpPr txBox="1">
            <a:spLocks noGrp="1"/>
          </p:cNvSpPr>
          <p:nvPr>
            <p:ph type="body" idx="1"/>
          </p:nvPr>
        </p:nvSpPr>
        <p:spPr>
          <a:xfrm>
            <a:off x="1402289" y="3653379"/>
            <a:ext cx="8156579" cy="5489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48" name="Google Shape;448;p64"/>
          <p:cNvSpPr txBox="1">
            <a:spLocks noGrp="1"/>
          </p:cNvSpPr>
          <p:nvPr>
            <p:ph type="body" idx="2"/>
          </p:nvPr>
        </p:nvSpPr>
        <p:spPr>
          <a:xfrm>
            <a:off x="680325" y="4711629"/>
            <a:ext cx="9613859" cy="1090789"/>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49" name="Google Shape;449;p64"/>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0" name="Google Shape;450;p64"/>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1" name="Google Shape;451;p64"/>
          <p:cNvSpPr txBox="1">
            <a:spLocks noGrp="1"/>
          </p:cNvSpPr>
          <p:nvPr>
            <p:ph type="sldNum" idx="12"/>
          </p:nvPr>
        </p:nvSpPr>
        <p:spPr>
          <a:xfrm>
            <a:off x="10729913" y="4710113"/>
            <a:ext cx="1154112" cy="1090612"/>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452"/>
        <p:cNvGrpSpPr/>
        <p:nvPr/>
      </p:nvGrpSpPr>
      <p:grpSpPr>
        <a:xfrm>
          <a:off x="0" y="0"/>
          <a:ext cx="0" cy="0"/>
          <a:chOff x="0" y="0"/>
          <a:chExt cx="0" cy="0"/>
        </a:xfrm>
      </p:grpSpPr>
      <p:pic>
        <p:nvPicPr>
          <p:cNvPr id="453" name="Google Shape;453;p65" descr="HD-ShadowLong.png"/>
          <p:cNvPicPr preferRelativeResize="0"/>
          <p:nvPr/>
        </p:nvPicPr>
        <p:blipFill rotWithShape="1">
          <a:blip r:embed="rId2">
            <a:alphaModFix/>
          </a:blip>
          <a:srcRect/>
          <a:stretch/>
        </p:blipFill>
        <p:spPr>
          <a:xfrm>
            <a:off x="0" y="5929321"/>
            <a:ext cx="10437813" cy="320675"/>
          </a:xfrm>
          <a:prstGeom prst="rect">
            <a:avLst/>
          </a:prstGeom>
          <a:noFill/>
          <a:ln>
            <a:noFill/>
          </a:ln>
        </p:spPr>
      </p:pic>
      <p:pic>
        <p:nvPicPr>
          <p:cNvPr id="454" name="Google Shape;454;p65" descr="HD-ShadowShort.png"/>
          <p:cNvPicPr preferRelativeResize="0"/>
          <p:nvPr/>
        </p:nvPicPr>
        <p:blipFill rotWithShape="1">
          <a:blip r:embed="rId3">
            <a:alphaModFix/>
          </a:blip>
          <a:srcRect/>
          <a:stretch/>
        </p:blipFill>
        <p:spPr>
          <a:xfrm>
            <a:off x="10585455" y="5929313"/>
            <a:ext cx="1603375" cy="144462"/>
          </a:xfrm>
          <a:prstGeom prst="rect">
            <a:avLst/>
          </a:prstGeom>
          <a:noFill/>
          <a:ln>
            <a:noFill/>
          </a:ln>
        </p:spPr>
      </p:pic>
      <p:sp>
        <p:nvSpPr>
          <p:cNvPr id="455" name="Google Shape;455;p65"/>
          <p:cNvSpPr/>
          <p:nvPr/>
        </p:nvSpPr>
        <p:spPr>
          <a:xfrm>
            <a:off x="0" y="4567246"/>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65"/>
          <p:cNvSpPr/>
          <p:nvPr/>
        </p:nvSpPr>
        <p:spPr>
          <a:xfrm>
            <a:off x="10585455" y="4567246"/>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65"/>
          <p:cNvSpPr txBox="1">
            <a:spLocks noGrp="1"/>
          </p:cNvSpPr>
          <p:nvPr>
            <p:ph type="title"/>
          </p:nvPr>
        </p:nvSpPr>
        <p:spPr>
          <a:xfrm>
            <a:off x="680326" y="4711629"/>
            <a:ext cx="9613863" cy="58853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8" name="Google Shape;458;p65"/>
          <p:cNvSpPr txBox="1">
            <a:spLocks noGrp="1"/>
          </p:cNvSpPr>
          <p:nvPr>
            <p:ph type="body" idx="1"/>
          </p:nvPr>
        </p:nvSpPr>
        <p:spPr>
          <a:xfrm>
            <a:off x="680326" y="5300163"/>
            <a:ext cx="9613863" cy="50225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459" name="Google Shape;459;p65"/>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0" name="Google Shape;460;p65"/>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1" name="Google Shape;461;p65"/>
          <p:cNvSpPr txBox="1">
            <a:spLocks noGrp="1"/>
          </p:cNvSpPr>
          <p:nvPr>
            <p:ph type="sldNum" idx="12"/>
          </p:nvPr>
        </p:nvSpPr>
        <p:spPr>
          <a:xfrm>
            <a:off x="10729913" y="4710113"/>
            <a:ext cx="1154112" cy="1090612"/>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3 columnas">
  <p:cSld name="3 columnas">
    <p:spTree>
      <p:nvGrpSpPr>
        <p:cNvPr id="1" name="Shape 462"/>
        <p:cNvGrpSpPr/>
        <p:nvPr/>
      </p:nvGrpSpPr>
      <p:grpSpPr>
        <a:xfrm>
          <a:off x="0" y="0"/>
          <a:ext cx="0" cy="0"/>
          <a:chOff x="0" y="0"/>
          <a:chExt cx="0" cy="0"/>
        </a:xfrm>
      </p:grpSpPr>
      <p:pic>
        <p:nvPicPr>
          <p:cNvPr id="463" name="Google Shape;463;p66"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464" name="Google Shape;464;p66"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465" name="Google Shape;465;p66"/>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66"/>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66"/>
          <p:cNvSpPr txBox="1">
            <a:spLocks noGrp="1"/>
          </p:cNvSpPr>
          <p:nvPr>
            <p:ph type="title"/>
          </p:nvPr>
        </p:nvSpPr>
        <p:spPr>
          <a:xfrm>
            <a:off x="669221" y="753228"/>
            <a:ext cx="9624960" cy="108093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68" name="Google Shape;468;p66"/>
          <p:cNvSpPr txBox="1">
            <a:spLocks noGrp="1"/>
          </p:cNvSpPr>
          <p:nvPr>
            <p:ph type="body" idx="1"/>
          </p:nvPr>
        </p:nvSpPr>
        <p:spPr>
          <a:xfrm>
            <a:off x="660945" y="2336873"/>
            <a:ext cx="307003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69" name="Google Shape;469;p66"/>
          <p:cNvSpPr txBox="1">
            <a:spLocks noGrp="1"/>
          </p:cNvSpPr>
          <p:nvPr>
            <p:ph type="body" idx="2"/>
          </p:nvPr>
        </p:nvSpPr>
        <p:spPr>
          <a:xfrm>
            <a:off x="680330" y="3022683"/>
            <a:ext cx="3049703"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470" name="Google Shape;470;p66"/>
          <p:cNvSpPr txBox="1">
            <a:spLocks noGrp="1"/>
          </p:cNvSpPr>
          <p:nvPr>
            <p:ph type="body" idx="3"/>
          </p:nvPr>
        </p:nvSpPr>
        <p:spPr>
          <a:xfrm>
            <a:off x="3956025" y="2336873"/>
            <a:ext cx="3063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71" name="Google Shape;471;p66"/>
          <p:cNvSpPr txBox="1">
            <a:spLocks noGrp="1"/>
          </p:cNvSpPr>
          <p:nvPr>
            <p:ph type="body" idx="4"/>
          </p:nvPr>
        </p:nvSpPr>
        <p:spPr>
          <a:xfrm>
            <a:off x="3945471" y="3022683"/>
            <a:ext cx="3063240"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472" name="Google Shape;472;p66"/>
          <p:cNvSpPr txBox="1">
            <a:spLocks noGrp="1"/>
          </p:cNvSpPr>
          <p:nvPr>
            <p:ph type="body" idx="5"/>
          </p:nvPr>
        </p:nvSpPr>
        <p:spPr>
          <a:xfrm>
            <a:off x="7224165" y="2336873"/>
            <a:ext cx="307002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73" name="Google Shape;473;p66"/>
          <p:cNvSpPr txBox="1">
            <a:spLocks noGrp="1"/>
          </p:cNvSpPr>
          <p:nvPr>
            <p:ph type="body" idx="6"/>
          </p:nvPr>
        </p:nvSpPr>
        <p:spPr>
          <a:xfrm>
            <a:off x="7224165" y="3022683"/>
            <a:ext cx="3070025"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474" name="Google Shape;474;p66"/>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5" name="Google Shape;475;p66"/>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6" name="Google Shape;476;p66"/>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lumna de 3 imágenes">
  <p:cSld name="Columna de 3 imágenes">
    <p:spTree>
      <p:nvGrpSpPr>
        <p:cNvPr id="1" name="Shape 477"/>
        <p:cNvGrpSpPr/>
        <p:nvPr/>
      </p:nvGrpSpPr>
      <p:grpSpPr>
        <a:xfrm>
          <a:off x="0" y="0"/>
          <a:ext cx="0" cy="0"/>
          <a:chOff x="0" y="0"/>
          <a:chExt cx="0" cy="0"/>
        </a:xfrm>
      </p:grpSpPr>
      <p:pic>
        <p:nvPicPr>
          <p:cNvPr id="478" name="Google Shape;478;p67"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479" name="Google Shape;479;p67"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480" name="Google Shape;480;p67"/>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67"/>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67"/>
          <p:cNvSpPr txBox="1">
            <a:spLocks noGrp="1"/>
          </p:cNvSpPr>
          <p:nvPr>
            <p:ph type="title"/>
          </p:nvPr>
        </p:nvSpPr>
        <p:spPr>
          <a:xfrm>
            <a:off x="680323" y="753228"/>
            <a:ext cx="9613860" cy="108093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83" name="Google Shape;483;p67"/>
          <p:cNvSpPr txBox="1">
            <a:spLocks noGrp="1"/>
          </p:cNvSpPr>
          <p:nvPr>
            <p:ph type="body" idx="1"/>
          </p:nvPr>
        </p:nvSpPr>
        <p:spPr>
          <a:xfrm>
            <a:off x="680328" y="4297503"/>
            <a:ext cx="304970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84" name="Google Shape;484;p67"/>
          <p:cNvSpPr>
            <a:spLocks noGrp="1"/>
          </p:cNvSpPr>
          <p:nvPr>
            <p:ph type="pic" idx="2"/>
          </p:nvPr>
        </p:nvSpPr>
        <p:spPr>
          <a:xfrm>
            <a:off x="680328" y="2336873"/>
            <a:ext cx="3049705" cy="1524000"/>
          </a:xfrm>
          <a:prstGeom prst="roundRect">
            <a:avLst>
              <a:gd name="adj" fmla="val 0"/>
            </a:avLst>
          </a:prstGeom>
          <a:noFill/>
          <a:ln>
            <a:noFill/>
          </a:ln>
          <a:effectLst>
            <a:outerShdw blurRad="50800" dist="50800" dir="5400000" algn="tl" rotWithShape="0">
              <a:srgbClr val="000000">
                <a:alpha val="42352"/>
              </a:srgbClr>
            </a:outerShdw>
          </a:effectLst>
        </p:spPr>
      </p:sp>
      <p:sp>
        <p:nvSpPr>
          <p:cNvPr id="485" name="Google Shape;485;p67"/>
          <p:cNvSpPr txBox="1">
            <a:spLocks noGrp="1"/>
          </p:cNvSpPr>
          <p:nvPr>
            <p:ph type="body" idx="3"/>
          </p:nvPr>
        </p:nvSpPr>
        <p:spPr>
          <a:xfrm>
            <a:off x="680328" y="4873765"/>
            <a:ext cx="3049705"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486" name="Google Shape;486;p67"/>
          <p:cNvSpPr txBox="1">
            <a:spLocks noGrp="1"/>
          </p:cNvSpPr>
          <p:nvPr>
            <p:ph type="body" idx="4"/>
          </p:nvPr>
        </p:nvSpPr>
        <p:spPr>
          <a:xfrm>
            <a:off x="3945471" y="4297503"/>
            <a:ext cx="3063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87" name="Google Shape;487;p67"/>
          <p:cNvSpPr>
            <a:spLocks noGrp="1"/>
          </p:cNvSpPr>
          <p:nvPr>
            <p:ph type="pic" idx="5"/>
          </p:nvPr>
        </p:nvSpPr>
        <p:spPr>
          <a:xfrm>
            <a:off x="3945471" y="2336873"/>
            <a:ext cx="3063240" cy="1524000"/>
          </a:xfrm>
          <a:prstGeom prst="roundRect">
            <a:avLst>
              <a:gd name="adj" fmla="val 0"/>
            </a:avLst>
          </a:prstGeom>
          <a:noFill/>
          <a:ln>
            <a:noFill/>
          </a:ln>
          <a:effectLst>
            <a:outerShdw blurRad="50800" dist="50800" dir="5400000" algn="tl" rotWithShape="0">
              <a:srgbClr val="000000">
                <a:alpha val="42352"/>
              </a:srgbClr>
            </a:outerShdw>
          </a:effectLst>
        </p:spPr>
      </p:sp>
      <p:sp>
        <p:nvSpPr>
          <p:cNvPr id="488" name="Google Shape;488;p67"/>
          <p:cNvSpPr txBox="1">
            <a:spLocks noGrp="1"/>
          </p:cNvSpPr>
          <p:nvPr>
            <p:ph type="body" idx="6"/>
          </p:nvPr>
        </p:nvSpPr>
        <p:spPr>
          <a:xfrm>
            <a:off x="3944126" y="4873764"/>
            <a:ext cx="3067297"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489" name="Google Shape;489;p67"/>
          <p:cNvSpPr txBox="1">
            <a:spLocks noGrp="1"/>
          </p:cNvSpPr>
          <p:nvPr>
            <p:ph type="body" idx="7"/>
          </p:nvPr>
        </p:nvSpPr>
        <p:spPr>
          <a:xfrm>
            <a:off x="7230688" y="4297503"/>
            <a:ext cx="306350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90" name="Google Shape;490;p67"/>
          <p:cNvSpPr>
            <a:spLocks noGrp="1"/>
          </p:cNvSpPr>
          <p:nvPr>
            <p:ph type="pic" idx="8"/>
          </p:nvPr>
        </p:nvSpPr>
        <p:spPr>
          <a:xfrm>
            <a:off x="7230686" y="2336873"/>
            <a:ext cx="3063505" cy="1524000"/>
          </a:xfrm>
          <a:prstGeom prst="roundRect">
            <a:avLst>
              <a:gd name="adj" fmla="val 0"/>
            </a:avLst>
          </a:prstGeom>
          <a:noFill/>
          <a:ln>
            <a:noFill/>
          </a:ln>
          <a:effectLst>
            <a:outerShdw blurRad="50800" dist="50800" dir="5400000" algn="tl" rotWithShape="0">
              <a:srgbClr val="000000">
                <a:alpha val="42352"/>
              </a:srgbClr>
            </a:outerShdw>
          </a:effectLst>
        </p:spPr>
      </p:sp>
      <p:sp>
        <p:nvSpPr>
          <p:cNvPr id="491" name="Google Shape;491;p67"/>
          <p:cNvSpPr txBox="1">
            <a:spLocks noGrp="1"/>
          </p:cNvSpPr>
          <p:nvPr>
            <p:ph type="body" idx="9"/>
          </p:nvPr>
        </p:nvSpPr>
        <p:spPr>
          <a:xfrm>
            <a:off x="7230553" y="4873762"/>
            <a:ext cx="3067563"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492" name="Google Shape;492;p67"/>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3" name="Google Shape;493;p67"/>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4" name="Google Shape;494;p67"/>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495"/>
        <p:cNvGrpSpPr/>
        <p:nvPr/>
      </p:nvGrpSpPr>
      <p:grpSpPr>
        <a:xfrm>
          <a:off x="0" y="0"/>
          <a:ext cx="0" cy="0"/>
          <a:chOff x="0" y="0"/>
          <a:chExt cx="0" cy="0"/>
        </a:xfrm>
      </p:grpSpPr>
      <p:pic>
        <p:nvPicPr>
          <p:cNvPr id="496" name="Google Shape;496;p68" descr="HD-ShadowLong.png"/>
          <p:cNvPicPr preferRelativeResize="0"/>
          <p:nvPr/>
        </p:nvPicPr>
        <p:blipFill rotWithShape="1">
          <a:blip r:embed="rId2">
            <a:alphaModFix/>
          </a:blip>
          <a:srcRect/>
          <a:stretch/>
        </p:blipFill>
        <p:spPr>
          <a:xfrm>
            <a:off x="0" y="1970096"/>
            <a:ext cx="10437813" cy="320675"/>
          </a:xfrm>
          <a:prstGeom prst="rect">
            <a:avLst/>
          </a:prstGeom>
          <a:noFill/>
          <a:ln>
            <a:noFill/>
          </a:ln>
        </p:spPr>
      </p:pic>
      <p:pic>
        <p:nvPicPr>
          <p:cNvPr id="497" name="Google Shape;497;p68" descr="HD-ShadowShort.png"/>
          <p:cNvPicPr preferRelativeResize="0"/>
          <p:nvPr/>
        </p:nvPicPr>
        <p:blipFill rotWithShape="1">
          <a:blip r:embed="rId3">
            <a:alphaModFix/>
          </a:blip>
          <a:srcRect/>
          <a:stretch/>
        </p:blipFill>
        <p:spPr>
          <a:xfrm>
            <a:off x="10585455" y="1971679"/>
            <a:ext cx="1603375" cy="144463"/>
          </a:xfrm>
          <a:prstGeom prst="rect">
            <a:avLst/>
          </a:prstGeom>
          <a:noFill/>
          <a:ln>
            <a:noFill/>
          </a:ln>
        </p:spPr>
      </p:pic>
      <p:sp>
        <p:nvSpPr>
          <p:cNvPr id="498" name="Google Shape;498;p68"/>
          <p:cNvSpPr/>
          <p:nvPr/>
        </p:nvSpPr>
        <p:spPr>
          <a:xfrm>
            <a:off x="0" y="609608"/>
            <a:ext cx="10437813"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68"/>
          <p:cNvSpPr/>
          <p:nvPr/>
        </p:nvSpPr>
        <p:spPr>
          <a:xfrm>
            <a:off x="10585455" y="6096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68"/>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01" name="Google Shape;501;p68"/>
          <p:cNvSpPr txBox="1">
            <a:spLocks noGrp="1"/>
          </p:cNvSpPr>
          <p:nvPr>
            <p:ph type="body" idx="1"/>
          </p:nvPr>
        </p:nvSpPr>
        <p:spPr>
          <a:xfrm rot="5400000">
            <a:off x="3688559" y="-670718"/>
            <a:ext cx="3598863" cy="96139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2" name="Google Shape;502;p68"/>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3" name="Google Shape;503;p68"/>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4" name="Google Shape;504;p68"/>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ítulo y texto verticales" type="vertTitleAndTx">
  <p:cSld name="VERTICAL_TITLE_AND_VERTICAL_TEXT">
    <p:spTree>
      <p:nvGrpSpPr>
        <p:cNvPr id="1" name="Shape 505"/>
        <p:cNvGrpSpPr/>
        <p:nvPr/>
      </p:nvGrpSpPr>
      <p:grpSpPr>
        <a:xfrm>
          <a:off x="0" y="0"/>
          <a:ext cx="0" cy="0"/>
          <a:chOff x="0" y="0"/>
          <a:chExt cx="0" cy="0"/>
        </a:xfrm>
      </p:grpSpPr>
      <p:sp>
        <p:nvSpPr>
          <p:cNvPr id="506" name="Google Shape;506;p69"/>
          <p:cNvSpPr/>
          <p:nvPr/>
        </p:nvSpPr>
        <p:spPr>
          <a:xfrm rot="5400000">
            <a:off x="8116094" y="1869289"/>
            <a:ext cx="5106988" cy="1368425"/>
          </a:xfrm>
          <a:prstGeom prst="rect">
            <a:avLst/>
          </a:prstGeom>
          <a:solidFill>
            <a:srgbClr val="9191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69"/>
          <p:cNvSpPr/>
          <p:nvPr/>
        </p:nvSpPr>
        <p:spPr>
          <a:xfrm rot="5400000">
            <a:off x="9867906" y="5372108"/>
            <a:ext cx="1603375" cy="1368425"/>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69"/>
          <p:cNvSpPr txBox="1">
            <a:spLocks noGrp="1"/>
          </p:cNvSpPr>
          <p:nvPr>
            <p:ph type="title"/>
          </p:nvPr>
        </p:nvSpPr>
        <p:spPr>
          <a:xfrm rot="5400000">
            <a:off x="8489255" y="2249575"/>
            <a:ext cx="4353760" cy="107380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09" name="Google Shape;509;p69"/>
          <p:cNvSpPr txBox="1">
            <a:spLocks noGrp="1"/>
          </p:cNvSpPr>
          <p:nvPr>
            <p:ph type="body" idx="1"/>
          </p:nvPr>
        </p:nvSpPr>
        <p:spPr>
          <a:xfrm rot="5400000">
            <a:off x="2452029" y="-1162099"/>
            <a:ext cx="5326589" cy="887000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0" name="Google Shape;510;p69"/>
          <p:cNvSpPr txBox="1">
            <a:spLocks noGrp="1"/>
          </p:cNvSpPr>
          <p:nvPr>
            <p:ph type="dt" idx="10"/>
          </p:nvPr>
        </p:nvSpPr>
        <p:spPr>
          <a:xfrm>
            <a:off x="6807200" y="5935671"/>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1" name="Google Shape;511;p69"/>
          <p:cNvSpPr txBox="1">
            <a:spLocks noGrp="1"/>
          </p:cNvSpPr>
          <p:nvPr>
            <p:ph type="ftr" idx="11"/>
          </p:nvPr>
        </p:nvSpPr>
        <p:spPr>
          <a:xfrm>
            <a:off x="681037" y="5935671"/>
            <a:ext cx="6126163"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2" name="Google Shape;512;p69"/>
          <p:cNvSpPr txBox="1">
            <a:spLocks noGrp="1"/>
          </p:cNvSpPr>
          <p:nvPr>
            <p:ph type="sldNum" idx="12"/>
          </p:nvPr>
        </p:nvSpPr>
        <p:spPr>
          <a:xfrm>
            <a:off x="10098088" y="5399088"/>
            <a:ext cx="1154112" cy="1090612"/>
          </a:xfrm>
          <a:prstGeom prst="rect">
            <a:avLst/>
          </a:prstGeom>
          <a:noFill/>
          <a:ln>
            <a:noFill/>
          </a:ln>
        </p:spPr>
        <p:txBody>
          <a:bodyPr spcFirstLastPara="1" wrap="square" lIns="91425" tIns="45700" rIns="91425" bIns="45700" anchor="t" anchorCtr="0">
            <a:noAutofit/>
          </a:bodyPr>
          <a:lstStyle>
            <a:lvl1pPr marL="0" marR="0" lvl="0"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ctr">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513"/>
        <p:cNvGrpSpPr/>
        <p:nvPr/>
      </p:nvGrpSpPr>
      <p:grpSpPr>
        <a:xfrm>
          <a:off x="0" y="0"/>
          <a:ext cx="0" cy="0"/>
          <a:chOff x="0" y="0"/>
          <a:chExt cx="0" cy="0"/>
        </a:xfrm>
      </p:grpSpPr>
      <p:sp>
        <p:nvSpPr>
          <p:cNvPr id="514" name="Google Shape;514;p70"/>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5" name="Google Shape;515;p70"/>
          <p:cNvSpPr txBox="1">
            <a:spLocks noGrp="1"/>
          </p:cNvSpPr>
          <p:nvPr>
            <p:ph type="body" idx="1"/>
          </p:nvPr>
        </p:nvSpPr>
        <p:spPr>
          <a:xfrm>
            <a:off x="4438" y="6451617"/>
            <a:ext cx="4190993" cy="35719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400"/>
              <a:buNone/>
              <a:defRPr sz="1400"/>
            </a:lvl3pPr>
            <a:lvl4pPr marL="1828800" lvl="3" indent="-228600" algn="l">
              <a:lnSpc>
                <a:spcPct val="90000"/>
              </a:lnSpc>
              <a:spcBef>
                <a:spcPts val="500"/>
              </a:spcBef>
              <a:spcAft>
                <a:spcPts val="0"/>
              </a:spcAft>
              <a:buClr>
                <a:schemeClr val="lt1"/>
              </a:buClr>
              <a:buSzPts val="1400"/>
              <a:buNone/>
              <a:defRPr sz="1400"/>
            </a:lvl4pPr>
            <a:lvl5pPr marL="2286000" lvl="4" indent="-228600" algn="l">
              <a:lnSpc>
                <a:spcPct val="90000"/>
              </a:lnSpc>
              <a:spcBef>
                <a:spcPts val="5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6" name="Google Shape;516;p70"/>
          <p:cNvSpPr txBox="1">
            <a:spLocks noGrp="1"/>
          </p:cNvSpPr>
          <p:nvPr>
            <p:ph type="body" idx="2"/>
          </p:nvPr>
        </p:nvSpPr>
        <p:spPr>
          <a:xfrm>
            <a:off x="1097279" y="1845734"/>
            <a:ext cx="10058401" cy="4023360"/>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lt1"/>
              </a:buClr>
              <a:buSzPts val="2800"/>
              <a:buChar char="•"/>
              <a:defRPr sz="2800"/>
            </a:lvl1pPr>
            <a:lvl2pPr marL="914400" lvl="1" indent="-381000" algn="l">
              <a:lnSpc>
                <a:spcPct val="90000"/>
              </a:lnSpc>
              <a:spcBef>
                <a:spcPts val="500"/>
              </a:spcBef>
              <a:spcAft>
                <a:spcPts val="0"/>
              </a:spcAft>
              <a:buClr>
                <a:schemeClr val="lt1"/>
              </a:buClr>
              <a:buSzPts val="2400"/>
              <a:buChar char="•"/>
              <a:defRPr sz="2400"/>
            </a:lvl2pPr>
            <a:lvl3pPr marL="1371600" lvl="2" indent="-355600" algn="l">
              <a:lnSpc>
                <a:spcPct val="90000"/>
              </a:lnSpc>
              <a:spcBef>
                <a:spcPts val="500"/>
              </a:spcBef>
              <a:spcAft>
                <a:spcPts val="0"/>
              </a:spcAft>
              <a:buClr>
                <a:schemeClr val="lt1"/>
              </a:buClr>
              <a:buSzPts val="2000"/>
              <a:buChar char="•"/>
              <a:defRPr sz="2000"/>
            </a:lvl3pPr>
            <a:lvl4pPr marL="1828800" lvl="3" indent="-342900" algn="l">
              <a:lnSpc>
                <a:spcPct val="90000"/>
              </a:lnSpc>
              <a:spcBef>
                <a:spcPts val="500"/>
              </a:spcBef>
              <a:spcAft>
                <a:spcPts val="0"/>
              </a:spcAft>
              <a:buClr>
                <a:schemeClr val="lt1"/>
              </a:buClr>
              <a:buSzPts val="1800"/>
              <a:buChar char="•"/>
              <a:defRPr sz="1800"/>
            </a:lvl4pPr>
            <a:lvl5pPr marL="2286000" lvl="4" indent="-330200" algn="l">
              <a:lnSpc>
                <a:spcPct val="90000"/>
              </a:lnSpc>
              <a:spcBef>
                <a:spcPts val="500"/>
              </a:spcBef>
              <a:spcAft>
                <a:spcPts val="0"/>
              </a:spcAft>
              <a:buClr>
                <a:schemeClr val="lt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7" name="Google Shape;517;p70"/>
          <p:cNvSpPr txBox="1">
            <a:spLocks noGrp="1"/>
          </p:cNvSpPr>
          <p:nvPr>
            <p:ph type="ftr" idx="11"/>
          </p:nvPr>
        </p:nvSpPr>
        <p:spPr>
          <a:xfrm>
            <a:off x="4241803" y="6459546"/>
            <a:ext cx="51831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8" name="Google Shape;518;p70"/>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5.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theme" Target="../theme/theme3.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image" Target="../media/image6.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19" Type="http://schemas.openxmlformats.org/officeDocument/2006/relationships/theme" Target="../theme/theme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623888" y="500065"/>
            <a:ext cx="10806112" cy="1273175"/>
          </a:xfrm>
          <a:prstGeom prst="rect">
            <a:avLst/>
          </a:prstGeom>
          <a:noFill/>
          <a:ln>
            <a:noFill/>
          </a:ln>
        </p:spPr>
        <p:txBody>
          <a:bodyPr spcFirstLastPara="1" wrap="square" lIns="91425" tIns="45700" rIns="91425" bIns="45700" anchor="ctr" anchorCtr="0">
            <a:noAutofit/>
          </a:bodyPr>
          <a:lstStyle>
            <a:lvl1pPr marR="0" lvl="0"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1pPr>
            <a:lvl2pPr marR="0" lvl="1"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2pPr>
            <a:lvl3pPr marR="0" lvl="2"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3pPr>
            <a:lvl4pPr marR="0" lvl="3"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4pPr>
            <a:lvl5pPr marR="0" lvl="4"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5pPr>
            <a:lvl6pPr marR="0" lvl="5"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6pPr>
            <a:lvl7pPr marR="0" lvl="6"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7pPr>
            <a:lvl8pPr marR="0" lvl="7"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8pPr>
            <a:lvl9pPr marR="0" lvl="8" algn="l" rtl="0">
              <a:lnSpc>
                <a:spcPct val="85000"/>
              </a:lnSpc>
              <a:spcBef>
                <a:spcPts val="0"/>
              </a:spcBef>
              <a:spcAft>
                <a:spcPts val="0"/>
              </a:spcAft>
              <a:buClr>
                <a:srgbClr val="000000"/>
              </a:buClr>
              <a:buSzPts val="1400"/>
              <a:buFont typeface="Arial"/>
              <a:buNone/>
              <a:defRPr sz="3600" b="0" i="0" u="none" strike="noStrike" cap="none">
                <a:solidFill>
                  <a:schemeClr val="accent1"/>
                </a:solidFill>
                <a:latin typeface="Calibri"/>
                <a:ea typeface="Calibri"/>
                <a:cs typeface="Calibri"/>
                <a:sym typeface="Calibri"/>
              </a:defRPr>
            </a:lvl9pPr>
          </a:lstStyle>
          <a:p>
            <a:endParaRPr/>
          </a:p>
        </p:txBody>
      </p:sp>
      <p:sp>
        <p:nvSpPr>
          <p:cNvPr id="11" name="Google Shape;11;p15"/>
          <p:cNvSpPr txBox="1">
            <a:spLocks noGrp="1"/>
          </p:cNvSpPr>
          <p:nvPr>
            <p:ph type="body" idx="1"/>
          </p:nvPr>
        </p:nvSpPr>
        <p:spPr>
          <a:xfrm>
            <a:off x="676276" y="2011365"/>
            <a:ext cx="10753725" cy="3767137"/>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85000"/>
              </a:lnSpc>
              <a:spcBef>
                <a:spcPts val="975"/>
              </a:spcBef>
              <a:spcAft>
                <a:spcPts val="0"/>
              </a:spcAft>
              <a:buClr>
                <a:srgbClr val="C00000"/>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42900" algn="l" rtl="0">
              <a:lnSpc>
                <a:spcPct val="85000"/>
              </a:lnSpc>
              <a:spcBef>
                <a:spcPts val="450"/>
              </a:spcBef>
              <a:spcAft>
                <a:spcPts val="0"/>
              </a:spcAft>
              <a:buClr>
                <a:srgbClr val="262626"/>
              </a:buClr>
              <a:buSzPts val="1800"/>
              <a:buFont typeface="Arial"/>
              <a:buChar char=" "/>
              <a:defRPr sz="1800" b="0" i="0" u="none" strike="noStrike" cap="none">
                <a:solidFill>
                  <a:srgbClr val="262626"/>
                </a:solidFill>
                <a:latin typeface="Calibri"/>
                <a:ea typeface="Calibri"/>
                <a:cs typeface="Calibri"/>
                <a:sym typeface="Calibri"/>
              </a:defRPr>
            </a:lvl2pPr>
            <a:lvl3pPr marL="1371600" marR="0" lvl="2" indent="-323850" algn="l" rtl="0">
              <a:lnSpc>
                <a:spcPct val="85000"/>
              </a:lnSpc>
              <a:spcBef>
                <a:spcPts val="450"/>
              </a:spcBef>
              <a:spcAft>
                <a:spcPts val="0"/>
              </a:spcAft>
              <a:buClr>
                <a:srgbClr val="262626"/>
              </a:buClr>
              <a:buSzPts val="1500"/>
              <a:buFont typeface="Arial"/>
              <a:buChar char=" "/>
              <a:defRPr sz="1500" b="0" i="1" u="none" strike="noStrike" cap="none">
                <a:solidFill>
                  <a:srgbClr val="262626"/>
                </a:solidFill>
                <a:latin typeface="Calibri"/>
                <a:ea typeface="Calibri"/>
                <a:cs typeface="Calibri"/>
                <a:sym typeface="Calibri"/>
              </a:defRPr>
            </a:lvl3pPr>
            <a:lvl4pPr marL="1828800" marR="0" lvl="3" indent="-311150" algn="l" rtl="0">
              <a:lnSpc>
                <a:spcPct val="85000"/>
              </a:lnSpc>
              <a:spcBef>
                <a:spcPts val="450"/>
              </a:spcBef>
              <a:spcAft>
                <a:spcPts val="0"/>
              </a:spcAft>
              <a:buClr>
                <a:srgbClr val="262626"/>
              </a:buClr>
              <a:buSzPts val="1300"/>
              <a:buFont typeface="Arial"/>
              <a:buChar char=" "/>
              <a:defRPr sz="1300" b="0" i="0" u="none" strike="noStrike" cap="none">
                <a:solidFill>
                  <a:srgbClr val="262626"/>
                </a:solidFill>
                <a:latin typeface="Calibri"/>
                <a:ea typeface="Calibri"/>
                <a:cs typeface="Calibri"/>
                <a:sym typeface="Calibri"/>
              </a:defRPr>
            </a:lvl4pPr>
            <a:lvl5pPr marL="2286000" marR="0" lvl="4" indent="-311150" algn="l" rtl="0">
              <a:lnSpc>
                <a:spcPct val="85000"/>
              </a:lnSpc>
              <a:spcBef>
                <a:spcPts val="450"/>
              </a:spcBef>
              <a:spcAft>
                <a:spcPts val="0"/>
              </a:spcAft>
              <a:buClr>
                <a:srgbClr val="262626"/>
              </a:buClr>
              <a:buSzPts val="1300"/>
              <a:buFont typeface="Arial"/>
              <a:buChar char=" "/>
              <a:defRPr sz="1300" b="0" i="0" u="none" strike="noStrike" cap="none">
                <a:solidFill>
                  <a:srgbClr val="262626"/>
                </a:solidFill>
                <a:latin typeface="Calibri"/>
                <a:ea typeface="Calibri"/>
                <a:cs typeface="Calibri"/>
                <a:sym typeface="Calibri"/>
              </a:defRPr>
            </a:lvl5pPr>
            <a:lvl6pPr marL="2743200" marR="0" lvl="5" indent="-314325" algn="l" rtl="0">
              <a:lnSpc>
                <a:spcPct val="85000"/>
              </a:lnSpc>
              <a:spcBef>
                <a:spcPts val="450"/>
              </a:spcBef>
              <a:spcAft>
                <a:spcPts val="0"/>
              </a:spcAft>
              <a:buClr>
                <a:srgbClr val="262626"/>
              </a:buClr>
              <a:buSzPts val="1350"/>
              <a:buFont typeface="Arial"/>
              <a:buChar char=" "/>
              <a:defRPr sz="1350" b="0" i="0" u="none" strike="noStrike" cap="none">
                <a:solidFill>
                  <a:srgbClr val="262626"/>
                </a:solidFill>
                <a:latin typeface="Calibri"/>
                <a:ea typeface="Calibri"/>
                <a:cs typeface="Calibri"/>
                <a:sym typeface="Calibri"/>
              </a:defRPr>
            </a:lvl6pPr>
            <a:lvl7pPr marL="3200400" marR="0" lvl="6" indent="-314325" algn="l" rtl="0">
              <a:lnSpc>
                <a:spcPct val="85000"/>
              </a:lnSpc>
              <a:spcBef>
                <a:spcPts val="450"/>
              </a:spcBef>
              <a:spcAft>
                <a:spcPts val="0"/>
              </a:spcAft>
              <a:buClr>
                <a:srgbClr val="262626"/>
              </a:buClr>
              <a:buSzPts val="1350"/>
              <a:buFont typeface="Arial"/>
              <a:buChar char=" "/>
              <a:defRPr sz="1350" b="0" i="0" u="none" strike="noStrike" cap="none">
                <a:solidFill>
                  <a:srgbClr val="262626"/>
                </a:solidFill>
                <a:latin typeface="Calibri"/>
                <a:ea typeface="Calibri"/>
                <a:cs typeface="Calibri"/>
                <a:sym typeface="Calibri"/>
              </a:defRPr>
            </a:lvl7pPr>
            <a:lvl8pPr marL="3657600" marR="0" lvl="7" indent="-314325" algn="l" rtl="0">
              <a:lnSpc>
                <a:spcPct val="85000"/>
              </a:lnSpc>
              <a:spcBef>
                <a:spcPts val="450"/>
              </a:spcBef>
              <a:spcAft>
                <a:spcPts val="0"/>
              </a:spcAft>
              <a:buClr>
                <a:srgbClr val="262626"/>
              </a:buClr>
              <a:buSzPts val="1350"/>
              <a:buFont typeface="Arial"/>
              <a:buChar char=" "/>
              <a:defRPr sz="1350" b="0" i="0" u="none" strike="noStrike" cap="none">
                <a:solidFill>
                  <a:srgbClr val="262626"/>
                </a:solidFill>
                <a:latin typeface="Calibri"/>
                <a:ea typeface="Calibri"/>
                <a:cs typeface="Calibri"/>
                <a:sym typeface="Calibri"/>
              </a:defRPr>
            </a:lvl8pPr>
            <a:lvl9pPr marL="4114800" marR="0" lvl="8" indent="-314325" algn="l" rtl="0">
              <a:lnSpc>
                <a:spcPct val="85000"/>
              </a:lnSpc>
              <a:spcBef>
                <a:spcPts val="450"/>
              </a:spcBef>
              <a:spcAft>
                <a:spcPts val="0"/>
              </a:spcAft>
              <a:buClr>
                <a:srgbClr val="262626"/>
              </a:buClr>
              <a:buSzPts val="1350"/>
              <a:buFont typeface="Arial"/>
              <a:buChar char=" "/>
              <a:defRPr sz="1350" b="0" i="0" u="none" strike="noStrike" cap="none">
                <a:solidFill>
                  <a:srgbClr val="262626"/>
                </a:solidFill>
                <a:latin typeface="Calibri"/>
                <a:ea typeface="Calibri"/>
                <a:cs typeface="Calibri"/>
                <a:sym typeface="Calibri"/>
              </a:defRPr>
            </a:lvl9pPr>
          </a:lstStyle>
          <a:p>
            <a:endParaRPr/>
          </a:p>
        </p:txBody>
      </p:sp>
      <p:sp>
        <p:nvSpPr>
          <p:cNvPr id="12" name="Google Shape;12;p15"/>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7725"/>
              <a:buFont typeface="Arial"/>
              <a:buNone/>
              <a:defRPr sz="7725" b="0" i="0" u="none" strike="noStrike" cap="none">
                <a:solidFill>
                  <a:schemeClr val="accen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3" name="Google Shape;13;p15"/>
          <p:cNvSpPr txBox="1">
            <a:spLocks noGrp="1"/>
          </p:cNvSpPr>
          <p:nvPr>
            <p:ph type="dt" idx="10"/>
          </p:nvPr>
        </p:nvSpPr>
        <p:spPr>
          <a:xfrm>
            <a:off x="2566990" y="6543675"/>
            <a:ext cx="827087" cy="2555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BFBFB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ftr" idx="11"/>
          </p:nvPr>
        </p:nvSpPr>
        <p:spPr>
          <a:xfrm>
            <a:off x="168277" y="6554790"/>
            <a:ext cx="2155825" cy="2127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BFBFB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cxnSp>
        <p:nvCxnSpPr>
          <p:cNvPr id="15" name="Google Shape;15;p15"/>
          <p:cNvCxnSpPr/>
          <p:nvPr/>
        </p:nvCxnSpPr>
        <p:spPr>
          <a:xfrm>
            <a:off x="623888" y="1484784"/>
            <a:ext cx="10772775" cy="0"/>
          </a:xfrm>
          <a:prstGeom prst="straightConnector1">
            <a:avLst/>
          </a:prstGeom>
          <a:noFill/>
          <a:ln w="9525" cap="flat" cmpd="sng">
            <a:solidFill>
              <a:schemeClr val="accent1"/>
            </a:solidFill>
            <a:prstDash val="solid"/>
            <a:round/>
            <a:headEnd type="none" w="sm" len="sm"/>
            <a:tailEnd type="none" w="sm" len="sm"/>
          </a:ln>
        </p:spPr>
      </p:cxnSp>
      <p:pic>
        <p:nvPicPr>
          <p:cNvPr id="16" name="Google Shape;16;p15" descr="logoweb.jpg"/>
          <p:cNvPicPr preferRelativeResize="0"/>
          <p:nvPr/>
        </p:nvPicPr>
        <p:blipFill rotWithShape="1">
          <a:blip r:embed="rId15">
            <a:alphaModFix/>
          </a:blip>
          <a:srcRect/>
          <a:stretch/>
        </p:blipFill>
        <p:spPr>
          <a:xfrm>
            <a:off x="9551989" y="5949950"/>
            <a:ext cx="2384425" cy="72548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spd="med">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pic>
        <p:nvPicPr>
          <p:cNvPr id="111" name="Google Shape;111;p30" descr="plantilla ppt_SEAMANA.jpg"/>
          <p:cNvPicPr preferRelativeResize="0"/>
          <p:nvPr/>
        </p:nvPicPr>
        <p:blipFill rotWithShape="1">
          <a:blip r:embed="rId4">
            <a:alphaModFix/>
          </a:blip>
          <a:srcRect/>
          <a:stretch/>
        </p:blipFill>
        <p:spPr>
          <a:xfrm>
            <a:off x="0" y="-1"/>
            <a:ext cx="12192000" cy="661501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4" r:id="rId1"/>
    <p:sldLayoutId id="2147483665" r:id="rId2"/>
  </p:sldLayoutIdLst>
  <p:transition spd="med">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4E4E4E"/>
            </a:gs>
            <a:gs pos="50000">
              <a:srgbClr val="000000"/>
            </a:gs>
            <a:gs pos="100000">
              <a:srgbClr val="000000"/>
            </a:gs>
          </a:gsLst>
          <a:lin ang="2520000" scaled="0"/>
        </a:gradFill>
        <a:effectLst/>
      </p:bgPr>
    </p:bg>
    <p:spTree>
      <p:nvGrpSpPr>
        <p:cNvPr id="1" name="Shape 121"/>
        <p:cNvGrpSpPr/>
        <p:nvPr/>
      </p:nvGrpSpPr>
      <p:grpSpPr>
        <a:xfrm>
          <a:off x="0" y="0"/>
          <a:ext cx="0" cy="0"/>
          <a:chOff x="0" y="0"/>
          <a:chExt cx="0" cy="0"/>
        </a:xfrm>
      </p:grpSpPr>
      <p:pic>
        <p:nvPicPr>
          <p:cNvPr id="122" name="Google Shape;122;p33" descr="hashOverlay-FullResolve.png"/>
          <p:cNvPicPr preferRelativeResize="0"/>
          <p:nvPr/>
        </p:nvPicPr>
        <p:blipFill rotWithShape="1">
          <a:blip r:embed="rId20">
            <a:alphaModFix/>
          </a:blip>
          <a:srcRect/>
          <a:stretch/>
        </p:blipFill>
        <p:spPr>
          <a:xfrm>
            <a:off x="0" y="0"/>
            <a:ext cx="12192000" cy="6858000"/>
          </a:xfrm>
          <a:prstGeom prst="rect">
            <a:avLst/>
          </a:prstGeom>
          <a:noFill/>
          <a:ln>
            <a:noFill/>
          </a:ln>
        </p:spPr>
      </p:pic>
      <p:sp>
        <p:nvSpPr>
          <p:cNvPr id="123" name="Google Shape;123;p33"/>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9pPr>
          </a:lstStyle>
          <a:p>
            <a:endParaRPr/>
          </a:p>
        </p:txBody>
      </p:sp>
      <p:sp>
        <p:nvSpPr>
          <p:cNvPr id="124" name="Google Shape;124;p33"/>
          <p:cNvSpPr txBox="1">
            <a:spLocks noGrp="1"/>
          </p:cNvSpPr>
          <p:nvPr>
            <p:ph type="body" idx="1"/>
          </p:nvPr>
        </p:nvSpPr>
        <p:spPr>
          <a:xfrm>
            <a:off x="681039" y="2336800"/>
            <a:ext cx="9613900" cy="3598863"/>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0000"/>
              </a:lnSpc>
              <a:spcBef>
                <a:spcPts val="1000"/>
              </a:spcBef>
              <a:spcAft>
                <a:spcPts val="0"/>
              </a:spcAft>
              <a:buClr>
                <a:schemeClr val="lt1"/>
              </a:buClr>
              <a:buSzPts val="2000"/>
              <a:buFont typeface="Arial"/>
              <a:buChar char="•"/>
              <a:defRPr sz="2000" b="0" i="0" u="none" strike="noStrike" cap="none">
                <a:solidFill>
                  <a:schemeClr val="lt1"/>
                </a:solidFill>
                <a:latin typeface="Trebuchet MS"/>
                <a:ea typeface="Trebuchet MS"/>
                <a:cs typeface="Trebuchet MS"/>
                <a:sym typeface="Trebuchet MS"/>
              </a:defRPr>
            </a:lvl1pPr>
            <a:lvl2pPr marL="914400" marR="0" lvl="1"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rebuchet MS"/>
                <a:ea typeface="Trebuchet MS"/>
                <a:cs typeface="Trebuchet MS"/>
                <a:sym typeface="Trebuchet MS"/>
              </a:defRPr>
            </a:lvl2pPr>
            <a:lvl3pPr marL="1371600" marR="0" lvl="2"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Trebuchet MS"/>
                <a:ea typeface="Trebuchet MS"/>
                <a:cs typeface="Trebuchet MS"/>
                <a:sym typeface="Trebuchet MS"/>
              </a:defRPr>
            </a:lvl3pPr>
            <a:lvl4pPr marL="1828800" marR="0" lvl="3"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4pPr>
            <a:lvl5pPr marL="2286000" marR="0" lvl="4"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5pPr>
            <a:lvl6pPr marL="2743200" marR="0" lvl="5"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6pPr>
            <a:lvl7pPr marL="3200400" marR="0" lvl="6"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7pPr>
            <a:lvl8pPr marL="3657600" marR="0" lvl="7"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8pPr>
            <a:lvl9pPr marL="4114800" marR="0" lvl="8"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9pPr>
          </a:lstStyle>
          <a:p>
            <a:endParaRPr/>
          </a:p>
        </p:txBody>
      </p:sp>
      <p:sp>
        <p:nvSpPr>
          <p:cNvPr id="125" name="Google Shape;125;p33"/>
          <p:cNvSpPr txBox="1">
            <a:spLocks noGrp="1"/>
          </p:cNvSpPr>
          <p:nvPr>
            <p:ph type="dt" idx="10"/>
          </p:nvPr>
        </p:nvSpPr>
        <p:spPr>
          <a:xfrm>
            <a:off x="7551739" y="5935667"/>
            <a:ext cx="274320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26" name="Google Shape;126;p33"/>
          <p:cNvSpPr txBox="1">
            <a:spLocks noGrp="1"/>
          </p:cNvSpPr>
          <p:nvPr>
            <p:ph type="ftr" idx="11"/>
          </p:nvPr>
        </p:nvSpPr>
        <p:spPr>
          <a:xfrm>
            <a:off x="681039" y="5935667"/>
            <a:ext cx="68707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27" name="Google Shape;127;p33"/>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1pPr>
            <a:lvl2pPr marL="0" marR="0" lvl="1"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2pPr>
            <a:lvl3pPr marL="0" marR="0" lvl="2"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3pPr>
            <a:lvl4pPr marL="0" marR="0" lvl="3"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4pPr>
            <a:lvl5pPr marL="0" marR="0" lvl="4"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5pPr>
            <a:lvl6pPr marL="0" marR="0" lvl="5"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6pPr>
            <a:lvl7pPr marL="0" marR="0" lvl="6"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7pPr>
            <a:lvl8pPr marL="0" marR="0" lvl="7"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8pPr>
            <a:lvl9pPr marL="0" marR="0" lvl="8" indent="0" algn="l" rtl="0">
              <a:lnSpc>
                <a:spcPct val="100000"/>
              </a:lnSpc>
              <a:spcBef>
                <a:spcPts val="0"/>
              </a:spcBef>
              <a:spcAft>
                <a:spcPts val="0"/>
              </a:spcAft>
              <a:buClr>
                <a:srgbClr val="000000"/>
              </a:buClr>
              <a:buSzPts val="3600"/>
              <a:buFont typeface="Arial"/>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transition spd="med">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50000">
              <a:srgbClr val="FFFFFF"/>
            </a:gs>
            <a:gs pos="100000">
              <a:srgbClr val="9E9E9E"/>
            </a:gs>
          </a:gsLst>
          <a:lin ang="2520000" scaled="0"/>
        </a:gradFill>
        <a:effectLst/>
      </p:bgPr>
    </p:bg>
    <p:spTree>
      <p:nvGrpSpPr>
        <p:cNvPr id="1" name="Shape 320"/>
        <p:cNvGrpSpPr/>
        <p:nvPr/>
      </p:nvGrpSpPr>
      <p:grpSpPr>
        <a:xfrm>
          <a:off x="0" y="0"/>
          <a:ext cx="0" cy="0"/>
          <a:chOff x="0" y="0"/>
          <a:chExt cx="0" cy="0"/>
        </a:xfrm>
      </p:grpSpPr>
      <p:pic>
        <p:nvPicPr>
          <p:cNvPr id="321" name="Google Shape;321;p52" descr="hashOverlay-FullResolve.png"/>
          <p:cNvPicPr preferRelativeResize="0"/>
          <p:nvPr/>
        </p:nvPicPr>
        <p:blipFill rotWithShape="1">
          <a:blip r:embed="rId20">
            <a:alphaModFix/>
          </a:blip>
          <a:srcRect/>
          <a:stretch/>
        </p:blipFill>
        <p:spPr>
          <a:xfrm>
            <a:off x="0" y="0"/>
            <a:ext cx="12192000" cy="6858000"/>
          </a:xfrm>
          <a:prstGeom prst="rect">
            <a:avLst/>
          </a:prstGeom>
          <a:noFill/>
          <a:ln>
            <a:noFill/>
          </a:ln>
        </p:spPr>
      </p:pic>
      <p:sp>
        <p:nvSpPr>
          <p:cNvPr id="322" name="Google Shape;322;p52"/>
          <p:cNvSpPr txBox="1">
            <a:spLocks noGrp="1"/>
          </p:cNvSpPr>
          <p:nvPr>
            <p:ph type="title"/>
          </p:nvPr>
        </p:nvSpPr>
        <p:spPr>
          <a:xfrm>
            <a:off x="681039" y="752475"/>
            <a:ext cx="9613900" cy="1081088"/>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Trebuchet MS"/>
                <a:ea typeface="Trebuchet MS"/>
                <a:cs typeface="Trebuchet MS"/>
                <a:sym typeface="Trebuchet MS"/>
              </a:defRPr>
            </a:lvl9pPr>
          </a:lstStyle>
          <a:p>
            <a:endParaRPr/>
          </a:p>
        </p:txBody>
      </p:sp>
      <p:sp>
        <p:nvSpPr>
          <p:cNvPr id="323" name="Google Shape;323;p52"/>
          <p:cNvSpPr txBox="1">
            <a:spLocks noGrp="1"/>
          </p:cNvSpPr>
          <p:nvPr>
            <p:ph type="body" idx="1"/>
          </p:nvPr>
        </p:nvSpPr>
        <p:spPr>
          <a:xfrm>
            <a:off x="681039" y="2336800"/>
            <a:ext cx="9613900" cy="35988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000"/>
              </a:spcBef>
              <a:spcAft>
                <a:spcPts val="0"/>
              </a:spcAft>
              <a:buClr>
                <a:schemeClr val="lt1"/>
              </a:buClr>
              <a:buSzPts val="2400"/>
              <a:buFont typeface="Arial"/>
              <a:buChar char="•"/>
              <a:defRPr sz="2400" b="0" i="0" u="none" strike="noStrike" cap="none">
                <a:solidFill>
                  <a:schemeClr val="lt1"/>
                </a:solidFill>
                <a:latin typeface="Trebuchet MS"/>
                <a:ea typeface="Trebuchet MS"/>
                <a:cs typeface="Trebuchet MS"/>
                <a:sym typeface="Trebuchet MS"/>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Trebuchet MS"/>
                <a:ea typeface="Trebuchet MS"/>
                <a:cs typeface="Trebuchet MS"/>
                <a:sym typeface="Trebuchet MS"/>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rebuchet MS"/>
                <a:ea typeface="Trebuchet MS"/>
                <a:cs typeface="Trebuchet MS"/>
                <a:sym typeface="Trebuchet MS"/>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Trebuchet MS"/>
                <a:ea typeface="Trebuchet MS"/>
                <a:cs typeface="Trebuchet MS"/>
                <a:sym typeface="Trebuchet MS"/>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Trebuchet MS"/>
                <a:ea typeface="Trebuchet MS"/>
                <a:cs typeface="Trebuchet MS"/>
                <a:sym typeface="Trebuchet MS"/>
              </a:defRPr>
            </a:lvl5pPr>
            <a:lvl6pPr marL="2743200" marR="0" lvl="5"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6pPr>
            <a:lvl7pPr marL="3200400" marR="0" lvl="6"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7pPr>
            <a:lvl8pPr marL="3657600" marR="0" lvl="7"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8pPr>
            <a:lvl9pPr marL="4114800" marR="0" lvl="8"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9pPr>
          </a:lstStyle>
          <a:p>
            <a:endParaRPr/>
          </a:p>
        </p:txBody>
      </p:sp>
      <p:sp>
        <p:nvSpPr>
          <p:cNvPr id="324" name="Google Shape;324;p52"/>
          <p:cNvSpPr txBox="1">
            <a:spLocks noGrp="1"/>
          </p:cNvSpPr>
          <p:nvPr>
            <p:ph type="dt" idx="10"/>
          </p:nvPr>
        </p:nvSpPr>
        <p:spPr>
          <a:xfrm>
            <a:off x="7551739" y="5935669"/>
            <a:ext cx="274320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rgbClr val="C08B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325" name="Google Shape;325;p52"/>
          <p:cNvSpPr txBox="1">
            <a:spLocks noGrp="1"/>
          </p:cNvSpPr>
          <p:nvPr>
            <p:ph type="ftr" idx="11"/>
          </p:nvPr>
        </p:nvSpPr>
        <p:spPr>
          <a:xfrm>
            <a:off x="681039" y="5935669"/>
            <a:ext cx="68707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C08B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326" name="Google Shape;326;p52"/>
          <p:cNvSpPr txBox="1">
            <a:spLocks noGrp="1"/>
          </p:cNvSpPr>
          <p:nvPr>
            <p:ph type="sldNum" idx="12"/>
          </p:nvPr>
        </p:nvSpPr>
        <p:spPr>
          <a:xfrm>
            <a:off x="10729913" y="752475"/>
            <a:ext cx="1154112" cy="10922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1pPr>
            <a:lvl2pPr marL="0" marR="0" lvl="1"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2pPr>
            <a:lvl3pPr marL="0" marR="0" lvl="2"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3pPr>
            <a:lvl4pPr marL="0" marR="0" lvl="3"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4pPr>
            <a:lvl5pPr marL="0" marR="0" lvl="4"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5pPr>
            <a:lvl6pPr marL="0" marR="0" lvl="5"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6pPr>
            <a:lvl7pPr marL="0" marR="0" lvl="6"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7pPr>
            <a:lvl8pPr marL="0" marR="0" lvl="7"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8pPr>
            <a:lvl9pPr marL="0" marR="0" lvl="8" indent="0" algn="l" rtl="0">
              <a:lnSpc>
                <a:spcPct val="100000"/>
              </a:lnSpc>
              <a:spcBef>
                <a:spcPts val="0"/>
              </a:spcBef>
              <a:spcAft>
                <a:spcPts val="0"/>
              </a:spcAft>
              <a:buClr>
                <a:srgbClr val="000000"/>
              </a:buClr>
              <a:buSzPts val="3600"/>
              <a:buFont typeface="Arial"/>
              <a:buNone/>
              <a:defRPr sz="3600" b="0" i="0" u="none" strike="noStrike" cap="none">
                <a:solidFill>
                  <a:srgbClr val="C08B88"/>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Lst>
  <p:transition spd="med">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
          <p:cNvSpPr txBox="1">
            <a:spLocks noGrp="1"/>
          </p:cNvSpPr>
          <p:nvPr>
            <p:ph type="title"/>
          </p:nvPr>
        </p:nvSpPr>
        <p:spPr>
          <a:xfrm>
            <a:off x="653976" y="4737548"/>
            <a:ext cx="10780776" cy="61328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1400"/>
              <a:buNone/>
            </a:pPr>
            <a:r>
              <a:rPr lang="es-ES"/>
              <a:t>Calidad de Sistemas de Software</a:t>
            </a:r>
            <a:endParaRPr/>
          </a:p>
        </p:txBody>
      </p:sp>
      <p:sp>
        <p:nvSpPr>
          <p:cNvPr id="527" name="Google Shape;527;p1"/>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s-ES" dirty="0"/>
              <a:t>La Organización </a:t>
            </a:r>
            <a:r>
              <a:rPr lang="es-ES" dirty="0" smtClean="0"/>
              <a:t>–Calidad Total- Mejora de procesos-</a:t>
            </a:r>
            <a:endParaRPr dirty="0"/>
          </a:p>
        </p:txBody>
      </p:sp>
      <p:sp>
        <p:nvSpPr>
          <p:cNvPr id="528" name="Google Shape;528;p1"/>
          <p:cNvSpPr txBox="1">
            <a:spLocks noGrp="1"/>
          </p:cNvSpPr>
          <p:nvPr>
            <p:ph type="ftr" idx="11"/>
          </p:nvPr>
        </p:nvSpPr>
        <p:spPr>
          <a:xfrm>
            <a:off x="685801" y="6481763"/>
            <a:ext cx="3249959" cy="30162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400" dirty="0">
                <a:solidFill>
                  <a:schemeClr val="dk2"/>
                </a:solidFill>
              </a:rPr>
              <a:t>Calidad de Sistemas de Software  - </a:t>
            </a:r>
            <a:r>
              <a:rPr lang="es-ES" sz="1400" dirty="0" smtClean="0">
                <a:solidFill>
                  <a:schemeClr val="dk2"/>
                </a:solidFill>
              </a:rPr>
              <a:t>2023</a:t>
            </a:r>
            <a:endParaRPr sz="1400" dirty="0">
              <a:solidFill>
                <a:schemeClr val="dk2"/>
              </a:solidFill>
            </a:endParaRPr>
          </a:p>
        </p:txBody>
      </p:sp>
      <p:sp>
        <p:nvSpPr>
          <p:cNvPr id="529" name="Google Shape;529;p1"/>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7700"/>
              <a:buNone/>
            </a:pPr>
            <a:fld id="{00000000-1234-1234-1234-123412341234}" type="slidenum">
              <a:rPr lang="es-ES"/>
              <a:t>1</a:t>
            </a:fld>
            <a:endParaRPr sz="140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2"/>
          <p:cNvSpPr txBox="1">
            <a:spLocks noGrp="1"/>
          </p:cNvSpPr>
          <p:nvPr>
            <p:ph type="title"/>
          </p:nvPr>
        </p:nvSpPr>
        <p:spPr>
          <a:xfrm>
            <a:off x="479376" y="337421"/>
            <a:ext cx="10806112" cy="1273175"/>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SzPts val="1400"/>
              <a:buNone/>
            </a:pPr>
            <a:r>
              <a:rPr lang="es-ES"/>
              <a:t>Principios de Planificación en una Organización</a:t>
            </a:r>
            <a:endParaRPr/>
          </a:p>
        </p:txBody>
      </p:sp>
      <p:sp>
        <p:nvSpPr>
          <p:cNvPr id="535" name="Google Shape;535;p2"/>
          <p:cNvSpPr txBox="1">
            <a:spLocks noGrp="1"/>
          </p:cNvSpPr>
          <p:nvPr>
            <p:ph type="ftr" idx="11"/>
          </p:nvPr>
        </p:nvSpPr>
        <p:spPr>
          <a:xfrm>
            <a:off x="168277" y="6525344"/>
            <a:ext cx="3839491" cy="24217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Calidad de Sistemas de Software  - 2019</a:t>
            </a:r>
            <a:endParaRPr/>
          </a:p>
        </p:txBody>
      </p:sp>
      <p:sp>
        <p:nvSpPr>
          <p:cNvPr id="536" name="Google Shape;536;p2"/>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7700"/>
              <a:buNone/>
            </a:pPr>
            <a:fld id="{00000000-1234-1234-1234-123412341234}" type="slidenum">
              <a:rPr lang="es-ES"/>
              <a:t>2</a:t>
            </a:fld>
            <a:endParaRPr/>
          </a:p>
        </p:txBody>
      </p:sp>
      <p:sp>
        <p:nvSpPr>
          <p:cNvPr id="537" name="Google Shape;537;p2"/>
          <p:cNvSpPr/>
          <p:nvPr/>
        </p:nvSpPr>
        <p:spPr>
          <a:xfrm>
            <a:off x="839416" y="1880087"/>
            <a:ext cx="10513168" cy="3554819"/>
          </a:xfrm>
          <a:prstGeom prst="rect">
            <a:avLst/>
          </a:prstGeom>
          <a:noFill/>
          <a:ln>
            <a:noFill/>
          </a:ln>
        </p:spPr>
        <p:txBody>
          <a:bodyPr spcFirstLastPara="1" wrap="square" lIns="91425" tIns="45700" rIns="91425" bIns="45700" anchor="t" anchorCtr="0">
            <a:spAutoFit/>
          </a:bodyPr>
          <a:lstStyle/>
          <a:p>
            <a:pPr marL="649287" marR="0" lvl="0" indent="-285750" algn="just" rtl="0">
              <a:lnSpc>
                <a:spcPct val="150000"/>
              </a:lnSpc>
              <a:spcBef>
                <a:spcPts val="0"/>
              </a:spcBef>
              <a:spcAft>
                <a:spcPts val="0"/>
              </a:spcAft>
              <a:buClr>
                <a:schemeClr val="folHlink"/>
              </a:buClr>
              <a:buSzPts val="2000"/>
              <a:buFont typeface="Arial"/>
              <a:buChar char="•"/>
            </a:pPr>
            <a:r>
              <a:rPr lang="es-ES" sz="2000" b="0" i="0" u="none" strike="noStrike" cap="none">
                <a:solidFill>
                  <a:schemeClr val="dk1"/>
                </a:solidFill>
                <a:latin typeface="Tahoma"/>
                <a:ea typeface="Tahoma"/>
                <a:cs typeface="Tahoma"/>
                <a:sym typeface="Tahoma"/>
              </a:rPr>
              <a:t>Proceso mediante el cual se establecen los pasos necesarios, se diseñan las metodologías de control adecuadas y se determinan los recursos requeridos, para alcanzar los objetivos predeterminados.</a:t>
            </a:r>
            <a:endParaRPr sz="1400" b="0" i="0" u="none" strike="noStrike" cap="none">
              <a:solidFill>
                <a:srgbClr val="000000"/>
              </a:solidFill>
              <a:latin typeface="Arial"/>
              <a:ea typeface="Arial"/>
              <a:cs typeface="Arial"/>
              <a:sym typeface="Arial"/>
            </a:endParaRPr>
          </a:p>
          <a:p>
            <a:pPr marL="623888" marR="0" lvl="0" indent="-333375" algn="just" rtl="0">
              <a:lnSpc>
                <a:spcPct val="150000"/>
              </a:lnSpc>
              <a:spcBef>
                <a:spcPts val="600"/>
              </a:spcBef>
              <a:spcAft>
                <a:spcPts val="0"/>
              </a:spcAft>
              <a:buClr>
                <a:schemeClr val="folHlink"/>
              </a:buClr>
              <a:buSzPts val="2000"/>
              <a:buFont typeface="Arial"/>
              <a:buChar char="•"/>
            </a:pPr>
            <a:r>
              <a:rPr lang="es-ES" sz="2000" b="0" i="0" u="none" strike="noStrike" cap="none">
                <a:solidFill>
                  <a:schemeClr val="dk1"/>
                </a:solidFill>
                <a:latin typeface="Tahoma"/>
                <a:ea typeface="Tahoma"/>
                <a:cs typeface="Tahoma"/>
                <a:sym typeface="Tahoma"/>
              </a:rPr>
              <a:t>Proceso que permite determinar por anticipado qué es necesario hacer para alcanzar un objetivo.</a:t>
            </a:r>
            <a:endParaRPr sz="2000" b="0" i="0" u="none" strike="noStrike" cap="none">
              <a:solidFill>
                <a:schemeClr val="dk1"/>
              </a:solidFill>
              <a:latin typeface="Tahoma"/>
              <a:ea typeface="Tahoma"/>
              <a:cs typeface="Tahoma"/>
              <a:sym typeface="Tahoma"/>
            </a:endParaRPr>
          </a:p>
          <a:p>
            <a:pPr marL="623888" marR="0" lvl="0" indent="-333375" algn="just" rtl="0">
              <a:lnSpc>
                <a:spcPct val="150000"/>
              </a:lnSpc>
              <a:spcBef>
                <a:spcPts val="600"/>
              </a:spcBef>
              <a:spcAft>
                <a:spcPts val="0"/>
              </a:spcAft>
              <a:buClr>
                <a:schemeClr val="folHlink"/>
              </a:buClr>
              <a:buSzPts val="2000"/>
              <a:buFont typeface="Arial"/>
              <a:buChar char="•"/>
            </a:pPr>
            <a:r>
              <a:rPr lang="es-ES" sz="2000" b="0" i="0" u="none" strike="noStrike" cap="none">
                <a:solidFill>
                  <a:schemeClr val="dk1"/>
                </a:solidFill>
                <a:latin typeface="Tahoma"/>
                <a:ea typeface="Tahoma"/>
                <a:cs typeface="Tahoma"/>
                <a:sym typeface="Tahoma"/>
              </a:rPr>
              <a:t>Responde a: ¿Qué, cómo, dónde, cuándo y quién debe realizar un proyecto?.</a:t>
            </a:r>
            <a:endParaRPr sz="1400" b="0" i="0" u="none" strike="noStrike" cap="none">
              <a:solidFill>
                <a:srgbClr val="000000"/>
              </a:solidFill>
              <a:latin typeface="Arial"/>
              <a:ea typeface="Arial"/>
              <a:cs typeface="Arial"/>
              <a:sym typeface="Arial"/>
            </a:endParaRPr>
          </a:p>
          <a:p>
            <a:pPr marL="363537" marR="0" lvl="0" indent="0" algn="just" rtl="0">
              <a:lnSpc>
                <a:spcPct val="150000"/>
              </a:lnSpc>
              <a:spcBef>
                <a:spcPts val="600"/>
              </a:spcBef>
              <a:spcAft>
                <a:spcPts val="0"/>
              </a:spcAft>
              <a:buClr>
                <a:srgbClr val="000000"/>
              </a:buClr>
              <a:buSzPts val="2000"/>
              <a:buFont typeface="Arial"/>
              <a:buNone/>
            </a:pPr>
            <a:endParaRPr sz="2000" b="0" i="0" u="none" strike="noStrike" cap="none">
              <a:solidFill>
                <a:schemeClr val="dk1"/>
              </a:solidFill>
              <a:latin typeface="Tahoma"/>
              <a:ea typeface="Tahoma"/>
              <a:cs typeface="Tahoma"/>
              <a:sym typeface="Tahoma"/>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
          <p:cNvSpPr txBox="1">
            <a:spLocks noGrp="1"/>
          </p:cNvSpPr>
          <p:nvPr>
            <p:ph type="title"/>
          </p:nvPr>
        </p:nvSpPr>
        <p:spPr>
          <a:xfrm>
            <a:off x="479376" y="337421"/>
            <a:ext cx="10806112" cy="1273175"/>
          </a:xfrm>
          <a:prstGeom prst="rect">
            <a:avLst/>
          </a:prstGeom>
          <a:noFill/>
          <a:ln>
            <a:noFill/>
          </a:ln>
        </p:spPr>
        <p:txBody>
          <a:bodyPr spcFirstLastPara="1" wrap="square" lIns="91425" tIns="45700" rIns="91425" bIns="45700" anchor="ctr" anchorCtr="0">
            <a:noAutofit/>
          </a:bodyPr>
          <a:lstStyle/>
          <a:p>
            <a:r>
              <a:rPr lang="es-ES_tradnl" altLang="es-AR" dirty="0"/>
              <a:t>Diferenciación por calidad</a:t>
            </a:r>
            <a:endParaRPr lang="es-ES_tradnl" altLang="es-AR" dirty="0"/>
          </a:p>
        </p:txBody>
      </p:sp>
      <p:sp>
        <p:nvSpPr>
          <p:cNvPr id="552" name="Google Shape;552;p4"/>
          <p:cNvSpPr txBox="1">
            <a:spLocks noGrp="1"/>
          </p:cNvSpPr>
          <p:nvPr>
            <p:ph type="ftr" idx="11"/>
          </p:nvPr>
        </p:nvSpPr>
        <p:spPr>
          <a:xfrm>
            <a:off x="168277" y="6525344"/>
            <a:ext cx="3839491" cy="24217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Calidad de Sistemas de Software  - 2019</a:t>
            </a:r>
            <a:endParaRPr/>
          </a:p>
        </p:txBody>
      </p:sp>
      <p:sp>
        <p:nvSpPr>
          <p:cNvPr id="553" name="Google Shape;553;p4"/>
          <p:cNvSpPr txBox="1">
            <a:spLocks noGrp="1"/>
          </p:cNvSpPr>
          <p:nvPr>
            <p:ph type="sldNum" idx="12"/>
          </p:nvPr>
        </p:nvSpPr>
        <p:spPr>
          <a:xfrm>
            <a:off x="9266237" y="2781300"/>
            <a:ext cx="2925763" cy="13970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7700"/>
              <a:buNone/>
            </a:pPr>
            <a:fld id="{00000000-1234-1234-1234-123412341234}" type="slidenum">
              <a:rPr lang="es-ES"/>
              <a:t>3</a:t>
            </a:fld>
            <a:endParaRPr/>
          </a:p>
        </p:txBody>
      </p:sp>
      <p:sp>
        <p:nvSpPr>
          <p:cNvPr id="2" name="Marcador de texto 1"/>
          <p:cNvSpPr>
            <a:spLocks noGrp="1"/>
          </p:cNvSpPr>
          <p:nvPr>
            <p:ph type="body" idx="1"/>
          </p:nvPr>
        </p:nvSpPr>
        <p:spPr/>
        <p:txBody>
          <a:bodyPr/>
          <a:lstStyle/>
          <a:p>
            <a:r>
              <a:rPr lang="es-MX" sz="2800" dirty="0"/>
              <a:t>Significa por un lado disminuir costos y por otro poder exigir mayores precios ofreciendo un producto superior.</a:t>
            </a:r>
          </a:p>
          <a:p>
            <a:r>
              <a:rPr lang="es-MX" sz="2800" dirty="0"/>
              <a:t>Por un lado reduce costos disminuyendo defectos</a:t>
            </a:r>
            <a:r>
              <a:rPr lang="es-MX" sz="2800" dirty="0" smtClean="0"/>
              <a:t>, </a:t>
            </a:r>
            <a:r>
              <a:rPr lang="es-MX" sz="2800" dirty="0" err="1" smtClean="0"/>
              <a:t>retrabajos</a:t>
            </a:r>
            <a:r>
              <a:rPr lang="es-MX" sz="2800" dirty="0"/>
              <a:t>, </a:t>
            </a:r>
            <a:r>
              <a:rPr lang="es-MX" sz="2800" dirty="0" smtClean="0"/>
              <a:t> </a:t>
            </a:r>
            <a:r>
              <a:rPr lang="es-MX" sz="2800" dirty="0"/>
              <a:t>bajando inspecciones y costos de garantía. </a:t>
            </a:r>
          </a:p>
          <a:p>
            <a:r>
              <a:rPr lang="es-MX" sz="2800" dirty="0"/>
              <a:t>Con una mejor calidad se logra un aumento en las ventas y por lo tanto mayor participación en el mercado. </a:t>
            </a:r>
            <a:endParaRPr lang="es-MX" sz="2800" dirty="0" smtClean="0"/>
          </a:p>
          <a:p>
            <a:r>
              <a:rPr lang="es-MX" sz="2800" dirty="0" smtClean="0"/>
              <a:t>Ingreso a mercados mas competitivos y facilitar desafíos tecnológicos</a:t>
            </a:r>
            <a:endParaRPr lang="es-MX" sz="2800" dirty="0"/>
          </a:p>
          <a:p>
            <a:endParaRPr lang="es-AR" dirty="0"/>
          </a:p>
        </p:txBody>
      </p:sp>
    </p:spTree>
    <p:extLst>
      <p:ext uri="{BB962C8B-B14F-4D97-AF65-F5344CB8AC3E}">
        <p14:creationId xmlns:p14="http://schemas.microsoft.com/office/powerpoint/2010/main" val="3257550198"/>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1851D4C-FFDC-4F19-885C-C4B05D16DDA3}" type="datetime1">
              <a:rPr lang="es-ES_tradnl" altLang="es-AR" sz="1000"/>
              <a:pPr eaLnBrk="1" hangingPunct="1">
                <a:spcBef>
                  <a:spcPct val="0"/>
                </a:spcBef>
                <a:buClrTx/>
                <a:buSzTx/>
                <a:buFontTx/>
                <a:buNone/>
              </a:pPr>
              <a:t>09/09/2024</a:t>
            </a:fld>
            <a:endParaRPr lang="es-ES" altLang="en-US" sz="1000"/>
          </a:p>
        </p:txBody>
      </p:sp>
      <p:sp>
        <p:nvSpPr>
          <p:cNvPr id="15363"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15364" name="Rectangle 2"/>
          <p:cNvSpPr>
            <a:spLocks noGrp="1" noChangeArrowheads="1"/>
          </p:cNvSpPr>
          <p:nvPr>
            <p:ph type="title"/>
          </p:nvPr>
        </p:nvSpPr>
        <p:spPr/>
        <p:txBody>
          <a:bodyPr/>
          <a:lstStyle/>
          <a:p>
            <a:pPr eaLnBrk="1" hangingPunct="1"/>
            <a:r>
              <a:rPr lang="es-AR" altLang="es-AR" smtClean="0"/>
              <a:t>Quality is Free</a:t>
            </a:r>
            <a:endParaRPr lang="es-ES" altLang="es-AR" smtClean="0"/>
          </a:p>
        </p:txBody>
      </p:sp>
      <p:sp>
        <p:nvSpPr>
          <p:cNvPr id="15365" name="Rectangle 3"/>
          <p:cNvSpPr>
            <a:spLocks noGrp="1" noChangeArrowheads="1"/>
          </p:cNvSpPr>
          <p:nvPr>
            <p:ph type="body" idx="1"/>
          </p:nvPr>
        </p:nvSpPr>
        <p:spPr/>
        <p:txBody>
          <a:bodyPr>
            <a:normAutofit/>
          </a:bodyPr>
          <a:lstStyle/>
          <a:p>
            <a:pPr eaLnBrk="1" hangingPunct="1">
              <a:buFont typeface="Wingdings" panose="05000000000000000000" pitchFamily="2" charset="2"/>
              <a:buNone/>
            </a:pPr>
            <a:r>
              <a:rPr lang="es-AR" altLang="es-AR" sz="2400" dirty="0" smtClean="0"/>
              <a:t>Según  Bill Crosby. ( </a:t>
            </a:r>
            <a:r>
              <a:rPr lang="es-ES" altLang="es-AR" sz="2400" i="1" dirty="0" smtClean="0"/>
              <a:t>"La Calidad no Cuesta"</a:t>
            </a:r>
            <a:r>
              <a:rPr lang="es-ES" altLang="es-AR" sz="2400" dirty="0" smtClean="0"/>
              <a:t>-- McGraw-Hill 1996) </a:t>
            </a:r>
          </a:p>
          <a:p>
            <a:pPr eaLnBrk="1" hangingPunct="1">
              <a:buFont typeface="Wingdings" panose="05000000000000000000" pitchFamily="2" charset="2"/>
              <a:buNone/>
            </a:pPr>
            <a:r>
              <a:rPr lang="es-ES" altLang="es-AR" sz="2400" dirty="0" smtClean="0"/>
              <a:t>	</a:t>
            </a:r>
          </a:p>
          <a:p>
            <a:pPr eaLnBrk="1" hangingPunct="1">
              <a:buFont typeface="Wingdings" panose="05000000000000000000" pitchFamily="2" charset="2"/>
              <a:buNone/>
            </a:pPr>
            <a:r>
              <a:rPr lang="es-ES" altLang="es-AR" sz="2400" dirty="0" smtClean="0"/>
              <a:t>	Articulo para leer en la carpeta de </a:t>
            </a:r>
            <a:r>
              <a:rPr lang="es-ES" altLang="es-AR" sz="2400" dirty="0" err="1" smtClean="0"/>
              <a:t>Bibliografia</a:t>
            </a:r>
            <a:endParaRPr lang="es-ES" altLang="es-AR" sz="2400" dirty="0" smtClean="0"/>
          </a:p>
        </p:txBody>
      </p:sp>
    </p:spTree>
    <p:extLst>
      <p:ext uri="{BB962C8B-B14F-4D97-AF65-F5344CB8AC3E}">
        <p14:creationId xmlns:p14="http://schemas.microsoft.com/office/powerpoint/2010/main" val="922925662"/>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11851D4C-FFDC-4F19-885C-C4B05D16DDA3}" type="datetime1">
              <a:rPr lang="es-ES_tradnl" altLang="es-AR" sz="1000"/>
              <a:pPr eaLnBrk="1" hangingPunct="1">
                <a:spcBef>
                  <a:spcPct val="0"/>
                </a:spcBef>
                <a:buClrTx/>
                <a:buSzTx/>
                <a:buFontTx/>
                <a:buNone/>
              </a:pPr>
              <a:t>09/09/2024</a:t>
            </a:fld>
            <a:endParaRPr lang="es-ES" altLang="en-US" sz="1000"/>
          </a:p>
        </p:txBody>
      </p:sp>
      <p:sp>
        <p:nvSpPr>
          <p:cNvPr id="15363"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15364" name="Rectangle 2"/>
          <p:cNvSpPr>
            <a:spLocks noGrp="1" noChangeArrowheads="1"/>
          </p:cNvSpPr>
          <p:nvPr>
            <p:ph type="title"/>
          </p:nvPr>
        </p:nvSpPr>
        <p:spPr/>
        <p:txBody>
          <a:bodyPr/>
          <a:lstStyle/>
          <a:p>
            <a:pPr eaLnBrk="1" hangingPunct="1"/>
            <a:r>
              <a:rPr lang="es-MX" altLang="es-AR" dirty="0" smtClean="0"/>
              <a:t>Introducción </a:t>
            </a:r>
            <a:r>
              <a:rPr lang="es-MX" altLang="es-AR" dirty="0"/>
              <a:t>a TQM y Mejora Continua</a:t>
            </a:r>
          </a:p>
        </p:txBody>
      </p:sp>
      <p:sp>
        <p:nvSpPr>
          <p:cNvPr id="7" name="Rectangle 3"/>
          <p:cNvSpPr>
            <a:spLocks noGrp="1" noChangeArrowheads="1"/>
          </p:cNvSpPr>
          <p:nvPr>
            <p:ph type="body" idx="1"/>
          </p:nvPr>
        </p:nvSpPr>
        <p:spPr/>
        <p:txBody>
          <a:bodyPr/>
          <a:lstStyle/>
          <a:p>
            <a:pPr eaLnBrk="1" hangingPunct="1"/>
            <a:endParaRPr lang="es-ES_tradnl" altLang="es-AR" sz="2600" dirty="0" smtClean="0">
              <a:solidFill>
                <a:srgbClr val="000000"/>
              </a:solidFill>
            </a:endParaRPr>
          </a:p>
          <a:p>
            <a:pPr eaLnBrk="1" hangingPunct="1"/>
            <a:r>
              <a:rPr lang="es-ES_tradnl" altLang="es-AR" sz="2600" dirty="0" smtClean="0">
                <a:solidFill>
                  <a:srgbClr val="000000"/>
                </a:solidFill>
              </a:rPr>
              <a:t>Se </a:t>
            </a:r>
            <a:r>
              <a:rPr lang="es-ES_tradnl" altLang="es-AR" sz="2600" dirty="0">
                <a:solidFill>
                  <a:srgbClr val="000000"/>
                </a:solidFill>
              </a:rPr>
              <a:t>puede definir la gestión integral de la calidad como el conjunto de esfuerzos efectivos de las diferentes áreas funcionales de una empresa para la el desarrollo, mantenimiento y superación de la calidad de un producto con el fin de hacer posible que el cliente sea satisfecho con los niveles de calidad y servicio, al nivel más económico.</a:t>
            </a:r>
          </a:p>
        </p:txBody>
      </p:sp>
    </p:spTree>
    <p:extLst>
      <p:ext uri="{BB962C8B-B14F-4D97-AF65-F5344CB8AC3E}">
        <p14:creationId xmlns:p14="http://schemas.microsoft.com/office/powerpoint/2010/main" val="2863779637"/>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8E3A2619-21DF-47D7-9A26-59BD2C830750}" type="datetime1">
              <a:rPr lang="es-ES_tradnl" altLang="es-AR" sz="1000"/>
              <a:pPr eaLnBrk="1" hangingPunct="1">
                <a:spcBef>
                  <a:spcPct val="0"/>
                </a:spcBef>
                <a:buClrTx/>
                <a:buSzTx/>
                <a:buFontTx/>
                <a:buNone/>
              </a:pPr>
              <a:t>09/09/2024</a:t>
            </a:fld>
            <a:endParaRPr lang="es-ES" altLang="en-US" sz="1000"/>
          </a:p>
        </p:txBody>
      </p:sp>
      <p:sp>
        <p:nvSpPr>
          <p:cNvPr id="18435"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18436" name="Rectangle 3"/>
          <p:cNvSpPr>
            <a:spLocks noGrp="1" noChangeArrowheads="1"/>
          </p:cNvSpPr>
          <p:nvPr>
            <p:ph type="body" idx="1"/>
          </p:nvPr>
        </p:nvSpPr>
        <p:spPr>
          <a:xfrm>
            <a:off x="1981200" y="990600"/>
            <a:ext cx="8229600" cy="4800600"/>
          </a:xfrm>
        </p:spPr>
        <p:txBody>
          <a:bodyPr/>
          <a:lstStyle/>
          <a:p>
            <a:pPr eaLnBrk="1" hangingPunct="1"/>
            <a:endParaRPr lang="es-ES_tradnl" altLang="es-AR" sz="2600" dirty="0" smtClean="0">
              <a:solidFill>
                <a:srgbClr val="000000"/>
              </a:solidFill>
            </a:endParaRPr>
          </a:p>
          <a:p>
            <a:pPr eaLnBrk="1" hangingPunct="1"/>
            <a:endParaRPr lang="es-ES_tradnl" altLang="es-AR" sz="2600" dirty="0">
              <a:solidFill>
                <a:srgbClr val="000000"/>
              </a:solidFill>
            </a:endParaRPr>
          </a:p>
          <a:p>
            <a:pPr eaLnBrk="1" hangingPunct="1"/>
            <a:r>
              <a:rPr lang="es-ES_tradnl" altLang="es-AR" sz="2600" dirty="0" smtClean="0">
                <a:solidFill>
                  <a:srgbClr val="000000"/>
                </a:solidFill>
              </a:rPr>
              <a:t>Calidad </a:t>
            </a:r>
            <a:r>
              <a:rPr lang="es-ES_tradnl" altLang="es-AR" sz="2600" dirty="0">
                <a:solidFill>
                  <a:srgbClr val="000000"/>
                </a:solidFill>
              </a:rPr>
              <a:t>Total significa toda una organización comprometida con la calidad e involucra fuertemente a la dirección de la empresa, que es responsable por definir la política de calidad y de asegurar su cumplimiento. </a:t>
            </a:r>
          </a:p>
          <a:p>
            <a:pPr eaLnBrk="1" hangingPunct="1"/>
            <a:r>
              <a:rPr lang="es-ES_tradnl" altLang="es-AR" sz="2600" dirty="0">
                <a:solidFill>
                  <a:srgbClr val="000000"/>
                </a:solidFill>
              </a:rPr>
              <a:t>La efectividad de una política de calidad depende de la estructura de la empresa para la gestión de la calidad. </a:t>
            </a:r>
          </a:p>
          <a:p>
            <a:pPr eaLnBrk="1" hangingPunct="1"/>
            <a:endParaRPr lang="es-ES_tradnl" altLang="es-AR" dirty="0" smtClean="0"/>
          </a:p>
        </p:txBody>
      </p:sp>
    </p:spTree>
    <p:extLst>
      <p:ext uri="{BB962C8B-B14F-4D97-AF65-F5344CB8AC3E}">
        <p14:creationId xmlns:p14="http://schemas.microsoft.com/office/powerpoint/2010/main" val="4227050927"/>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95303DDE-B132-4013-8963-E35B6287321B}" type="datetime1">
              <a:rPr lang="es-ES_tradnl" altLang="es-AR" sz="1000"/>
              <a:pPr eaLnBrk="1" hangingPunct="1">
                <a:spcBef>
                  <a:spcPct val="0"/>
                </a:spcBef>
                <a:buClrTx/>
                <a:buSzTx/>
                <a:buFontTx/>
                <a:buNone/>
              </a:pPr>
              <a:t>09/09/2024</a:t>
            </a:fld>
            <a:endParaRPr lang="es-ES" altLang="en-US" sz="1000"/>
          </a:p>
        </p:txBody>
      </p:sp>
      <p:sp>
        <p:nvSpPr>
          <p:cNvPr id="19459"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19460" name="Rectangle 3"/>
          <p:cNvSpPr>
            <a:spLocks noGrp="1" noChangeArrowheads="1"/>
          </p:cNvSpPr>
          <p:nvPr>
            <p:ph type="body" idx="1"/>
          </p:nvPr>
        </p:nvSpPr>
        <p:spPr>
          <a:xfrm>
            <a:off x="1524000" y="1557338"/>
            <a:ext cx="8820150" cy="5715000"/>
          </a:xfrm>
        </p:spPr>
        <p:txBody>
          <a:bodyPr/>
          <a:lstStyle/>
          <a:p>
            <a:pPr eaLnBrk="1" hangingPunct="1"/>
            <a:r>
              <a:rPr lang="es-ES_tradnl" altLang="es-AR" sz="2600" dirty="0">
                <a:solidFill>
                  <a:srgbClr val="000000"/>
                </a:solidFill>
              </a:rPr>
              <a:t>Lograr la formulación de los deseos del cliente para:</a:t>
            </a:r>
          </a:p>
          <a:p>
            <a:pPr lvl="2" eaLnBrk="1" hangingPunct="1">
              <a:buFont typeface="Symbol" panose="05050102010706020507" pitchFamily="18" charset="2"/>
              <a:buChar char="·"/>
            </a:pPr>
            <a:r>
              <a:rPr lang="es-ES_tradnl" altLang="es-AR" sz="2600" dirty="0">
                <a:solidFill>
                  <a:srgbClr val="000000"/>
                </a:solidFill>
              </a:rPr>
              <a:t>Las especificaciones que definirán las</a:t>
            </a:r>
          </a:p>
          <a:p>
            <a:pPr lvl="2" eaLnBrk="1" hangingPunct="1">
              <a:buFont typeface="Symbol" panose="05050102010706020507" pitchFamily="18" charset="2"/>
              <a:buNone/>
            </a:pPr>
            <a:r>
              <a:rPr lang="es-ES_tradnl" altLang="es-AR" sz="2600" dirty="0">
                <a:solidFill>
                  <a:srgbClr val="000000"/>
                </a:solidFill>
              </a:rPr>
              <a:t>   características del </a:t>
            </a:r>
            <a:r>
              <a:rPr lang="es-ES_tradnl" altLang="es-AR" sz="2600" dirty="0" smtClean="0">
                <a:solidFill>
                  <a:srgbClr val="000000"/>
                </a:solidFill>
              </a:rPr>
              <a:t>producto/servicio.</a:t>
            </a:r>
            <a:endParaRPr lang="es-ES_tradnl" altLang="es-AR" sz="2600" dirty="0">
              <a:solidFill>
                <a:srgbClr val="000000"/>
              </a:solidFill>
            </a:endParaRPr>
          </a:p>
          <a:p>
            <a:pPr lvl="2" eaLnBrk="1" hangingPunct="1">
              <a:buFont typeface="Symbol" panose="05050102010706020507" pitchFamily="18" charset="2"/>
              <a:buChar char="·"/>
            </a:pPr>
            <a:r>
              <a:rPr lang="es-ES_tradnl" altLang="es-AR" sz="2600" dirty="0">
                <a:solidFill>
                  <a:srgbClr val="000000"/>
                </a:solidFill>
              </a:rPr>
              <a:t>Un diseño acorde a estas especificaciones.</a:t>
            </a:r>
          </a:p>
          <a:p>
            <a:pPr lvl="2" eaLnBrk="1" hangingPunct="1">
              <a:buFont typeface="Symbol" panose="05050102010706020507" pitchFamily="18" charset="2"/>
              <a:buChar char="·"/>
            </a:pPr>
            <a:r>
              <a:rPr lang="es-ES_tradnl" altLang="es-AR" sz="2600" dirty="0">
                <a:solidFill>
                  <a:srgbClr val="000000"/>
                </a:solidFill>
              </a:rPr>
              <a:t>Fabricación de elementos de acuerdo al  diseño.</a:t>
            </a:r>
          </a:p>
          <a:p>
            <a:pPr lvl="2" eaLnBrk="1" hangingPunct="1">
              <a:buFont typeface="Symbol" panose="05050102010706020507" pitchFamily="18" charset="2"/>
              <a:buChar char="·"/>
            </a:pPr>
            <a:r>
              <a:rPr lang="es-ES_tradnl" altLang="es-AR" sz="2600" dirty="0">
                <a:solidFill>
                  <a:srgbClr val="000000"/>
                </a:solidFill>
              </a:rPr>
              <a:t>Aprovisionamiento adecuado de materiales, componentes y equipos.</a:t>
            </a:r>
          </a:p>
          <a:p>
            <a:pPr lvl="2" eaLnBrk="1" hangingPunct="1">
              <a:buFont typeface="Symbol" panose="05050102010706020507" pitchFamily="18" charset="2"/>
              <a:buChar char="·"/>
            </a:pPr>
            <a:r>
              <a:rPr lang="es-ES_tradnl" altLang="es-AR" sz="2600" dirty="0">
                <a:solidFill>
                  <a:srgbClr val="000000"/>
                </a:solidFill>
              </a:rPr>
              <a:t>Distribución del producto en tiempo y forma.</a:t>
            </a:r>
          </a:p>
          <a:p>
            <a:pPr lvl="2" eaLnBrk="1" hangingPunct="1">
              <a:buFont typeface="Symbol" panose="05050102010706020507" pitchFamily="18" charset="2"/>
              <a:buChar char="·"/>
            </a:pPr>
            <a:r>
              <a:rPr lang="es-ES_tradnl" altLang="es-AR" sz="2600" dirty="0">
                <a:solidFill>
                  <a:srgbClr val="000000"/>
                </a:solidFill>
              </a:rPr>
              <a:t>Comprobación de los resultados a través de un servicio de post-venta.</a:t>
            </a:r>
          </a:p>
        </p:txBody>
      </p:sp>
    </p:spTree>
    <p:extLst>
      <p:ext uri="{BB962C8B-B14F-4D97-AF65-F5344CB8AC3E}">
        <p14:creationId xmlns:p14="http://schemas.microsoft.com/office/powerpoint/2010/main" val="3530926182"/>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E4F76F26-A21A-4515-AFC6-D8E52DCFD634}" type="datetime1">
              <a:rPr lang="es-ES_tradnl" altLang="es-AR" sz="1000"/>
              <a:pPr eaLnBrk="1" hangingPunct="1">
                <a:spcBef>
                  <a:spcPct val="0"/>
                </a:spcBef>
                <a:buClrTx/>
                <a:buSzTx/>
                <a:buFontTx/>
                <a:buNone/>
              </a:pPr>
              <a:t>09/09/2024</a:t>
            </a:fld>
            <a:endParaRPr lang="es-ES" altLang="en-US" sz="1000"/>
          </a:p>
        </p:txBody>
      </p:sp>
      <p:sp>
        <p:nvSpPr>
          <p:cNvPr id="20483"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0484" name="Rectangle 3"/>
          <p:cNvSpPr>
            <a:spLocks noGrp="1" noChangeArrowheads="1"/>
          </p:cNvSpPr>
          <p:nvPr>
            <p:ph type="body" idx="1"/>
          </p:nvPr>
        </p:nvSpPr>
        <p:spPr>
          <a:xfrm>
            <a:off x="1524000" y="765175"/>
            <a:ext cx="8382000" cy="5715000"/>
          </a:xfrm>
        </p:spPr>
        <p:txBody>
          <a:bodyPr/>
          <a:lstStyle/>
          <a:p>
            <a:pPr eaLnBrk="1" hangingPunct="1"/>
            <a:endParaRPr lang="es-ES_tradnl" altLang="es-AR" sz="2600" dirty="0" smtClean="0">
              <a:solidFill>
                <a:srgbClr val="000000"/>
              </a:solidFill>
            </a:endParaRPr>
          </a:p>
          <a:p>
            <a:pPr eaLnBrk="1" hangingPunct="1"/>
            <a:endParaRPr lang="es-ES_tradnl" altLang="es-AR" sz="2600" dirty="0">
              <a:solidFill>
                <a:srgbClr val="000000"/>
              </a:solidFill>
            </a:endParaRPr>
          </a:p>
          <a:p>
            <a:pPr eaLnBrk="1" hangingPunct="1"/>
            <a:r>
              <a:rPr lang="es-ES_tradnl" altLang="es-AR" sz="2600" dirty="0" smtClean="0">
                <a:solidFill>
                  <a:srgbClr val="000000"/>
                </a:solidFill>
              </a:rPr>
              <a:t>En </a:t>
            </a:r>
            <a:r>
              <a:rPr lang="es-ES_tradnl" altLang="es-AR" sz="2600" dirty="0">
                <a:solidFill>
                  <a:srgbClr val="000000"/>
                </a:solidFill>
              </a:rPr>
              <a:t>el programa integral de calidad se debe considerar que: "</a:t>
            </a:r>
            <a:r>
              <a:rPr lang="es-ES_tradnl" altLang="es-AR" sz="2600" b="1" dirty="0">
                <a:solidFill>
                  <a:srgbClr val="000000"/>
                </a:solidFill>
              </a:rPr>
              <a:t>todo trabajo es importante y merece hacerse bien desde un comienzo</a:t>
            </a:r>
            <a:r>
              <a:rPr lang="es-ES_tradnl" altLang="es-AR" sz="2600" dirty="0">
                <a:solidFill>
                  <a:srgbClr val="000000"/>
                </a:solidFill>
              </a:rPr>
              <a:t>". </a:t>
            </a:r>
          </a:p>
          <a:p>
            <a:pPr eaLnBrk="1" hangingPunct="1"/>
            <a:r>
              <a:rPr lang="es-ES_tradnl" altLang="es-AR" sz="2600" dirty="0" smtClean="0">
                <a:solidFill>
                  <a:srgbClr val="000000"/>
                </a:solidFill>
              </a:rPr>
              <a:t>Las </a:t>
            </a:r>
            <a:r>
              <a:rPr lang="es-ES_tradnl" altLang="es-AR" sz="2600" dirty="0">
                <a:solidFill>
                  <a:srgbClr val="000000"/>
                </a:solidFill>
              </a:rPr>
              <a:t>técnicas para desarrollar una verdadera campaña de mentalización de calidad son las de Comunicación y Promoción, haciendo participes también a los proveedores y a los distribuidores.</a:t>
            </a:r>
            <a:endParaRPr lang="es-ES_tradnl" altLang="es-AR" sz="2600" b="1" u="sng" dirty="0">
              <a:solidFill>
                <a:srgbClr val="000000"/>
              </a:solidFill>
            </a:endParaRPr>
          </a:p>
        </p:txBody>
      </p:sp>
    </p:spTree>
    <p:extLst>
      <p:ext uri="{BB962C8B-B14F-4D97-AF65-F5344CB8AC3E}">
        <p14:creationId xmlns:p14="http://schemas.microsoft.com/office/powerpoint/2010/main" val="1157903376"/>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F4ADD6A8-54F8-4948-AA48-AED9F78BACE7}" type="datetime1">
              <a:rPr lang="es-ES_tradnl" altLang="es-AR" sz="1000"/>
              <a:pPr eaLnBrk="1" hangingPunct="1">
                <a:spcBef>
                  <a:spcPct val="0"/>
                </a:spcBef>
                <a:buClrTx/>
                <a:buSzTx/>
                <a:buFontTx/>
                <a:buNone/>
              </a:pPr>
              <a:t>09/09/2024</a:t>
            </a:fld>
            <a:endParaRPr lang="es-ES" altLang="en-US" sz="1000"/>
          </a:p>
        </p:txBody>
      </p:sp>
      <p:sp>
        <p:nvSpPr>
          <p:cNvPr id="23555"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3556" name="Rectangle 2"/>
          <p:cNvSpPr>
            <a:spLocks noGrp="1" noChangeArrowheads="1"/>
          </p:cNvSpPr>
          <p:nvPr>
            <p:ph type="title"/>
          </p:nvPr>
        </p:nvSpPr>
        <p:spPr>
          <a:xfrm>
            <a:off x="2171700" y="485056"/>
            <a:ext cx="7772400" cy="914400"/>
          </a:xfrm>
        </p:spPr>
        <p:txBody>
          <a:bodyPr/>
          <a:lstStyle/>
          <a:p>
            <a:pPr eaLnBrk="1" hangingPunct="1"/>
            <a:r>
              <a:rPr lang="es-ES_tradnl" altLang="es-AR" dirty="0" smtClean="0"/>
              <a:t>Elementos de </a:t>
            </a:r>
            <a:r>
              <a:rPr lang="es-ES_tradnl" altLang="es-AR" dirty="0"/>
              <a:t>TQM</a:t>
            </a:r>
          </a:p>
        </p:txBody>
      </p:sp>
      <p:pic>
        <p:nvPicPr>
          <p:cNvPr id="3" name="Imagen 2"/>
          <p:cNvPicPr>
            <a:picLocks noChangeAspect="1"/>
          </p:cNvPicPr>
          <p:nvPr/>
        </p:nvPicPr>
        <p:blipFill>
          <a:blip r:embed="rId2"/>
          <a:stretch>
            <a:fillRect/>
          </a:stretch>
        </p:blipFill>
        <p:spPr>
          <a:xfrm>
            <a:off x="1773674" y="1607125"/>
            <a:ext cx="8371504" cy="4918219"/>
          </a:xfrm>
          <a:prstGeom prst="rect">
            <a:avLst/>
          </a:prstGeom>
        </p:spPr>
      </p:pic>
    </p:spTree>
    <p:extLst>
      <p:ext uri="{BB962C8B-B14F-4D97-AF65-F5344CB8AC3E}">
        <p14:creationId xmlns:p14="http://schemas.microsoft.com/office/powerpoint/2010/main" val="1717017471"/>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F4ADD6A8-54F8-4948-AA48-AED9F78BACE7}" type="datetime1">
              <a:rPr lang="es-ES_tradnl" altLang="es-AR" sz="1000"/>
              <a:pPr eaLnBrk="1" hangingPunct="1">
                <a:spcBef>
                  <a:spcPct val="0"/>
                </a:spcBef>
                <a:buClrTx/>
                <a:buSzTx/>
                <a:buFontTx/>
                <a:buNone/>
              </a:pPr>
              <a:t>09/09/2024</a:t>
            </a:fld>
            <a:endParaRPr lang="es-ES" altLang="en-US" sz="1000"/>
          </a:p>
        </p:txBody>
      </p:sp>
      <p:sp>
        <p:nvSpPr>
          <p:cNvPr id="23555"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3556" name="Rectangle 2"/>
          <p:cNvSpPr>
            <a:spLocks noGrp="1" noChangeArrowheads="1"/>
          </p:cNvSpPr>
          <p:nvPr>
            <p:ph type="title"/>
          </p:nvPr>
        </p:nvSpPr>
        <p:spPr>
          <a:xfrm>
            <a:off x="2171700" y="485056"/>
            <a:ext cx="7772400" cy="914400"/>
          </a:xfrm>
        </p:spPr>
        <p:txBody>
          <a:bodyPr/>
          <a:lstStyle/>
          <a:p>
            <a:pPr eaLnBrk="1" hangingPunct="1"/>
            <a:r>
              <a:rPr lang="es-ES_tradnl" altLang="es-AR" dirty="0"/>
              <a:t>Los orígenes de TQM</a:t>
            </a:r>
          </a:p>
        </p:txBody>
      </p:sp>
      <p:sp>
        <p:nvSpPr>
          <p:cNvPr id="23557" name="Rectangle 3"/>
          <p:cNvSpPr>
            <a:spLocks noGrp="1" noChangeArrowheads="1"/>
          </p:cNvSpPr>
          <p:nvPr>
            <p:ph type="body" idx="1"/>
          </p:nvPr>
        </p:nvSpPr>
        <p:spPr>
          <a:xfrm>
            <a:off x="1828800" y="1371600"/>
            <a:ext cx="8458200" cy="4724400"/>
          </a:xfrm>
        </p:spPr>
        <p:txBody>
          <a:bodyPr/>
          <a:lstStyle/>
          <a:p>
            <a:pPr algn="just" eaLnBrk="1" hangingPunct="1"/>
            <a:endParaRPr lang="es-ES_tradnl" altLang="es-AR" sz="2600" dirty="0">
              <a:solidFill>
                <a:srgbClr val="000000"/>
              </a:solidFill>
            </a:endParaRPr>
          </a:p>
          <a:p>
            <a:pPr algn="just" eaLnBrk="1" hangingPunct="1"/>
            <a:r>
              <a:rPr lang="es-ES_tradnl" altLang="es-AR" sz="2600" dirty="0">
                <a:solidFill>
                  <a:srgbClr val="000000"/>
                </a:solidFill>
              </a:rPr>
              <a:t>A partir de los desarrollos previos a la 2º Guerra Mundial sobre  Control de Calidad, surgió el TQC. </a:t>
            </a:r>
          </a:p>
          <a:p>
            <a:pPr algn="just" eaLnBrk="1" hangingPunct="1"/>
            <a:r>
              <a:rPr lang="es-ES_tradnl" altLang="es-AR" sz="2600" dirty="0">
                <a:solidFill>
                  <a:srgbClr val="000000"/>
                </a:solidFill>
              </a:rPr>
              <a:t>TQC se basa en técnicas estadísticas para medir la calidad del producto según estándares establecidos. Desde el trabajo de </a:t>
            </a:r>
            <a:r>
              <a:rPr lang="es-ES_tradnl" altLang="es-AR" sz="2600" dirty="0" err="1">
                <a:solidFill>
                  <a:srgbClr val="000000"/>
                </a:solidFill>
              </a:rPr>
              <a:t>Shewhart</a:t>
            </a:r>
            <a:r>
              <a:rPr lang="es-ES_tradnl" altLang="es-AR" sz="2600" dirty="0">
                <a:solidFill>
                  <a:srgbClr val="000000"/>
                </a:solidFill>
              </a:rPr>
              <a:t> quien desarrolló gráficos de control se originan los trabajos de Juran, Deming y </a:t>
            </a:r>
            <a:r>
              <a:rPr lang="es-ES_tradnl" altLang="es-AR" sz="2600" dirty="0" err="1">
                <a:solidFill>
                  <a:srgbClr val="000000"/>
                </a:solidFill>
              </a:rPr>
              <a:t>Feigenbaum</a:t>
            </a:r>
            <a:r>
              <a:rPr lang="es-ES_tradnl" altLang="es-AR" sz="2600" dirty="0">
                <a:solidFill>
                  <a:srgbClr val="000000"/>
                </a:solidFill>
              </a:rPr>
              <a:t>, quien avanzo sobre estudios de comportamiento humano. </a:t>
            </a:r>
          </a:p>
        </p:txBody>
      </p:sp>
    </p:spTree>
    <p:extLst>
      <p:ext uri="{BB962C8B-B14F-4D97-AF65-F5344CB8AC3E}">
        <p14:creationId xmlns:p14="http://schemas.microsoft.com/office/powerpoint/2010/main" val="3904623290"/>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6B028796-6357-4866-A835-BC66CD273F58}" type="datetime1">
              <a:rPr lang="es-ES_tradnl" altLang="es-AR" sz="1000"/>
              <a:pPr eaLnBrk="1" hangingPunct="1">
                <a:spcBef>
                  <a:spcPct val="0"/>
                </a:spcBef>
                <a:buClrTx/>
                <a:buSzTx/>
                <a:buFontTx/>
                <a:buNone/>
              </a:pPr>
              <a:t>09/09/2024</a:t>
            </a:fld>
            <a:endParaRPr lang="es-ES" altLang="en-US" sz="1000"/>
          </a:p>
        </p:txBody>
      </p:sp>
      <p:sp>
        <p:nvSpPr>
          <p:cNvPr id="24579"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4580" name="Rectangle 3"/>
          <p:cNvSpPr>
            <a:spLocks noGrp="1" noChangeArrowheads="1"/>
          </p:cNvSpPr>
          <p:nvPr>
            <p:ph type="body" idx="1"/>
          </p:nvPr>
        </p:nvSpPr>
        <p:spPr>
          <a:xfrm>
            <a:off x="1847850" y="1125538"/>
            <a:ext cx="7772400" cy="5562600"/>
          </a:xfrm>
        </p:spPr>
        <p:txBody>
          <a:bodyPr/>
          <a:lstStyle/>
          <a:p>
            <a:pPr eaLnBrk="1" hangingPunct="1"/>
            <a:endParaRPr lang="es-ES_tradnl" altLang="es-AR" sz="2600" dirty="0" smtClean="0">
              <a:solidFill>
                <a:srgbClr val="000000"/>
              </a:solidFill>
            </a:endParaRPr>
          </a:p>
          <a:p>
            <a:pPr eaLnBrk="1" hangingPunct="1"/>
            <a:r>
              <a:rPr lang="es-ES_tradnl" altLang="es-AR" sz="2600" dirty="0" err="1" smtClean="0">
                <a:solidFill>
                  <a:srgbClr val="000000"/>
                </a:solidFill>
              </a:rPr>
              <a:t>Feigenbaum</a:t>
            </a:r>
            <a:r>
              <a:rPr lang="es-ES_tradnl" altLang="es-AR" sz="2600" dirty="0" smtClean="0">
                <a:solidFill>
                  <a:srgbClr val="000000"/>
                </a:solidFill>
              </a:rPr>
              <a:t> </a:t>
            </a:r>
            <a:r>
              <a:rPr lang="es-ES_tradnl" altLang="es-AR" sz="2600" dirty="0">
                <a:solidFill>
                  <a:srgbClr val="000000"/>
                </a:solidFill>
              </a:rPr>
              <a:t>establecía que todo el personal de una empresa debía estar comprometido en el proceso de satisfacer las necesidades del cliente, no solo un grupo de especialistas en el departamento de Aseguramiento de Calidad. </a:t>
            </a:r>
          </a:p>
        </p:txBody>
      </p:sp>
    </p:spTree>
    <p:extLst>
      <p:ext uri="{BB962C8B-B14F-4D97-AF65-F5344CB8AC3E}">
        <p14:creationId xmlns:p14="http://schemas.microsoft.com/office/powerpoint/2010/main" val="485130680"/>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B9D5040-A177-4E55-B814-63DE99BF2ABB}" type="datetime1">
              <a:rPr lang="es-ES_tradnl" altLang="es-AR" sz="1000"/>
              <a:pPr eaLnBrk="1" hangingPunct="1">
                <a:spcBef>
                  <a:spcPct val="0"/>
                </a:spcBef>
                <a:buClrTx/>
                <a:buSzTx/>
                <a:buFontTx/>
                <a:buNone/>
              </a:pPr>
              <a:t>09/09/2024</a:t>
            </a:fld>
            <a:endParaRPr lang="es-ES" altLang="en-US" sz="1000"/>
          </a:p>
        </p:txBody>
      </p:sp>
      <p:sp>
        <p:nvSpPr>
          <p:cNvPr id="26627"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6628" name="Rectangle 2"/>
          <p:cNvSpPr>
            <a:spLocks noGrp="1" noChangeArrowheads="1"/>
          </p:cNvSpPr>
          <p:nvPr>
            <p:ph type="title"/>
          </p:nvPr>
        </p:nvSpPr>
        <p:spPr>
          <a:xfrm>
            <a:off x="1992313" y="1125538"/>
            <a:ext cx="8166100" cy="609600"/>
          </a:xfrm>
        </p:spPr>
        <p:txBody>
          <a:bodyPr/>
          <a:lstStyle/>
          <a:p>
            <a:pPr eaLnBrk="1" hangingPunct="1"/>
            <a:r>
              <a:rPr lang="es-ES_tradnl" altLang="es-AR" dirty="0" smtClean="0"/>
              <a:t> </a:t>
            </a:r>
            <a:br>
              <a:rPr lang="es-ES_tradnl" altLang="es-AR" dirty="0" smtClean="0"/>
            </a:br>
            <a:r>
              <a:rPr lang="es-ES_tradnl" altLang="es-AR" dirty="0" smtClean="0"/>
              <a:t/>
            </a:r>
            <a:br>
              <a:rPr lang="es-ES_tradnl" altLang="es-AR" dirty="0" smtClean="0"/>
            </a:br>
            <a:r>
              <a:rPr lang="es-ES_tradnl" altLang="es-AR" dirty="0" smtClean="0"/>
              <a:t/>
            </a:r>
            <a:br>
              <a:rPr lang="es-ES_tradnl" altLang="es-AR" dirty="0" smtClean="0"/>
            </a:br>
            <a:r>
              <a:rPr lang="es-ES_tradnl" altLang="es-AR" b="0" u="sng" dirty="0" smtClean="0">
                <a:solidFill>
                  <a:srgbClr val="000000"/>
                </a:solidFill>
                <a:latin typeface="Verdana" panose="020B0604030504040204" pitchFamily="34" charset="0"/>
              </a:rPr>
              <a:t/>
            </a:r>
            <a:br>
              <a:rPr lang="es-ES_tradnl" altLang="es-AR" b="0" u="sng" dirty="0" smtClean="0">
                <a:solidFill>
                  <a:srgbClr val="000000"/>
                </a:solidFill>
                <a:latin typeface="Verdana" panose="020B0604030504040204" pitchFamily="34" charset="0"/>
              </a:rPr>
            </a:br>
            <a:endParaRPr lang="es-ES_tradnl" altLang="es-AR" b="0" u="sng" dirty="0" smtClean="0">
              <a:solidFill>
                <a:srgbClr val="000000"/>
              </a:solidFill>
            </a:endParaRPr>
          </a:p>
        </p:txBody>
      </p:sp>
      <p:sp>
        <p:nvSpPr>
          <p:cNvPr id="26629" name="Rectangle 3"/>
          <p:cNvSpPr>
            <a:spLocks noGrp="1" noChangeArrowheads="1"/>
          </p:cNvSpPr>
          <p:nvPr>
            <p:ph type="body" idx="1"/>
          </p:nvPr>
        </p:nvSpPr>
        <p:spPr>
          <a:xfrm>
            <a:off x="1524000" y="1905000"/>
            <a:ext cx="8458200" cy="4953000"/>
          </a:xfrm>
        </p:spPr>
        <p:txBody>
          <a:bodyPr/>
          <a:lstStyle/>
          <a:p>
            <a:pPr algn="just" eaLnBrk="1" hangingPunct="1">
              <a:buFont typeface="Wingdings" panose="05000000000000000000" pitchFamily="2" charset="2"/>
              <a:buNone/>
            </a:pPr>
            <a:r>
              <a:rPr lang="es-ES_tradnl" altLang="es-AR" sz="2600">
                <a:solidFill>
                  <a:srgbClr val="000000"/>
                </a:solidFill>
              </a:rPr>
              <a:t>1.Crear y difundir para todos los empleados una declaración de los propósitos y objetivos de la compañía. </a:t>
            </a:r>
          </a:p>
          <a:p>
            <a:pPr algn="just" eaLnBrk="1" hangingPunct="1">
              <a:buFont typeface="Wingdings" panose="05000000000000000000" pitchFamily="2" charset="2"/>
              <a:buNone/>
            </a:pPr>
            <a:r>
              <a:rPr lang="es-ES_tradnl" altLang="es-AR" sz="2600">
                <a:solidFill>
                  <a:srgbClr val="000000"/>
                </a:solidFill>
              </a:rPr>
              <a:t> La gerencia debe demostrar continuamente su compromiso con esta declaración. </a:t>
            </a:r>
          </a:p>
          <a:p>
            <a:pPr algn="just" eaLnBrk="1" hangingPunct="1">
              <a:buFont typeface="Wingdings" panose="05000000000000000000" pitchFamily="2" charset="2"/>
              <a:buNone/>
            </a:pPr>
            <a:r>
              <a:rPr lang="es-ES_tradnl" altLang="es-AR" sz="2600">
                <a:solidFill>
                  <a:srgbClr val="000000"/>
                </a:solidFill>
              </a:rPr>
              <a:t>   Esta declaración debe incluir los Valores, Misión y Visión de la organización.</a:t>
            </a:r>
          </a:p>
        </p:txBody>
      </p:sp>
      <p:sp>
        <p:nvSpPr>
          <p:cNvPr id="2" name="Rectángulo 1"/>
          <p:cNvSpPr/>
          <p:nvPr/>
        </p:nvSpPr>
        <p:spPr>
          <a:xfrm>
            <a:off x="2088022" y="671976"/>
            <a:ext cx="5428089" cy="567399"/>
          </a:xfrm>
          <a:prstGeom prst="rect">
            <a:avLst/>
          </a:prstGeom>
        </p:spPr>
        <p:txBody>
          <a:bodyPr wrap="none">
            <a:spAutoFit/>
          </a:bodyPr>
          <a:lstStyle/>
          <a:p>
            <a:pPr>
              <a:lnSpc>
                <a:spcPct val="85000"/>
              </a:lnSpc>
              <a:buSzPts val="1400"/>
            </a:pPr>
            <a:r>
              <a:rPr lang="es-ES_tradnl" altLang="es-AR" sz="3600" dirty="0">
                <a:solidFill>
                  <a:schemeClr val="accent1"/>
                </a:solidFill>
                <a:latin typeface="Calibri"/>
                <a:ea typeface="Calibri"/>
                <a:cs typeface="Calibri"/>
                <a:sym typeface="Calibri"/>
              </a:rPr>
              <a:t>Los 14 Principios de Deming</a:t>
            </a:r>
            <a:endParaRPr lang="es-AR" sz="3600" dirty="0">
              <a:solidFill>
                <a:schemeClr val="accent1"/>
              </a:solidFill>
              <a:latin typeface="Calibri"/>
              <a:ea typeface="Calibri"/>
              <a:cs typeface="Calibri"/>
              <a:sym typeface="Calibri"/>
            </a:endParaRPr>
          </a:p>
        </p:txBody>
      </p:sp>
    </p:spTree>
    <p:extLst>
      <p:ext uri="{BB962C8B-B14F-4D97-AF65-F5344CB8AC3E}">
        <p14:creationId xmlns:p14="http://schemas.microsoft.com/office/powerpoint/2010/main" val="883288070"/>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A7BF1156-C04B-49A7-9BCD-C14C78A68971}" type="datetime1">
              <a:rPr lang="es-ES_tradnl" altLang="es-AR" sz="1000"/>
              <a:pPr eaLnBrk="1" hangingPunct="1">
                <a:spcBef>
                  <a:spcPct val="0"/>
                </a:spcBef>
                <a:buClrTx/>
                <a:buSzTx/>
                <a:buFontTx/>
                <a:buNone/>
              </a:pPr>
              <a:t>09/09/2024</a:t>
            </a:fld>
            <a:endParaRPr lang="es-ES" altLang="en-US" sz="1000"/>
          </a:p>
        </p:txBody>
      </p:sp>
      <p:sp>
        <p:nvSpPr>
          <p:cNvPr id="27651"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7652" name="Rectangle 3"/>
          <p:cNvSpPr>
            <a:spLocks noGrp="1" noChangeArrowheads="1"/>
          </p:cNvSpPr>
          <p:nvPr>
            <p:ph type="body" idx="1"/>
          </p:nvPr>
        </p:nvSpPr>
        <p:spPr>
          <a:xfrm>
            <a:off x="2209800" y="914400"/>
            <a:ext cx="7772400" cy="5181600"/>
          </a:xfrm>
        </p:spPr>
        <p:txBody>
          <a:bodyPr/>
          <a:lstStyle/>
          <a:p>
            <a:pPr eaLnBrk="1" hangingPunct="1">
              <a:buFont typeface="Wingdings" panose="05000000000000000000" pitchFamily="2" charset="2"/>
              <a:buNone/>
            </a:pPr>
            <a:endParaRPr lang="es-ES_tradnl" altLang="es-AR" sz="2600" dirty="0" smtClean="0">
              <a:solidFill>
                <a:srgbClr val="000000"/>
              </a:solidFill>
            </a:endParaRPr>
          </a:p>
          <a:p>
            <a:pPr eaLnBrk="1" hangingPunct="1">
              <a:buFont typeface="Wingdings" panose="05000000000000000000" pitchFamily="2" charset="2"/>
              <a:buNone/>
            </a:pPr>
            <a:endParaRPr lang="es-ES_tradnl" altLang="es-AR" sz="2600" dirty="0">
              <a:solidFill>
                <a:srgbClr val="000000"/>
              </a:solidFill>
            </a:endParaRPr>
          </a:p>
          <a:p>
            <a:pPr eaLnBrk="1" hangingPunct="1">
              <a:buFont typeface="Wingdings" panose="05000000000000000000" pitchFamily="2" charset="2"/>
              <a:buNone/>
            </a:pPr>
            <a:r>
              <a:rPr lang="es-ES_tradnl" altLang="es-AR" sz="2600" dirty="0" smtClean="0">
                <a:solidFill>
                  <a:srgbClr val="000000"/>
                </a:solidFill>
              </a:rPr>
              <a:t>2.Basar </a:t>
            </a:r>
            <a:r>
              <a:rPr lang="es-ES_tradnl" altLang="es-AR" sz="2600" dirty="0">
                <a:solidFill>
                  <a:srgbClr val="000000"/>
                </a:solidFill>
              </a:rPr>
              <a:t>las acciones en una filosofía hacia el positivismo. Negativismo, mal desempeño, son inaceptables.</a:t>
            </a:r>
          </a:p>
          <a:p>
            <a:pPr eaLnBrk="1" hangingPunct="1">
              <a:buFont typeface="Wingdings" panose="05000000000000000000" pitchFamily="2" charset="2"/>
              <a:buNone/>
            </a:pPr>
            <a:r>
              <a:rPr lang="es-ES_tradnl" altLang="es-AR" sz="2600" dirty="0">
                <a:solidFill>
                  <a:srgbClr val="000000"/>
                </a:solidFill>
              </a:rPr>
              <a:t>   Se debe abandonar la idea de nivel aceptable de errores y defectos persiguiendo una mejora continua.</a:t>
            </a:r>
          </a:p>
          <a:p>
            <a:pPr eaLnBrk="1" hangingPunct="1">
              <a:buFont typeface="Wingdings" panose="05000000000000000000" pitchFamily="2" charset="2"/>
              <a:buNone/>
            </a:pPr>
            <a:r>
              <a:rPr lang="es-ES_tradnl" altLang="es-AR" sz="2600" dirty="0">
                <a:solidFill>
                  <a:srgbClr val="000000"/>
                </a:solidFill>
              </a:rPr>
              <a:t>3.Enfatizar la prevención, no la detección. Entender el propósito de la inspección de calidad para mejoría de procesos y reducción de costos. La calidad debe ser proyectada, no inspeccionada.</a:t>
            </a:r>
            <a:endParaRPr lang="es-ES_tradnl" altLang="es-AR" dirty="0" smtClean="0"/>
          </a:p>
        </p:txBody>
      </p:sp>
    </p:spTree>
    <p:extLst>
      <p:ext uri="{BB962C8B-B14F-4D97-AF65-F5344CB8AC3E}">
        <p14:creationId xmlns:p14="http://schemas.microsoft.com/office/powerpoint/2010/main" val="1291939841"/>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51A34D17-3013-4E00-8658-964ECDE4A158}" type="datetime1">
              <a:rPr lang="es-ES_tradnl" altLang="es-AR" sz="1000"/>
              <a:pPr eaLnBrk="1" hangingPunct="1">
                <a:spcBef>
                  <a:spcPct val="0"/>
                </a:spcBef>
                <a:buClrTx/>
                <a:buSzTx/>
                <a:buFontTx/>
                <a:buNone/>
              </a:pPr>
              <a:t>09/09/2024</a:t>
            </a:fld>
            <a:endParaRPr lang="es-ES" altLang="en-US" sz="1000"/>
          </a:p>
        </p:txBody>
      </p:sp>
      <p:sp>
        <p:nvSpPr>
          <p:cNvPr id="28675"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28676" name="Rectangle 3"/>
          <p:cNvSpPr>
            <a:spLocks noGrp="1" noChangeArrowheads="1"/>
          </p:cNvSpPr>
          <p:nvPr>
            <p:ph type="body" idx="1"/>
          </p:nvPr>
        </p:nvSpPr>
        <p:spPr>
          <a:xfrm>
            <a:off x="2209800" y="1524000"/>
            <a:ext cx="8458200" cy="5334000"/>
          </a:xfrm>
        </p:spPr>
        <p:txBody>
          <a:bodyPr/>
          <a:lstStyle/>
          <a:p>
            <a:pPr eaLnBrk="1" hangingPunct="1">
              <a:buFont typeface="Wingdings" panose="05000000000000000000" pitchFamily="2" charset="2"/>
              <a:buNone/>
            </a:pPr>
            <a:r>
              <a:rPr lang="es-ES_tradnl" altLang="es-AR" sz="2600">
                <a:solidFill>
                  <a:srgbClr val="000000"/>
                </a:solidFill>
              </a:rPr>
              <a:t>4.No aprobar contratos solo en base a precios. Desarrollar proveedores para cada ítem en base a relaciones de largo plazo.</a:t>
            </a:r>
          </a:p>
          <a:p>
            <a:pPr eaLnBrk="1" hangingPunct="1">
              <a:buFont typeface="Wingdings" panose="05000000000000000000" pitchFamily="2" charset="2"/>
              <a:buNone/>
            </a:pPr>
            <a:r>
              <a:rPr lang="es-ES_tradnl" altLang="es-AR" sz="2600">
                <a:solidFill>
                  <a:srgbClr val="000000"/>
                </a:solidFill>
              </a:rPr>
              <a:t>5.Mejorar continuamente el sistema de producción y los servicios. Usar el ciclo PDCA (Plan, Do, Check, Act)</a:t>
            </a:r>
            <a:endParaRPr lang="es-ES_tradnl" altLang="es-AR" smtClean="0">
              <a:solidFill>
                <a:srgbClr val="000000"/>
              </a:solidFill>
            </a:endParaRPr>
          </a:p>
        </p:txBody>
      </p:sp>
    </p:spTree>
    <p:extLst>
      <p:ext uri="{BB962C8B-B14F-4D97-AF65-F5344CB8AC3E}">
        <p14:creationId xmlns:p14="http://schemas.microsoft.com/office/powerpoint/2010/main" val="3854153600"/>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6DD4CFE-2637-4EA5-942B-0E06D716AD30}" type="datetime1">
              <a:rPr lang="es-ES_tradnl" altLang="es-AR" sz="1000"/>
              <a:pPr eaLnBrk="1" hangingPunct="1">
                <a:spcBef>
                  <a:spcPct val="0"/>
                </a:spcBef>
                <a:buClrTx/>
                <a:buSzTx/>
                <a:buFontTx/>
                <a:buNone/>
              </a:pPr>
              <a:t>09/09/2024</a:t>
            </a:fld>
            <a:endParaRPr lang="es-ES" altLang="en-US" sz="1000"/>
          </a:p>
        </p:txBody>
      </p:sp>
      <p:sp>
        <p:nvSpPr>
          <p:cNvPr id="30723"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30724" name="Rectangle 3"/>
          <p:cNvSpPr>
            <a:spLocks noGrp="1" noChangeArrowheads="1"/>
          </p:cNvSpPr>
          <p:nvPr>
            <p:ph type="body" idx="1"/>
          </p:nvPr>
        </p:nvSpPr>
        <p:spPr>
          <a:xfrm>
            <a:off x="2063750" y="1676400"/>
            <a:ext cx="7848600" cy="5181600"/>
          </a:xfrm>
        </p:spPr>
        <p:txBody>
          <a:bodyPr/>
          <a:lstStyle/>
          <a:p>
            <a:pPr algn="just" eaLnBrk="1" hangingPunct="1">
              <a:buFont typeface="Wingdings" panose="05000000000000000000" pitchFamily="2" charset="2"/>
              <a:buNone/>
            </a:pPr>
            <a:r>
              <a:rPr lang="es-ES_tradnl" altLang="es-AR" sz="2600">
                <a:solidFill>
                  <a:srgbClr val="000000"/>
                </a:solidFill>
              </a:rPr>
              <a:t>6.Instituir planes de entrenamiento para todo nuevo empleado.</a:t>
            </a:r>
          </a:p>
          <a:p>
            <a:pPr algn="just" eaLnBrk="1" hangingPunct="1">
              <a:buFont typeface="Wingdings" panose="05000000000000000000" pitchFamily="2" charset="2"/>
              <a:buNone/>
            </a:pPr>
            <a:r>
              <a:rPr lang="es-ES_tradnl" altLang="es-AR" sz="2600">
                <a:solidFill>
                  <a:srgbClr val="000000"/>
                </a:solidFill>
              </a:rPr>
              <a:t>7.Enseñar y liderar en vez de supervisar.</a:t>
            </a:r>
          </a:p>
          <a:p>
            <a:pPr algn="just" eaLnBrk="1" hangingPunct="1">
              <a:buFont typeface="Wingdings" panose="05000000000000000000" pitchFamily="2" charset="2"/>
              <a:buNone/>
            </a:pPr>
            <a:r>
              <a:rPr lang="es-ES_tradnl" altLang="es-AR" sz="2600">
                <a:solidFill>
                  <a:srgbClr val="000000"/>
                </a:solidFill>
              </a:rPr>
              <a:t>   La función de un supervisor debe ser la de ayudar a las personas a que realicen una mejor labor.</a:t>
            </a:r>
          </a:p>
          <a:p>
            <a:pPr algn="just" eaLnBrk="1" hangingPunct="1">
              <a:buFont typeface="Wingdings" panose="05000000000000000000" pitchFamily="2" charset="2"/>
              <a:buNone/>
            </a:pPr>
            <a:r>
              <a:rPr lang="es-ES_tradnl" altLang="es-AR" sz="2600">
                <a:solidFill>
                  <a:srgbClr val="000000"/>
                </a:solidFill>
              </a:rPr>
              <a:t>8.Eliminar el miedo. Crear un clima propicio para la innovación. </a:t>
            </a:r>
          </a:p>
          <a:p>
            <a:pPr algn="just" eaLnBrk="1" hangingPunct="1">
              <a:buFont typeface="Wingdings" panose="05000000000000000000" pitchFamily="2" charset="2"/>
              <a:buNone/>
            </a:pPr>
            <a:r>
              <a:rPr lang="es-ES_tradnl" altLang="es-AR" sz="2600">
                <a:solidFill>
                  <a:srgbClr val="000000"/>
                </a:solidFill>
              </a:rPr>
              <a:t>  Muchos de estos 14 puntos no funcionan si el miedo esta presente.</a:t>
            </a:r>
          </a:p>
          <a:p>
            <a:pPr eaLnBrk="1" hangingPunct="1">
              <a:buFont typeface="Wingdings" panose="05000000000000000000" pitchFamily="2" charset="2"/>
              <a:buNone/>
            </a:pPr>
            <a:endParaRPr lang="es-ES_tradnl" altLang="es-AR" sz="2600"/>
          </a:p>
        </p:txBody>
      </p:sp>
    </p:spTree>
    <p:extLst>
      <p:ext uri="{BB962C8B-B14F-4D97-AF65-F5344CB8AC3E}">
        <p14:creationId xmlns:p14="http://schemas.microsoft.com/office/powerpoint/2010/main" val="2249388802"/>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639F25CC-EE7A-4F43-9FF1-409525EE5E43}" type="datetime1">
              <a:rPr lang="es-ES_tradnl" altLang="es-AR" sz="1000"/>
              <a:pPr eaLnBrk="1" hangingPunct="1">
                <a:spcBef>
                  <a:spcPct val="0"/>
                </a:spcBef>
                <a:buClrTx/>
                <a:buSzTx/>
                <a:buFontTx/>
                <a:buNone/>
              </a:pPr>
              <a:t>09/09/2024</a:t>
            </a:fld>
            <a:endParaRPr lang="es-ES" altLang="en-US" sz="1000"/>
          </a:p>
        </p:txBody>
      </p:sp>
      <p:sp>
        <p:nvSpPr>
          <p:cNvPr id="31747"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31748" name="Rectangle 3"/>
          <p:cNvSpPr>
            <a:spLocks noGrp="1" noChangeArrowheads="1"/>
          </p:cNvSpPr>
          <p:nvPr>
            <p:ph type="body" idx="1"/>
          </p:nvPr>
        </p:nvSpPr>
        <p:spPr>
          <a:xfrm>
            <a:off x="2135188" y="1398588"/>
            <a:ext cx="7772400" cy="5486400"/>
          </a:xfrm>
        </p:spPr>
        <p:txBody>
          <a:bodyPr/>
          <a:lstStyle/>
          <a:p>
            <a:pPr eaLnBrk="1" hangingPunct="1">
              <a:buFont typeface="Wingdings" panose="05000000000000000000" pitchFamily="2" charset="2"/>
              <a:buNone/>
            </a:pPr>
            <a:r>
              <a:rPr lang="es-ES_tradnl" altLang="es-AR" sz="2600">
                <a:solidFill>
                  <a:srgbClr val="000000"/>
                </a:solidFill>
              </a:rPr>
              <a:t>9.Instituir el trabajo en equipo y reducir las barreras organizacionales, dirigiendo los esfuerzos hacia los objetivos de la empresa. Las barreras entre sectores impiden el flujo de información en desmedro del sistema.</a:t>
            </a:r>
          </a:p>
          <a:p>
            <a:pPr eaLnBrk="1" hangingPunct="1">
              <a:buFont typeface="Wingdings" panose="05000000000000000000" pitchFamily="2" charset="2"/>
              <a:buNone/>
            </a:pPr>
            <a:r>
              <a:rPr lang="es-ES_tradnl" altLang="es-AR" sz="2600">
                <a:solidFill>
                  <a:srgbClr val="000000"/>
                </a:solidFill>
              </a:rPr>
              <a:t>10.Eliminar slogans y frases hechas.</a:t>
            </a:r>
          </a:p>
          <a:p>
            <a:pPr eaLnBrk="1" hangingPunct="1">
              <a:buFont typeface="Wingdings" panose="05000000000000000000" pitchFamily="2" charset="2"/>
              <a:buNone/>
            </a:pPr>
            <a:r>
              <a:rPr lang="es-ES_tradnl" altLang="es-AR" sz="2600">
                <a:solidFill>
                  <a:srgbClr val="000000"/>
                </a:solidFill>
              </a:rPr>
              <a:t>    Los slogans y campañas panfletarias no     enseñan a nadie a trabajar mejor. Tampoco aclaran que es lo que se debe cambiar.</a:t>
            </a:r>
          </a:p>
          <a:p>
            <a:pPr eaLnBrk="1" hangingPunct="1"/>
            <a:endParaRPr lang="es-ES_tradnl" altLang="es-AR" smtClean="0"/>
          </a:p>
        </p:txBody>
      </p:sp>
    </p:spTree>
    <p:extLst>
      <p:ext uri="{BB962C8B-B14F-4D97-AF65-F5344CB8AC3E}">
        <p14:creationId xmlns:p14="http://schemas.microsoft.com/office/powerpoint/2010/main" val="1748571720"/>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24F18B01-8590-4CD6-B352-A7CECEAD1718}" type="datetime1">
              <a:rPr lang="es-ES_tradnl" altLang="es-AR" sz="1000"/>
              <a:pPr eaLnBrk="1" hangingPunct="1">
                <a:spcBef>
                  <a:spcPct val="0"/>
                </a:spcBef>
                <a:buClrTx/>
                <a:buSzTx/>
                <a:buFontTx/>
                <a:buNone/>
              </a:pPr>
              <a:t>09/09/2024</a:t>
            </a:fld>
            <a:endParaRPr lang="es-ES" altLang="en-US" sz="1000"/>
          </a:p>
        </p:txBody>
      </p:sp>
      <p:sp>
        <p:nvSpPr>
          <p:cNvPr id="32771"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32772" name="Rectangle 3"/>
          <p:cNvSpPr>
            <a:spLocks noGrp="1" noChangeArrowheads="1"/>
          </p:cNvSpPr>
          <p:nvPr>
            <p:ph type="body" idx="1"/>
          </p:nvPr>
        </p:nvSpPr>
        <p:spPr>
          <a:xfrm>
            <a:off x="1847850" y="1676400"/>
            <a:ext cx="8382000" cy="5181600"/>
          </a:xfrm>
        </p:spPr>
        <p:txBody>
          <a:bodyPr/>
          <a:lstStyle/>
          <a:p>
            <a:pPr algn="just" eaLnBrk="1" hangingPunct="1">
              <a:buFont typeface="Wingdings" panose="05000000000000000000" pitchFamily="2" charset="2"/>
              <a:buNone/>
            </a:pPr>
            <a:r>
              <a:rPr lang="es-ES_tradnl" altLang="es-AR" sz="2600">
                <a:solidFill>
                  <a:srgbClr val="000000"/>
                </a:solidFill>
              </a:rPr>
              <a:t>11.Eliminar el  gerenciamiento basado en objetivos numéricos, inversamente se debe conocer la capacidad del proceso y aprender como mejorarlo. </a:t>
            </a:r>
          </a:p>
          <a:p>
            <a:pPr algn="just" eaLnBrk="1" hangingPunct="1">
              <a:buFont typeface="Wingdings" panose="05000000000000000000" pitchFamily="2" charset="2"/>
              <a:buNone/>
            </a:pPr>
            <a:r>
              <a:rPr lang="es-ES_tradnl" altLang="es-AR" sz="2600">
                <a:solidFill>
                  <a:srgbClr val="000000"/>
                </a:solidFill>
              </a:rPr>
              <a:t>  Priorizar el resultado no constituye una manera eficiente de mejorar un proceso o actividad.</a:t>
            </a:r>
          </a:p>
          <a:p>
            <a:pPr eaLnBrk="1" hangingPunct="1">
              <a:buFont typeface="Wingdings" panose="05000000000000000000" pitchFamily="2" charset="2"/>
              <a:buNone/>
            </a:pPr>
            <a:r>
              <a:rPr lang="es-ES_tradnl" altLang="es-AR" sz="2600">
                <a:solidFill>
                  <a:srgbClr val="000000"/>
                </a:solidFill>
              </a:rPr>
              <a:t>12.Proveer educación y entrenamiento para todos. Es preciso mantener funcionarios capacitados para mantener la competitividad de la empresa.</a:t>
            </a:r>
          </a:p>
          <a:p>
            <a:pPr algn="just" eaLnBrk="1" hangingPunct="1">
              <a:buFont typeface="Wingdings" panose="05000000000000000000" pitchFamily="2" charset="2"/>
              <a:buNone/>
            </a:pPr>
            <a:endParaRPr lang="es-ES_tradnl" altLang="es-AR" sz="2600">
              <a:solidFill>
                <a:srgbClr val="000000"/>
              </a:solidFill>
            </a:endParaRPr>
          </a:p>
        </p:txBody>
      </p:sp>
    </p:spTree>
    <p:extLst>
      <p:ext uri="{BB962C8B-B14F-4D97-AF65-F5344CB8AC3E}">
        <p14:creationId xmlns:p14="http://schemas.microsoft.com/office/powerpoint/2010/main" val="3967092522"/>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3 Marcador de fecha"/>
          <p:cNvSpPr>
            <a:spLocks noGrp="1"/>
          </p:cNvSpPr>
          <p:nvPr>
            <p:ph type="dt" sz="quarter" idx="4294967295"/>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35290C84-52AA-45FE-ADB2-1D9C9972D023}" type="datetime1">
              <a:rPr lang="es-ES_tradnl" altLang="es-AR" sz="1000"/>
              <a:pPr eaLnBrk="1" hangingPunct="1">
                <a:spcBef>
                  <a:spcPct val="0"/>
                </a:spcBef>
                <a:buClrTx/>
                <a:buSzTx/>
                <a:buFontTx/>
                <a:buNone/>
              </a:pPr>
              <a:t>09/09/2024</a:t>
            </a:fld>
            <a:endParaRPr lang="es-ES" altLang="en-US" sz="1000"/>
          </a:p>
        </p:txBody>
      </p:sp>
      <p:sp>
        <p:nvSpPr>
          <p:cNvPr id="33795" name="4 Marcador de pie de página"/>
          <p:cNvSpPr>
            <a:spLocks noGrp="1"/>
          </p:cNvSpPr>
          <p:nvPr>
            <p:ph type="ftr" sz="quarter" idx="11"/>
          </p:nvPr>
        </p:nvSpPr>
        <p:spPr>
          <a:noFill/>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s-ES" altLang="en-US" sz="1000"/>
              <a:t>MSc. Federico Walas Mateo</a:t>
            </a:r>
          </a:p>
        </p:txBody>
      </p:sp>
      <p:sp>
        <p:nvSpPr>
          <p:cNvPr id="33796" name="Rectangle 3"/>
          <p:cNvSpPr>
            <a:spLocks noGrp="1" noChangeArrowheads="1"/>
          </p:cNvSpPr>
          <p:nvPr>
            <p:ph type="body" idx="1"/>
          </p:nvPr>
        </p:nvSpPr>
        <p:spPr>
          <a:xfrm>
            <a:off x="1693105" y="1633025"/>
            <a:ext cx="8458200" cy="5562600"/>
          </a:xfrm>
        </p:spPr>
        <p:txBody>
          <a:bodyPr/>
          <a:lstStyle/>
          <a:p>
            <a:pPr eaLnBrk="1" hangingPunct="1">
              <a:buFont typeface="Wingdings" panose="05000000000000000000" pitchFamily="2" charset="2"/>
              <a:buNone/>
            </a:pPr>
            <a:r>
              <a:rPr lang="es-ES_tradnl" altLang="es-AR" sz="2600" dirty="0">
                <a:solidFill>
                  <a:srgbClr val="000000"/>
                </a:solidFill>
              </a:rPr>
              <a:t>13.Remover barreras que impiden a las personas enorgullecerse por el trabajo bien hecho. Todos los empleados deben ser tratados con dignidad y atención, además es necesario aclarar como cada uno contribuye a los objetivos y misión de la empresa (en términos operacionales).</a:t>
            </a:r>
          </a:p>
          <a:p>
            <a:pPr algn="just" eaLnBrk="1" hangingPunct="1">
              <a:buFont typeface="Wingdings" panose="05000000000000000000" pitchFamily="2" charset="2"/>
              <a:buNone/>
            </a:pPr>
            <a:r>
              <a:rPr lang="es-ES_tradnl" altLang="es-AR" sz="2600" dirty="0">
                <a:solidFill>
                  <a:srgbClr val="000000"/>
                </a:solidFill>
              </a:rPr>
              <a:t>14.Crear las condiciones necesarias para el cambio. Instruir una “masa critica” de personas para que comprendan los 14 puntos, como así también las causas de las dolencias fatales y los obstáculos. Desarrollar una estructura orientada hacia la mejora continua, utilizando el ciclo PDCA.</a:t>
            </a:r>
          </a:p>
        </p:txBody>
      </p:sp>
    </p:spTree>
    <p:extLst>
      <p:ext uri="{BB962C8B-B14F-4D97-AF65-F5344CB8AC3E}">
        <p14:creationId xmlns:p14="http://schemas.microsoft.com/office/powerpoint/2010/main" val="1879914371"/>
      </p:ext>
    </p:extLst>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Tema3">
  <a:themeElements>
    <a:clrScheme name="Personalizado 1">
      <a:dk1>
        <a:srgbClr val="000000"/>
      </a:dk1>
      <a:lt1>
        <a:srgbClr val="FFFFFF"/>
      </a:lt1>
      <a:dk2>
        <a:srgbClr val="646B86"/>
      </a:dk2>
      <a:lt2>
        <a:srgbClr val="C5D1D7"/>
      </a:lt2>
      <a:accent1>
        <a:srgbClr val="C00000"/>
      </a:accent1>
      <a:accent2>
        <a:srgbClr val="CCB400"/>
      </a:accent2>
      <a:accent3>
        <a:srgbClr val="8CADAE"/>
      </a:accent3>
      <a:accent4>
        <a:srgbClr val="7F7F7F"/>
      </a:accent4>
      <a:accent5>
        <a:srgbClr val="8FB08C"/>
      </a:accent5>
      <a:accent6>
        <a:srgbClr val="C00000"/>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Berlín">
  <a:themeElements>
    <a:clrScheme name="Personalizado 7">
      <a:dk1>
        <a:srgbClr val="660033"/>
      </a:dk1>
      <a:lt1>
        <a:srgbClr val="FFFFFF"/>
      </a:lt1>
      <a:dk2>
        <a:srgbClr val="000000"/>
      </a:dk2>
      <a:lt2>
        <a:srgbClr val="FFFFFF"/>
      </a:lt2>
      <a:accent1>
        <a:srgbClr val="66003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Berlín">
  <a:themeElements>
    <a:clrScheme name="Personalizado 26">
      <a:dk1>
        <a:srgbClr val="7F7F7F"/>
      </a:dk1>
      <a:lt1>
        <a:srgbClr val="A52705"/>
      </a:lt1>
      <a:dk2>
        <a:srgbClr val="FFFFFF"/>
      </a:dk2>
      <a:lt2>
        <a:srgbClr val="B2B2B2"/>
      </a:lt2>
      <a:accent1>
        <a:srgbClr val="7F7F7F"/>
      </a:accent1>
      <a:accent2>
        <a:srgbClr val="C1B56B"/>
      </a:accent2>
      <a:accent3>
        <a:srgbClr val="4BAF73"/>
      </a:accent3>
      <a:accent4>
        <a:srgbClr val="5AA6C0"/>
      </a:accent4>
      <a:accent5>
        <a:srgbClr val="D17DF9"/>
      </a:accent5>
      <a:accent6>
        <a:srgbClr val="A52705"/>
      </a:accent6>
      <a:hlink>
        <a:srgbClr val="7B1D03"/>
      </a:hlink>
      <a:folHlink>
        <a:srgbClr val="FB96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1082</Words>
  <Application>Microsoft Office PowerPoint</Application>
  <PresentationFormat>Panorámica</PresentationFormat>
  <Paragraphs>105</Paragraphs>
  <Slides>18</Slides>
  <Notes>3</Notes>
  <HiddenSlides>0</HiddenSlides>
  <MMClips>0</MMClips>
  <ScaleCrop>false</ScaleCrop>
  <HeadingPairs>
    <vt:vector size="6" baseType="variant">
      <vt:variant>
        <vt:lpstr>Fuentes usadas</vt:lpstr>
      </vt:variant>
      <vt:variant>
        <vt:i4>8</vt:i4>
      </vt:variant>
      <vt:variant>
        <vt:lpstr>Tema</vt:lpstr>
      </vt:variant>
      <vt:variant>
        <vt:i4>4</vt:i4>
      </vt:variant>
      <vt:variant>
        <vt:lpstr>Títulos de diapositiva</vt:lpstr>
      </vt:variant>
      <vt:variant>
        <vt:i4>18</vt:i4>
      </vt:variant>
    </vt:vector>
  </HeadingPairs>
  <TitlesOfParts>
    <vt:vector size="30" baseType="lpstr">
      <vt:lpstr>Verdana</vt:lpstr>
      <vt:lpstr>Calibri</vt:lpstr>
      <vt:lpstr>Symbol</vt:lpstr>
      <vt:lpstr>Arial Black</vt:lpstr>
      <vt:lpstr>Trebuchet MS</vt:lpstr>
      <vt:lpstr>Arial</vt:lpstr>
      <vt:lpstr>Tahoma</vt:lpstr>
      <vt:lpstr>Wingdings</vt:lpstr>
      <vt:lpstr>Tema3</vt:lpstr>
      <vt:lpstr>Diseño personalizado</vt:lpstr>
      <vt:lpstr>1_Berlín</vt:lpstr>
      <vt:lpstr>Berlín</vt:lpstr>
      <vt:lpstr>Calidad de Sistemas de Software</vt:lpstr>
      <vt:lpstr>Principios de Planificación en una Organización</vt:lpstr>
      <vt:lpstr>Diferenciación por calidad</vt:lpstr>
      <vt:lpstr>Quality is Free</vt:lpstr>
      <vt:lpstr>Introducción a TQM y Mejora Continua</vt:lpstr>
      <vt:lpstr>Presentación de PowerPoint</vt:lpstr>
      <vt:lpstr>Presentación de PowerPoint</vt:lpstr>
      <vt:lpstr>Presentación de PowerPoint</vt:lpstr>
      <vt:lpstr>Elementos de TQM</vt:lpstr>
      <vt:lpstr>Los orígenes de TQM</vt:lpstr>
      <vt:lpstr>Presentación de PowerPoint</vt:lpstr>
      <vt:lpstr>     </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Calidad de Sistemas de Software</dc:title>
  <dc:creator>Ariel</dc:creator>
  <cp:lastModifiedBy>Fede Walas</cp:lastModifiedBy>
  <cp:revision>7</cp:revision>
  <dcterms:created xsi:type="dcterms:W3CDTF">2009-09-09T16:46:35Z</dcterms:created>
  <dcterms:modified xsi:type="dcterms:W3CDTF">2024-09-09T16:31:24Z</dcterms:modified>
</cp:coreProperties>
</file>