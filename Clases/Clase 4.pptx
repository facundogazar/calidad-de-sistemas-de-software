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theme/theme4.xml" ContentType="application/vnd.openxmlformats-officedocument.theme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theme/theme5.xml" ContentType="application/vnd.openxmlformats-officedocument.theme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657" r:id="rId1"/>
    <p:sldMasterId id="2147484685" r:id="rId2"/>
    <p:sldMasterId id="2147484702" r:id="rId3"/>
    <p:sldMasterId id="2147484721" r:id="rId4"/>
    <p:sldMasterId id="2147484740" r:id="rId5"/>
    <p:sldMasterId id="2147484759" r:id="rId6"/>
  </p:sldMasterIdLst>
  <p:notesMasterIdLst>
    <p:notesMasterId r:id="rId34"/>
  </p:notesMasterIdLst>
  <p:handoutMasterIdLst>
    <p:handoutMasterId r:id="rId35"/>
  </p:handoutMasterIdLst>
  <p:sldIdLst>
    <p:sldId id="256" r:id="rId7"/>
    <p:sldId id="389" r:id="rId8"/>
    <p:sldId id="390" r:id="rId9"/>
    <p:sldId id="391" r:id="rId10"/>
    <p:sldId id="411" r:id="rId11"/>
    <p:sldId id="392" r:id="rId12"/>
    <p:sldId id="393" r:id="rId13"/>
    <p:sldId id="394" r:id="rId14"/>
    <p:sldId id="400" r:id="rId15"/>
    <p:sldId id="395" r:id="rId16"/>
    <p:sldId id="396" r:id="rId17"/>
    <p:sldId id="397" r:id="rId18"/>
    <p:sldId id="398" r:id="rId19"/>
    <p:sldId id="399" r:id="rId20"/>
    <p:sldId id="412" r:id="rId21"/>
    <p:sldId id="410" r:id="rId22"/>
    <p:sldId id="401" r:id="rId23"/>
    <p:sldId id="402" r:id="rId24"/>
    <p:sldId id="403" r:id="rId25"/>
    <p:sldId id="407" r:id="rId26"/>
    <p:sldId id="413" r:id="rId27"/>
    <p:sldId id="415" r:id="rId28"/>
    <p:sldId id="416" r:id="rId29"/>
    <p:sldId id="417" r:id="rId30"/>
    <p:sldId id="418" r:id="rId31"/>
    <p:sldId id="419" r:id="rId32"/>
    <p:sldId id="420" r:id="rId33"/>
  </p:sldIdLst>
  <p:sldSz cx="12192000" cy="6858000"/>
  <p:notesSz cx="9144000" cy="6858000"/>
  <p:defaultTextStyle>
    <a:defPPr>
      <a:defRPr lang="es-E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70" autoAdjust="0"/>
  </p:normalViewPr>
  <p:slideViewPr>
    <p:cSldViewPr>
      <p:cViewPr varScale="1">
        <p:scale>
          <a:sx n="72" d="100"/>
          <a:sy n="72" d="100"/>
        </p:scale>
        <p:origin x="660" y="9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1" d="100"/>
          <a:sy n="61" d="100"/>
        </p:scale>
        <p:origin x="1932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5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slide" Target="slides/slide23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presProps" Target="presProps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handoutMaster" Target="handoutMasters/handout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r>
              <a:rPr lang="es-ES"/>
              <a:t>CSSPyME 2009</a:t>
            </a:r>
          </a:p>
        </p:txBody>
      </p:sp>
      <p:sp>
        <p:nvSpPr>
          <p:cNvPr id="3" name="2 Marcador de fecha"/>
          <p:cNvSpPr>
            <a:spLocks noGrp="1"/>
          </p:cNvSpPr>
          <p:nvPr>
            <p:ph type="dt" sz="quarter" idx="1"/>
          </p:nvPr>
        </p:nvSpPr>
        <p:spPr>
          <a:xfrm>
            <a:off x="5179484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DB015C0F-43A5-4A09-8EFE-A59B62EEF966}" type="datetimeFigureOut">
              <a:rPr lang="es-ES"/>
              <a:pPr>
                <a:defRPr/>
              </a:pPr>
              <a:t>23/09/2024</a:t>
            </a:fld>
            <a:endParaRPr lang="es-E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r>
              <a:rPr lang="es-ES"/>
              <a:t>Clase 1</a:t>
            </a: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72C9784D-779E-4AA0-9063-9ABB461F68C5}" type="slidenum">
              <a:rPr lang="es-ES" altLang="es-AR"/>
              <a:pPr>
                <a:defRPr/>
              </a:pPr>
              <a:t>‹Nº›</a:t>
            </a:fld>
            <a:endParaRPr lang="es-ES" altLang="es-AR"/>
          </a:p>
        </p:txBody>
      </p:sp>
    </p:spTree>
    <p:extLst>
      <p:ext uri="{BB962C8B-B14F-4D97-AF65-F5344CB8AC3E}">
        <p14:creationId xmlns:p14="http://schemas.microsoft.com/office/powerpoint/2010/main" val="3266365780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r>
              <a:rPr lang="es-ES"/>
              <a:t>CSSPyME 2009</a:t>
            </a:r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0D31D085-524C-40E2-9A01-625F1F6AEEF6}" type="datetimeFigureOut">
              <a:rPr lang="es-ES"/>
              <a:pPr>
                <a:defRPr/>
              </a:pPr>
              <a:t>23/09/2024</a:t>
            </a:fld>
            <a:endParaRPr lang="es-ES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s-ES" noProof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noProof="0"/>
              <a:t>Haga clic para modificar el estilo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r>
              <a:rPr lang="es-ES"/>
              <a:t>Clase 1</a:t>
            </a: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0B581877-5E09-4CD7-B714-5375D6F20D11}" type="slidenum">
              <a:rPr lang="es-ES" altLang="es-AR"/>
              <a:pPr>
                <a:defRPr/>
              </a:pPr>
              <a:t>‹Nº›</a:t>
            </a:fld>
            <a:endParaRPr lang="es-ES" altLang="es-AR"/>
          </a:p>
        </p:txBody>
      </p:sp>
    </p:spTree>
    <p:extLst>
      <p:ext uri="{BB962C8B-B14F-4D97-AF65-F5344CB8AC3E}">
        <p14:creationId xmlns:p14="http://schemas.microsoft.com/office/powerpoint/2010/main" val="402766968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1 Marcador de imagen de diapositiva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2286000" y="514350"/>
            <a:ext cx="4572000" cy="257175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7" name="2 Marcador de notas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ES_tradnl" altLang="es-AR"/>
          </a:p>
        </p:txBody>
      </p:sp>
      <p:sp>
        <p:nvSpPr>
          <p:cNvPr id="26628" name="3 Marcador de número de diapositiva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89FDC19-041A-428F-B683-6236151A8662}" type="slidenum">
              <a:rPr lang="es-ES" altLang="es-AR" smtClean="0">
                <a:latin typeface="Calibri" panose="020F0502020204030204" pitchFamily="34" charset="0"/>
              </a:rPr>
              <a:pPr/>
              <a:t>1</a:t>
            </a:fld>
            <a:endParaRPr lang="es-ES" altLang="es-AR">
              <a:latin typeface="Calibri" panose="020F0502020204030204" pitchFamily="34" charset="0"/>
            </a:endParaRPr>
          </a:p>
        </p:txBody>
      </p:sp>
      <p:sp>
        <p:nvSpPr>
          <p:cNvPr id="50181" name="4 Marcador de pie de página"/>
          <p:cNvSpPr>
            <a:spLocks noGrp="1"/>
          </p:cNvSpPr>
          <p:nvPr>
            <p:ph type="ftr" sz="quarter" idx="4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s-ES"/>
              <a:t>Clase 1</a:t>
            </a:r>
          </a:p>
        </p:txBody>
      </p:sp>
      <p:sp>
        <p:nvSpPr>
          <p:cNvPr id="50182" name="5 Marcador de encabezado"/>
          <p:cNvSpPr>
            <a:spLocks noGrp="1"/>
          </p:cNvSpPr>
          <p:nvPr>
            <p:ph type="hdr" sz="quarter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s-ES"/>
              <a:t>CSSPyME 2009</a:t>
            </a:r>
          </a:p>
        </p:txBody>
      </p:sp>
    </p:spTree>
    <p:extLst>
      <p:ext uri="{BB962C8B-B14F-4D97-AF65-F5344CB8AC3E}">
        <p14:creationId xmlns:p14="http://schemas.microsoft.com/office/powerpoint/2010/main" val="25533008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Google Shape;89;g11f90722049_0_43:notes"/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  <p:sp>
        <p:nvSpPr>
          <p:cNvPr id="25603" name="Google Shape;90;g11f90722049_0_43:notes"/>
          <p:cNvSpPr txBox="1">
            <a:spLocks noGrp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 marL="0" indent="0" eaLnBrk="1" hangingPunct="1">
              <a:buSzPts val="1100"/>
            </a:pPr>
            <a:endParaRPr lang="es-AR" altLang="es-AR" sz="110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75287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Google Shape;89;g11f90722049_0_43:notes"/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  <p:sp>
        <p:nvSpPr>
          <p:cNvPr id="27651" name="Google Shape;90;g11f90722049_0_43:notes"/>
          <p:cNvSpPr txBox="1">
            <a:spLocks noGrp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 marL="0" indent="0" eaLnBrk="1" hangingPunct="1">
              <a:buSzPts val="1100"/>
            </a:pPr>
            <a:endParaRPr lang="es-AR" altLang="es-AR" sz="110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27520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Google Shape;95;g11f8d9c13dc_0_0:notes"/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  <p:sp>
        <p:nvSpPr>
          <p:cNvPr id="29699" name="Google Shape;96;g11f8d9c13dc_0_0:notes"/>
          <p:cNvSpPr txBox="1"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indent="0" eaLnBrk="1" hangingPunct="1">
              <a:buSzPts val="1100"/>
            </a:pPr>
            <a:endParaRPr lang="es-AR" altLang="es-AR" sz="110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82055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hemeOverride" Target="../theme/themeOverride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5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5.xml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5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5.xml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5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5.xml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5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6.xml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6.xml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6.xml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6.xml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6.xml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6.xml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6.xml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6.xml"/></Relationships>
</file>

<file path=ppt/slideLayouts/_rels/slideLayout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6.xml"/></Relationships>
</file>

<file path=ppt/slideLayouts/_rels/slideLayout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6.xml"/></Relationships>
</file>

<file path=ppt/slideLayouts/_rels/slideLayout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6.xml"/></Relationships>
</file>

<file path=ppt/slideLayouts/_rels/slideLayout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6.xml"/></Relationships>
</file>

<file path=ppt/slideLayouts/_rels/slideLayout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6.xml"/></Relationships>
</file>

<file path=ppt/slideLayouts/_rels/slideLayout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6.xml"/></Relationships>
</file>

<file path=ppt/slideLayouts/_rels/slideLayout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6.xml"/></Relationships>
</file>

<file path=ppt/slideLayouts/_rels/slideLayout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6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2 Marcador de contenido"/>
          <p:cNvSpPr>
            <a:spLocks noGrp="1"/>
          </p:cNvSpPr>
          <p:nvPr>
            <p:ph idx="1" hasCustomPrompt="1"/>
          </p:nvPr>
        </p:nvSpPr>
        <p:spPr>
          <a:xfrm>
            <a:off x="335360" y="1124745"/>
            <a:ext cx="7200800" cy="820685"/>
          </a:xfrm>
          <a:prstGeom prst="rect">
            <a:avLst/>
          </a:prstGeom>
        </p:spPr>
        <p:txBody>
          <a:bodyPr lIns="76197" tIns="38098" rIns="76197" bIns="38098"/>
          <a:lstStyle>
            <a:lvl1pPr>
              <a:buNone/>
              <a:defRPr sz="2000" b="0" i="0" baseline="0">
                <a:solidFill>
                  <a:srgbClr val="8A1D1A"/>
                </a:solidFill>
                <a:effectLst/>
                <a:latin typeface="Arial Black" pitchFamily="34" charset="0"/>
                <a:ea typeface="Open Sans Semibold" pitchFamily="34" charset="0"/>
                <a:cs typeface="Open Sans Semibold" pitchFamily="34" charset="0"/>
              </a:defRPr>
            </a:lvl1pPr>
            <a:lvl2pPr marL="0" indent="0" algn="l">
              <a:buNone/>
              <a:defRPr sz="1700" b="1">
                <a:latin typeface="Arial" pitchFamily="34" charset="0"/>
                <a:cs typeface="Arial" pitchFamily="34" charset="0"/>
              </a:defRPr>
            </a:lvl2pPr>
            <a:lvl3pPr marL="0" indent="0" algn="l">
              <a:buNone/>
              <a:defRPr/>
            </a:lvl3pPr>
            <a:lvl4pPr marL="0" indent="0" algn="l">
              <a:buNone/>
              <a:defRPr/>
            </a:lvl4pPr>
            <a:lvl5pPr marL="0" indent="0" algn="l">
              <a:buNone/>
              <a:defRPr/>
            </a:lvl5pPr>
          </a:lstStyle>
          <a:p>
            <a:pPr lvl="0"/>
            <a:r>
              <a:rPr lang="es-ES" dirty="0"/>
              <a:t>TÍTULO NOVEDAD</a:t>
            </a:r>
          </a:p>
        </p:txBody>
      </p:sp>
      <p:sp>
        <p:nvSpPr>
          <p:cNvPr id="9" name="2 Marcador de contenido"/>
          <p:cNvSpPr>
            <a:spLocks noGrp="1"/>
          </p:cNvSpPr>
          <p:nvPr>
            <p:ph idx="13" hasCustomPrompt="1"/>
          </p:nvPr>
        </p:nvSpPr>
        <p:spPr>
          <a:xfrm>
            <a:off x="335360" y="1988841"/>
            <a:ext cx="7200800" cy="3840427"/>
          </a:xfrm>
          <a:prstGeom prst="rect">
            <a:avLst/>
          </a:prstGeom>
        </p:spPr>
        <p:txBody>
          <a:bodyPr lIns="76197" tIns="38098" rIns="76197" bIns="38098">
            <a:normAutofit/>
          </a:bodyPr>
          <a:lstStyle>
            <a:lvl1pPr>
              <a:buNone/>
              <a:defRPr sz="1700" b="1">
                <a:solidFill>
                  <a:schemeClr val="tx1"/>
                </a:solidFill>
                <a:latin typeface="Arial" pitchFamily="34" charset="0"/>
                <a:ea typeface="Open Sans Semibold" pitchFamily="34" charset="0"/>
                <a:cs typeface="Arial" pitchFamily="34" charset="0"/>
              </a:defRPr>
            </a:lvl1pPr>
            <a:lvl2pPr marL="0" indent="0" algn="l">
              <a:buNone/>
              <a:defRPr sz="1700" b="1">
                <a:latin typeface="Arial" pitchFamily="34" charset="0"/>
                <a:cs typeface="Arial" pitchFamily="34" charset="0"/>
              </a:defRPr>
            </a:lvl2pPr>
            <a:lvl3pPr marL="0" indent="0" algn="l">
              <a:buNone/>
              <a:defRPr/>
            </a:lvl3pPr>
            <a:lvl4pPr marL="0" indent="0" algn="l">
              <a:buNone/>
              <a:defRPr/>
            </a:lvl4pPr>
            <a:lvl5pPr marL="0" indent="0" algn="l">
              <a:buNone/>
              <a:defRPr/>
            </a:lvl5pPr>
          </a:lstStyle>
          <a:p>
            <a:pPr lvl="0"/>
            <a:r>
              <a:rPr lang="es-ES" dirty="0"/>
              <a:t>Texto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Diapositiva de título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11 Título"/>
          <p:cNvSpPr>
            <a:spLocks noGrp="1"/>
          </p:cNvSpPr>
          <p:nvPr>
            <p:ph type="ctrTitle"/>
          </p:nvPr>
        </p:nvSpPr>
        <p:spPr>
          <a:xfrm>
            <a:off x="4489157" y="533400"/>
            <a:ext cx="6807200" cy="2868168"/>
          </a:xfrm>
          <a:prstGeom prst="rect">
            <a:avLst/>
          </a:prstGeom>
        </p:spPr>
        <p:txBody>
          <a:bodyPr lIns="45720" tIns="0" rIns="45720">
            <a:noAutofit/>
          </a:bodyPr>
          <a:lstStyle>
            <a:lvl1pPr algn="r">
              <a:defRPr sz="4200" b="1"/>
            </a:lvl1pPr>
            <a:extLst/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25" name="24 Subtítulo"/>
          <p:cNvSpPr>
            <a:spLocks noGrp="1"/>
          </p:cNvSpPr>
          <p:nvPr>
            <p:ph type="subTitle" idx="1"/>
          </p:nvPr>
        </p:nvSpPr>
        <p:spPr>
          <a:xfrm>
            <a:off x="4472589" y="3539864"/>
            <a:ext cx="6819704" cy="1101248"/>
          </a:xfrm>
          <a:prstGeom prst="rect">
            <a:avLst/>
          </a:prstGeom>
        </p:spPr>
        <p:txBody>
          <a:bodyPr lIns="45720" tIns="0" rIns="45720" bIns="0"/>
          <a:lstStyle>
            <a:lvl1pPr marL="0" indent="0" algn="r">
              <a:buNone/>
              <a:defRPr sz="2200">
                <a:solidFill>
                  <a:srgbClr val="FFFFFF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s-ES"/>
              <a:t>Haga clic para modificar el estilo de subtítulo del patrón</a:t>
            </a:r>
            <a:endParaRPr kumimoji="0" lang="en-US"/>
          </a:p>
        </p:txBody>
      </p:sp>
      <p:sp>
        <p:nvSpPr>
          <p:cNvPr id="31" name="30 Marcador de fecha"/>
          <p:cNvSpPr>
            <a:spLocks noGrp="1"/>
          </p:cNvSpPr>
          <p:nvPr>
            <p:ph type="dt" sz="half" idx="10"/>
          </p:nvPr>
        </p:nvSpPr>
        <p:spPr>
          <a:xfrm>
            <a:off x="7828299" y="6557946"/>
            <a:ext cx="2669952" cy="226902"/>
          </a:xfrm>
          <a:prstGeom prst="rect">
            <a:avLst/>
          </a:prstGeom>
        </p:spPr>
        <p:txBody>
          <a:bodyPr/>
          <a:lstStyle>
            <a:lvl1pPr>
              <a:defRPr lang="en-US" smtClean="0">
                <a:solidFill>
                  <a:srgbClr val="FFFFFF"/>
                </a:solidFill>
              </a:defRPr>
            </a:lvl1pPr>
            <a:extLst/>
          </a:lstStyle>
          <a:p>
            <a:pPr>
              <a:defRPr/>
            </a:pPr>
            <a:endParaRPr lang="es-AR"/>
          </a:p>
        </p:txBody>
      </p:sp>
      <p:sp>
        <p:nvSpPr>
          <p:cNvPr id="18" name="17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3759200" y="6557946"/>
            <a:ext cx="3903629" cy="228600"/>
          </a:xfrm>
          <a:prstGeom prst="rect">
            <a:avLst/>
          </a:prstGeom>
        </p:spPr>
        <p:txBody>
          <a:bodyPr/>
          <a:lstStyle>
            <a:lvl1pPr>
              <a:defRPr lang="en-US" dirty="0">
                <a:solidFill>
                  <a:srgbClr val="FFFFFF"/>
                </a:solidFill>
              </a:defRPr>
            </a:lvl1pPr>
            <a:extLst/>
          </a:lstStyle>
          <a:p>
            <a:pPr>
              <a:defRPr/>
            </a:pPr>
            <a:r>
              <a:rPr lang="es-ES"/>
              <a:t>Calidad de Sistemas de Software  - 2019</a:t>
            </a:r>
            <a:endParaRPr lang="es-AR"/>
          </a:p>
        </p:txBody>
      </p:sp>
      <p:sp>
        <p:nvSpPr>
          <p:cNvPr id="29" name="28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10507845" y="6556248"/>
            <a:ext cx="784448" cy="228600"/>
          </a:xfrm>
          <a:prstGeom prst="rect">
            <a:avLst/>
          </a:prstGeom>
        </p:spPr>
        <p:txBody>
          <a:bodyPr/>
          <a:lstStyle>
            <a:lvl1pPr>
              <a:defRPr lang="en-US" smtClean="0">
                <a:solidFill>
                  <a:srgbClr val="FFFFFF"/>
                </a:solidFill>
              </a:defRPr>
            </a:lvl1pPr>
            <a:extLst/>
          </a:lstStyle>
          <a:p>
            <a:pPr>
              <a:defRPr/>
            </a:pPr>
            <a:fld id="{AEFEF9E6-BDE9-43EA-B603-1D3B262229B2}" type="slidenum">
              <a:rPr lang="es-ES" altLang="es-AR" smtClean="0"/>
              <a:pPr>
                <a:defRPr/>
              </a:pPr>
              <a:t>‹Nº›</a:t>
            </a:fld>
            <a:endParaRPr lang="es-ES" altLang="es-A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17 CuadroTexto"/>
          <p:cNvSpPr txBox="1"/>
          <p:nvPr/>
        </p:nvSpPr>
        <p:spPr>
          <a:xfrm>
            <a:off x="5176317" y="6484431"/>
            <a:ext cx="662361" cy="21929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s-ES" sz="825">
                <a:solidFill>
                  <a:schemeClr val="tx1">
                    <a:tint val="75000"/>
                    <a:alpha val="60000"/>
                  </a:schemeClr>
                </a:solidFill>
                <a:latin typeface="Arial" charset="0"/>
                <a:cs typeface="+mn-cs"/>
              </a:rPr>
              <a:t>Fuente:</a:t>
            </a:r>
            <a:endParaRPr lang="es-AR" sz="825">
              <a:solidFill>
                <a:schemeClr val="bg2"/>
              </a:solidFill>
              <a:latin typeface="+mn-lt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 marL="68580" indent="-68580">
              <a:buClr>
                <a:srgbClr val="C00000"/>
              </a:buClr>
              <a:buFont typeface="Arial" panose="020B0604020202020204" pitchFamily="34" charset="0"/>
              <a:buChar char="»"/>
              <a:defRPr sz="1800"/>
            </a:lvl1pPr>
            <a:lvl2pPr marL="260604" indent="-257175">
              <a:buClr>
                <a:srgbClr val="C00000"/>
              </a:buClr>
              <a:buFont typeface="Arial" panose="020B0604020202020204" pitchFamily="34" charset="0"/>
              <a:buChar char=" "/>
              <a:defRPr sz="1500"/>
            </a:lvl2pPr>
            <a:lvl3pPr marL="411480" indent="-411480">
              <a:buClr>
                <a:srgbClr val="C00000"/>
              </a:buClr>
              <a:buFont typeface="Arial" panose="020B0604020202020204" pitchFamily="34" charset="0"/>
              <a:buChar char=" "/>
              <a:defRPr sz="1350"/>
            </a:lvl3pPr>
            <a:lvl4pPr marL="617220" indent="-617220">
              <a:buClr>
                <a:srgbClr val="C00000"/>
              </a:buClr>
              <a:buFont typeface="Arial" panose="020B0604020202020204" pitchFamily="34" charset="0"/>
              <a:buChar char=" "/>
              <a:defRPr sz="1200"/>
            </a:lvl4pPr>
            <a:lvl5pPr marL="822960" indent="-822960">
              <a:buClr>
                <a:srgbClr val="C00000"/>
              </a:buClr>
              <a:buFont typeface="Arial" panose="020B0604020202020204" pitchFamily="34" charset="0"/>
              <a:buChar char=" "/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1" y="1998134"/>
            <a:ext cx="4663440" cy="3767328"/>
          </a:xfrm>
        </p:spPr>
        <p:txBody>
          <a:bodyPr/>
          <a:lstStyle>
            <a:lvl1pPr marL="68580" indent="-68580">
              <a:buClr>
                <a:srgbClr val="C00000"/>
              </a:buClr>
              <a:buFont typeface="Arial" panose="020B0604020202020204" pitchFamily="34" charset="0"/>
              <a:buChar char="»"/>
              <a:defRPr sz="1800"/>
            </a:lvl1pPr>
            <a:lvl2pPr marL="260604" indent="-257175">
              <a:buClr>
                <a:srgbClr val="C00000"/>
              </a:buClr>
              <a:buFont typeface="Arial" panose="020B0604020202020204" pitchFamily="34" charset="0"/>
              <a:buChar char=" "/>
              <a:defRPr sz="1500"/>
            </a:lvl2pPr>
            <a:lvl3pPr marL="411480" indent="-411480">
              <a:buClr>
                <a:srgbClr val="C00000"/>
              </a:buClr>
              <a:buFont typeface="Arial" panose="020B0604020202020204" pitchFamily="34" charset="0"/>
              <a:buChar char=" "/>
              <a:defRPr sz="1350"/>
            </a:lvl3pPr>
            <a:lvl4pPr marL="617220" indent="-617220">
              <a:buClr>
                <a:srgbClr val="C00000"/>
              </a:buClr>
              <a:buFont typeface="Arial" panose="020B0604020202020204" pitchFamily="34" charset="0"/>
              <a:buChar char=" "/>
              <a:defRPr sz="1200"/>
            </a:lvl4pPr>
            <a:lvl5pPr marL="822960" indent="-822960">
              <a:buClr>
                <a:srgbClr val="C00000"/>
              </a:buClr>
              <a:buFont typeface="Arial" panose="020B0604020202020204" pitchFamily="34" charset="0"/>
              <a:buChar char=" "/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1" name="15 Marcador de texto"/>
          <p:cNvSpPr>
            <a:spLocks noGrp="1"/>
          </p:cNvSpPr>
          <p:nvPr>
            <p:ph type="body" sz="quarter" idx="14"/>
          </p:nvPr>
        </p:nvSpPr>
        <p:spPr>
          <a:xfrm>
            <a:off x="5951985" y="6509540"/>
            <a:ext cx="2162515" cy="305415"/>
          </a:xfrm>
        </p:spPr>
        <p:txBody>
          <a:bodyPr>
            <a:noAutofit/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buNone/>
              <a:defRPr lang="en-US" sz="825" b="0" i="0" kern="1200" dirty="0" smtClean="0">
                <a:solidFill>
                  <a:schemeClr val="tx1">
                    <a:tint val="75000"/>
                    <a:alpha val="60000"/>
                  </a:schemeClr>
                </a:solidFill>
                <a:latin typeface="Arial" charset="0"/>
                <a:ea typeface="+mn-ea"/>
                <a:cs typeface="+mn-cs"/>
              </a:defRPr>
            </a:lvl1pPr>
            <a:lvl2pPr>
              <a:buNone/>
              <a:defRPr sz="1050"/>
            </a:lvl2pPr>
            <a:lvl3pPr>
              <a:buNone/>
              <a:defRPr sz="1050"/>
            </a:lvl3pPr>
            <a:lvl4pPr>
              <a:buNone/>
              <a:defRPr sz="1050"/>
            </a:lvl4pPr>
            <a:lvl5pPr>
              <a:buNone/>
              <a:defRPr sz="1050"/>
            </a:lvl5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7" name="4 Marcador de número de diapositiva"/>
          <p:cNvSpPr>
            <a:spLocks noGrp="1"/>
          </p:cNvSpPr>
          <p:nvPr>
            <p:ph type="sldNum" sz="quarter" idx="15"/>
          </p:nvPr>
        </p:nvSpPr>
        <p:spPr>
          <a:xfrm>
            <a:off x="9248775" y="2852738"/>
            <a:ext cx="2927351" cy="1047750"/>
          </a:xfrm>
        </p:spPr>
        <p:txBody>
          <a:bodyPr/>
          <a:lstStyle>
            <a:lvl1pPr>
              <a:defRPr/>
            </a:lvl1pPr>
          </a:lstStyle>
          <a:p>
            <a:pPr algn="ctr" eaLnBrk="1" latinLnBrk="0" hangingPunct="1"/>
            <a:fld id="{6F42FDE4-A7DD-41A7-A0A6-9B649FB43336}" type="slidenum">
              <a:rPr kumimoji="0" lang="en-US" smtClean="0"/>
              <a:pPr algn="ctr" eaLnBrk="1" latinLnBrk="0" hangingPunct="1"/>
              <a:t>‹Nº›</a:t>
            </a:fld>
            <a:endParaRPr kumimoji="0" lang="en-US" sz="14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8" name="Date Placeholder 1"/>
          <p:cNvSpPr>
            <a:spLocks noGrp="1"/>
          </p:cNvSpPr>
          <p:nvPr>
            <p:ph type="dt" sz="half" idx="16"/>
          </p:nvPr>
        </p:nvSpPr>
        <p:spPr>
          <a:xfrm>
            <a:off x="2898775" y="6511925"/>
            <a:ext cx="825500" cy="255588"/>
          </a:xfrm>
        </p:spPr>
        <p:txBody>
          <a:bodyPr/>
          <a:lstStyle>
            <a:lvl1pPr>
              <a:defRPr/>
            </a:lvl1pPr>
          </a:lstStyle>
          <a:p>
            <a:pPr algn="r" eaLnBrk="1" latinLnBrk="0" hangingPunct="1"/>
            <a:endParaRPr lang="en-US" sz="1400">
              <a:solidFill>
                <a:schemeClr val="tx2"/>
              </a:solidFill>
            </a:endParaRPr>
          </a:p>
        </p:txBody>
      </p:sp>
      <p:sp>
        <p:nvSpPr>
          <p:cNvPr id="9" name="Footer Placeholder 2"/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0" lang="es-ES" sz="1400">
                <a:solidFill>
                  <a:schemeClr val="tx2"/>
                </a:solidFill>
              </a:rPr>
              <a:t>Calidad de Sistemas de Software  - 2019</a:t>
            </a:r>
            <a:endParaRPr kumimoji="0" lang="en-US" sz="14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4244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8 Imagen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" y="-6350"/>
            <a:ext cx="12192000" cy="451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3976" y="4737548"/>
            <a:ext cx="10780776" cy="613283"/>
          </a:xfrm>
        </p:spPr>
        <p:txBody>
          <a:bodyPr anchor="b"/>
          <a:lstStyle>
            <a:lvl1pPr>
              <a:defRPr sz="3300" b="0">
                <a:solidFill>
                  <a:srgbClr val="C00000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3976" y="5487888"/>
            <a:ext cx="9229344" cy="5334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1800">
                <a:solidFill>
                  <a:srgbClr val="C00000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Date Placeholder 11"/>
          <p:cNvSpPr>
            <a:spLocks noGrp="1"/>
          </p:cNvSpPr>
          <p:nvPr>
            <p:ph type="dt" sz="half" idx="10"/>
          </p:nvPr>
        </p:nvSpPr>
        <p:spPr>
          <a:xfrm>
            <a:off x="3211513" y="6481763"/>
            <a:ext cx="4114800" cy="228600"/>
          </a:xfrm>
        </p:spPr>
        <p:txBody>
          <a:bodyPr/>
          <a:lstStyle>
            <a:lvl1pPr>
              <a:defRPr dirty="0">
                <a:solidFill>
                  <a:srgbClr val="C00000"/>
                </a:solidFill>
              </a:defRPr>
            </a:lvl1pPr>
          </a:lstStyle>
          <a:p>
            <a:pPr algn="r" eaLnBrk="1" latinLnBrk="0" hangingPunct="1"/>
            <a:endParaRPr lang="en-US" sz="1400">
              <a:solidFill>
                <a:schemeClr val="tx2"/>
              </a:solidFill>
            </a:endParaRPr>
          </a:p>
        </p:txBody>
      </p:sp>
      <p:sp>
        <p:nvSpPr>
          <p:cNvPr id="7" name="Footer Placeholder 12"/>
          <p:cNvSpPr>
            <a:spLocks noGrp="1"/>
          </p:cNvSpPr>
          <p:nvPr>
            <p:ph type="ftr" sz="quarter" idx="11"/>
          </p:nvPr>
        </p:nvSpPr>
        <p:spPr>
          <a:xfrm>
            <a:off x="685801" y="6481763"/>
            <a:ext cx="3249959" cy="301627"/>
          </a:xfrm>
        </p:spPr>
        <p:txBody>
          <a:bodyPr/>
          <a:lstStyle>
            <a:lvl1pPr>
              <a:defRPr>
                <a:solidFill>
                  <a:srgbClr val="C00000"/>
                </a:solidFill>
              </a:defRPr>
            </a:lvl1pPr>
          </a:lstStyle>
          <a:p>
            <a:r>
              <a:rPr kumimoji="0" lang="es-ES" sz="1400">
                <a:solidFill>
                  <a:schemeClr val="tx2"/>
                </a:solidFill>
              </a:rPr>
              <a:t>Calidad de Sistemas de Software  - 2019</a:t>
            </a:r>
            <a:endParaRPr kumimoji="0" lang="en-US" sz="1400">
              <a:solidFill>
                <a:schemeClr val="tx2"/>
              </a:solidFill>
            </a:endParaRPr>
          </a:p>
        </p:txBody>
      </p:sp>
      <p:sp>
        <p:nvSpPr>
          <p:cNvPr id="8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chemeClr val="accent6">
                    <a:alpha val="25000"/>
                  </a:schemeClr>
                </a:solidFill>
              </a:defRPr>
            </a:lvl1pPr>
          </a:lstStyle>
          <a:p>
            <a:pPr algn="ctr" eaLnBrk="1" latinLnBrk="0" hangingPunct="1"/>
            <a:fld id="{6F42FDE4-A7DD-41A7-A0A6-9B649FB43336}" type="slidenum">
              <a:rPr kumimoji="0" lang="en-US" smtClean="0"/>
              <a:pPr algn="ctr" eaLnBrk="1" latinLnBrk="0" hangingPunct="1"/>
              <a:t>‹Nº›</a:t>
            </a:fld>
            <a:endParaRPr kumimoji="0" lang="en-US" sz="14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5593434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Normal con fuent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7 CuadroTexto"/>
          <p:cNvSpPr txBox="1"/>
          <p:nvPr/>
        </p:nvSpPr>
        <p:spPr>
          <a:xfrm>
            <a:off x="5176317" y="6484431"/>
            <a:ext cx="662361" cy="21929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s-ES" sz="825">
                <a:solidFill>
                  <a:schemeClr val="tx1">
                    <a:tint val="75000"/>
                    <a:alpha val="60000"/>
                  </a:schemeClr>
                </a:solidFill>
                <a:latin typeface="+mn-lt"/>
                <a:cs typeface="+mn-cs"/>
              </a:rPr>
              <a:t>Fuente:</a:t>
            </a:r>
            <a:endParaRPr lang="es-AR" sz="825">
              <a:solidFill>
                <a:schemeClr val="bg2"/>
              </a:solidFill>
              <a:latin typeface="+mn-lt"/>
              <a:cs typeface="+mn-cs"/>
            </a:endParaRPr>
          </a:p>
        </p:txBody>
      </p:sp>
      <p:cxnSp>
        <p:nvCxnSpPr>
          <p:cNvPr id="5" name="Conector recto 11"/>
          <p:cNvCxnSpPr/>
          <p:nvPr/>
        </p:nvCxnSpPr>
        <p:spPr>
          <a:xfrm>
            <a:off x="623890" y="1773238"/>
            <a:ext cx="107727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17 CuadroTexto"/>
          <p:cNvSpPr txBox="1"/>
          <p:nvPr/>
        </p:nvSpPr>
        <p:spPr>
          <a:xfrm>
            <a:off x="5176317" y="6484431"/>
            <a:ext cx="662361" cy="21929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s-ES" sz="825">
                <a:solidFill>
                  <a:schemeClr val="tx1">
                    <a:tint val="75000"/>
                    <a:alpha val="60000"/>
                  </a:schemeClr>
                </a:solidFill>
                <a:latin typeface="+mn-lt"/>
                <a:cs typeface="+mn-cs"/>
              </a:rPr>
              <a:t>Fuente:</a:t>
            </a:r>
            <a:endParaRPr lang="es-AR" sz="825">
              <a:solidFill>
                <a:schemeClr val="bg2"/>
              </a:solidFill>
              <a:latin typeface="+mn-lt"/>
              <a:cs typeface="+mn-cs"/>
            </a:endParaRPr>
          </a:p>
        </p:txBody>
      </p:sp>
      <p:cxnSp>
        <p:nvCxnSpPr>
          <p:cNvPr id="7" name="Conector recto 12"/>
          <p:cNvCxnSpPr/>
          <p:nvPr/>
        </p:nvCxnSpPr>
        <p:spPr>
          <a:xfrm>
            <a:off x="623890" y="1773238"/>
            <a:ext cx="107727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23395" y="643372"/>
            <a:ext cx="10772775" cy="1129444"/>
          </a:xfrm>
          <a:ln>
            <a:noFill/>
          </a:ln>
          <a:effectLst/>
        </p:spPr>
        <p:txBody>
          <a:bodyPr>
            <a:normAutofit/>
          </a:bodyPr>
          <a:lstStyle>
            <a:lvl1pPr>
              <a:defRPr sz="3000"/>
            </a:lvl1pPr>
          </a:lstStyle>
          <a:p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8" name="6 Marcador de texto"/>
          <p:cNvSpPr>
            <a:spLocks noGrp="1"/>
          </p:cNvSpPr>
          <p:nvPr>
            <p:ph type="body" sz="quarter" idx="13"/>
          </p:nvPr>
        </p:nvSpPr>
        <p:spPr>
          <a:xfrm>
            <a:off x="623392" y="1902581"/>
            <a:ext cx="9793088" cy="4478753"/>
          </a:xfrm>
        </p:spPr>
        <p:txBody>
          <a:bodyPr/>
          <a:lstStyle>
            <a:lvl1pPr marL="68580" indent="-68580">
              <a:buClr>
                <a:srgbClr val="C00000"/>
              </a:buClr>
              <a:buFont typeface="Arial" panose="020B0604020202020204" pitchFamily="34" charset="0"/>
              <a:buChar char="»"/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s-ES" dirty="0"/>
              <a:t>Haga clic para modificar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AR" dirty="0"/>
          </a:p>
        </p:txBody>
      </p:sp>
      <p:sp>
        <p:nvSpPr>
          <p:cNvPr id="9" name="4 Marcador de número de diapositiva"/>
          <p:cNvSpPr>
            <a:spLocks noGrp="1"/>
          </p:cNvSpPr>
          <p:nvPr>
            <p:ph type="sldNum" sz="quarter" idx="14"/>
          </p:nvPr>
        </p:nvSpPr>
        <p:spPr>
          <a:xfrm>
            <a:off x="9248775" y="2852738"/>
            <a:ext cx="2927351" cy="1047750"/>
          </a:xfrm>
        </p:spPr>
        <p:txBody>
          <a:bodyPr/>
          <a:lstStyle>
            <a:lvl1pPr>
              <a:defRPr/>
            </a:lvl1pPr>
          </a:lstStyle>
          <a:p>
            <a:fld id="{A06DBA4C-BE2D-4FDA-A3F1-EFC03F3DB517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10" name="Date Placeholder 1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 sz="1050" dirty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</a:lstStyle>
          <a:p>
            <a:endParaRPr lang="es-ES"/>
          </a:p>
        </p:txBody>
      </p:sp>
      <p:sp>
        <p:nvSpPr>
          <p:cNvPr id="11" name="Footer Placeholder 2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 sz="105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s-ES"/>
              <a:t>Calidad de Sistemas de Software  - 2019</a:t>
            </a:r>
          </a:p>
        </p:txBody>
      </p:sp>
    </p:spTree>
    <p:extLst>
      <p:ext uri="{BB962C8B-B14F-4D97-AF65-F5344CB8AC3E}">
        <p14:creationId xmlns:p14="http://schemas.microsoft.com/office/powerpoint/2010/main" val="6775226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6000" smtClean="0"/>
            </a:lvl1pPr>
          </a:lstStyle>
          <a:p>
            <a:fld id="{A06DBA4C-BE2D-4FDA-A3F1-EFC03F3DB517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2"/>
          </p:nvPr>
        </p:nvSpPr>
        <p:spPr>
          <a:xfrm>
            <a:off x="168275" y="6554788"/>
            <a:ext cx="3335339" cy="303212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Calidad de Sistemas de Software  - 2019</a:t>
            </a:r>
          </a:p>
        </p:txBody>
      </p:sp>
    </p:spTree>
    <p:extLst>
      <p:ext uri="{BB962C8B-B14F-4D97-AF65-F5344CB8AC3E}">
        <p14:creationId xmlns:p14="http://schemas.microsoft.com/office/powerpoint/2010/main" val="1992598173"/>
      </p:ext>
    </p:extLst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Encabezado de Secci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2"/>
          <p:cNvPicPr>
            <a:picLocks noChangeAspect="1" noChangeArrowheads="1"/>
          </p:cNvPicPr>
          <p:nvPr/>
        </p:nvPicPr>
        <p:blipFill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63"/>
          <a:stretch>
            <a:fillRect/>
          </a:stretch>
        </p:blipFill>
        <p:spPr bwMode="auto">
          <a:xfrm>
            <a:off x="31749" y="115888"/>
            <a:ext cx="12160251" cy="417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2 Imagen"/>
          <p:cNvPicPr>
            <a:picLocks noChangeAspect="1"/>
          </p:cNvPicPr>
          <p:nvPr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3" y="-5815"/>
            <a:ext cx="12192000" cy="451493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2051019"/>
            <a:ext cx="10780776" cy="613283"/>
          </a:xfrm>
        </p:spPr>
        <p:txBody>
          <a:bodyPr anchor="b"/>
          <a:lstStyle>
            <a:lvl1pPr>
              <a:defRPr sz="5400" b="0">
                <a:solidFill>
                  <a:srgbClr val="C00000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51384" y="4359587"/>
            <a:ext cx="9229344" cy="5334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1800">
                <a:solidFill>
                  <a:srgbClr val="C00000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7" name="Date Placeholder 11"/>
          <p:cNvSpPr>
            <a:spLocks noGrp="1"/>
          </p:cNvSpPr>
          <p:nvPr>
            <p:ph type="dt" sz="half" idx="10"/>
          </p:nvPr>
        </p:nvSpPr>
        <p:spPr>
          <a:xfrm>
            <a:off x="3211513" y="6481763"/>
            <a:ext cx="4114800" cy="228600"/>
          </a:xfrm>
        </p:spPr>
        <p:txBody>
          <a:bodyPr/>
          <a:lstStyle>
            <a:lvl1pPr>
              <a:defRPr dirty="0">
                <a:solidFill>
                  <a:srgbClr val="C00000"/>
                </a:solidFill>
              </a:defRPr>
            </a:lvl1pPr>
          </a:lstStyle>
          <a:p>
            <a:endParaRPr lang="es-ES"/>
          </a:p>
        </p:txBody>
      </p:sp>
      <p:sp>
        <p:nvSpPr>
          <p:cNvPr id="8" name="Footer Placeholder 12"/>
          <p:cNvSpPr>
            <a:spLocks noGrp="1"/>
          </p:cNvSpPr>
          <p:nvPr>
            <p:ph type="ftr" sz="quarter" idx="11"/>
          </p:nvPr>
        </p:nvSpPr>
        <p:spPr>
          <a:xfrm>
            <a:off x="685800" y="6481765"/>
            <a:ext cx="2817813" cy="376237"/>
          </a:xfrm>
        </p:spPr>
        <p:txBody>
          <a:bodyPr/>
          <a:lstStyle>
            <a:lvl1pPr>
              <a:defRPr>
                <a:solidFill>
                  <a:srgbClr val="C00000"/>
                </a:solidFill>
              </a:defRPr>
            </a:lvl1pPr>
          </a:lstStyle>
          <a:p>
            <a:r>
              <a:rPr lang="es-ES"/>
              <a:t>Calidad de Sistemas de Software  - 2019</a:t>
            </a:r>
          </a:p>
        </p:txBody>
      </p:sp>
      <p:sp>
        <p:nvSpPr>
          <p:cNvPr id="9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chemeClr val="accent6">
                    <a:alpha val="25000"/>
                  </a:schemeClr>
                </a:solidFill>
              </a:defRPr>
            </a:lvl1pPr>
          </a:lstStyle>
          <a:p>
            <a:fld id="{A06DBA4C-BE2D-4FDA-A3F1-EFC03F3DB517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959247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5400" smtClean="0"/>
            </a:lvl1pPr>
          </a:lstStyle>
          <a:p>
            <a:fld id="{A06DBA4C-BE2D-4FDA-A3F1-EFC03F3DB517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Calidad de Sistemas de Software  - 2019</a:t>
            </a:r>
          </a:p>
        </p:txBody>
      </p:sp>
    </p:spTree>
    <p:extLst>
      <p:ext uri="{BB962C8B-B14F-4D97-AF65-F5344CB8AC3E}">
        <p14:creationId xmlns:p14="http://schemas.microsoft.com/office/powerpoint/2010/main" val="821710526"/>
      </p:ext>
    </p:extLst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/>
          </p:cNvSpPr>
          <p:nvPr>
            <p:ph type="ctrTitle"/>
          </p:nvPr>
        </p:nvSpPr>
        <p:spPr>
          <a:xfrm>
            <a:off x="304800" y="4114800"/>
            <a:ext cx="9652000" cy="533400"/>
          </a:xfrm>
          <a:noFill/>
        </p:spPr>
        <p:txBody>
          <a:bodyPr/>
          <a:lstStyle>
            <a:lvl1pPr algn="l" eaLnBrk="1" latinLnBrk="0" hangingPunct="1">
              <a:defRPr kumimoji="0" lang="es-ES" sz="2000" b="0" cap="all" spc="150" baseline="0">
                <a:solidFill>
                  <a:schemeClr val="bg1"/>
                </a:solidFill>
              </a:defRPr>
            </a:lvl1pPr>
            <a:extLst/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3" name="Rectangle 3"/>
          <p:cNvSpPr>
            <a:spLocks noGrp="1"/>
          </p:cNvSpPr>
          <p:nvPr>
            <p:ph type="subTitle" idx="1"/>
          </p:nvPr>
        </p:nvSpPr>
        <p:spPr>
          <a:xfrm>
            <a:off x="304800" y="4706112"/>
            <a:ext cx="9245600" cy="228600"/>
          </a:xfrm>
          <a:solidFill>
            <a:schemeClr val="bg1"/>
          </a:solidFill>
        </p:spPr>
        <p:txBody>
          <a:bodyPr/>
          <a:lstStyle>
            <a:lvl1pPr marL="0" indent="0" algn="l" eaLnBrk="1" latinLnBrk="0" hangingPunct="1">
              <a:buNone/>
              <a:defRPr kumimoji="0" lang="es-ES" sz="1100" b="1">
                <a:solidFill>
                  <a:schemeClr val="accent4">
                    <a:shade val="50000"/>
                  </a:schemeClr>
                </a:solidFill>
              </a:defRPr>
            </a:lvl1pPr>
            <a:lvl2pPr marL="457200" indent="0" algn="ctr" eaLnBrk="1" latinLnBrk="0" hangingPunct="1">
              <a:buNone/>
            </a:lvl2pPr>
            <a:lvl3pPr marL="914400" indent="0" algn="ctr" eaLnBrk="1" latinLnBrk="0" hangingPunct="1">
              <a:buNone/>
            </a:lvl3pPr>
            <a:lvl4pPr marL="1371600" indent="0" algn="ctr" eaLnBrk="1" latinLnBrk="0" hangingPunct="1">
              <a:buNone/>
            </a:lvl4pPr>
            <a:lvl5pPr marL="1828800" indent="0" algn="ctr" eaLnBrk="1" latinLnBrk="0" hangingPunct="1">
              <a:buNone/>
            </a:lvl5pPr>
            <a:lvl6pPr marL="2286000" indent="0" algn="ctr" eaLnBrk="1" latinLnBrk="0" hangingPunct="1">
              <a:buNone/>
            </a:lvl6pPr>
            <a:lvl7pPr marL="2743200" indent="0" algn="ctr" eaLnBrk="1" latinLnBrk="0" hangingPunct="1">
              <a:buNone/>
            </a:lvl7pPr>
            <a:lvl8pPr marL="3200400" indent="0" algn="ctr" eaLnBrk="1" latinLnBrk="0" hangingPunct="1">
              <a:buNone/>
            </a:lvl8pPr>
            <a:lvl9pPr marL="3657600" indent="0" algn="ctr" eaLnBrk="1" latinLnBrk="0" hangingPunct="1">
              <a:buNone/>
            </a:lvl9pPr>
            <a:extLst/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Rectangle 15"/>
          <p:cNvSpPr>
            <a:spLocks noGrp="1"/>
          </p:cNvSpPr>
          <p:nvPr>
            <p:ph type="sldNum" sz="quarter" idx="10"/>
          </p:nvPr>
        </p:nvSpPr>
        <p:spPr>
          <a:xfrm>
            <a:off x="8636000" y="6477000"/>
            <a:ext cx="1360488" cy="304800"/>
          </a:xfrm>
        </p:spPr>
        <p:txBody>
          <a:bodyPr/>
          <a:lstStyle>
            <a:lvl1pPr>
              <a:defRPr smtClean="0"/>
            </a:lvl1pPr>
          </a:lstStyle>
          <a:p>
            <a:fld id="{A06DBA4C-BE2D-4FDA-A3F1-EFC03F3DB517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5" name="Rectangle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r>
              <a:rPr lang="es-ES"/>
              <a:t>Calidad de Sistemas de Software  - 2019</a:t>
            </a:r>
          </a:p>
        </p:txBody>
      </p:sp>
      <p:sp>
        <p:nvSpPr>
          <p:cNvPr id="6" name="Date Placeholder 9"/>
          <p:cNvSpPr>
            <a:spLocks noGrp="1"/>
          </p:cNvSpPr>
          <p:nvPr>
            <p:ph type="dt" sz="half" idx="12"/>
          </p:nvPr>
        </p:nvSpPr>
        <p:spPr>
          <a:xfrm>
            <a:off x="304800" y="6477000"/>
            <a:ext cx="2133600" cy="304800"/>
          </a:xfrm>
        </p:spPr>
        <p:txBody>
          <a:bodyPr anchor="ctr"/>
          <a:lstStyle>
            <a:lvl1pPr algn="l" eaLnBrk="1" latinLnBrk="0" hangingPunct="1">
              <a:defRPr kumimoji="0" lang="es-ES" dirty="0">
                <a:solidFill>
                  <a:srgbClr val="A0A0A0"/>
                </a:solidFill>
              </a:defRPr>
            </a:lvl1pPr>
            <a:extLst/>
          </a:lstStyle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01738141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7" name="6 Marcador de texto"/>
          <p:cNvSpPr>
            <a:spLocks noGrp="1"/>
          </p:cNvSpPr>
          <p:nvPr>
            <p:ph type="body" sz="quarter" idx="13"/>
          </p:nvPr>
        </p:nvSpPr>
        <p:spPr>
          <a:xfrm>
            <a:off x="335360" y="692696"/>
            <a:ext cx="10945216" cy="5544616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 dirty="0"/>
          </a:p>
        </p:txBody>
      </p:sp>
      <p:sp>
        <p:nvSpPr>
          <p:cNvPr id="16" name="15 Marcador de texto"/>
          <p:cNvSpPr>
            <a:spLocks noGrp="1"/>
          </p:cNvSpPr>
          <p:nvPr>
            <p:ph type="body" sz="quarter" idx="14"/>
          </p:nvPr>
        </p:nvSpPr>
        <p:spPr>
          <a:xfrm>
            <a:off x="527385" y="6309320"/>
            <a:ext cx="4190993" cy="357190"/>
          </a:xfrm>
        </p:spPr>
        <p:txBody>
          <a:bodyPr>
            <a:noAutofit/>
          </a:bodyPr>
          <a:lstStyle>
            <a:lvl1pPr>
              <a:buNone/>
              <a:defRPr sz="1400">
                <a:solidFill>
                  <a:schemeClr val="tx2"/>
                </a:solidFill>
              </a:defRPr>
            </a:lvl1pPr>
            <a:lvl2pPr>
              <a:buNone/>
              <a:defRPr sz="1400"/>
            </a:lvl2pPr>
            <a:lvl3pPr>
              <a:buNone/>
              <a:defRPr sz="1400"/>
            </a:lvl3pPr>
            <a:lvl4pPr>
              <a:buNone/>
              <a:defRPr sz="1400"/>
            </a:lvl4pPr>
            <a:lvl5pPr>
              <a:buNone/>
              <a:defRPr sz="1400"/>
            </a:lvl5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8" name="22 Marcador de texto"/>
          <p:cNvSpPr>
            <a:spLocks noGrp="1"/>
          </p:cNvSpPr>
          <p:nvPr>
            <p:ph type="body" sz="quarter" idx="15"/>
          </p:nvPr>
        </p:nvSpPr>
        <p:spPr>
          <a:xfrm>
            <a:off x="335360" y="188640"/>
            <a:ext cx="10945216" cy="504056"/>
          </a:xfrm>
          <a:ln>
            <a:noFill/>
          </a:ln>
        </p:spPr>
        <p:txBody>
          <a:bodyPr/>
          <a:lstStyle>
            <a:lvl1pPr>
              <a:defRPr kumimoji="0" lang="es-ES" sz="2800" cap="small" spc="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3 Marcador de pie de página"/>
          <p:cNvSpPr>
            <a:spLocks noGrp="1"/>
          </p:cNvSpPr>
          <p:nvPr>
            <p:ph type="ftr" sz="quarter" idx="16"/>
          </p:nvPr>
        </p:nvSpPr>
        <p:spPr>
          <a:xfrm>
            <a:off x="6672263" y="6308727"/>
            <a:ext cx="4705351" cy="365125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Calidad de Sistemas de Software  - 2019</a:t>
            </a:r>
          </a:p>
        </p:txBody>
      </p:sp>
      <p:sp>
        <p:nvSpPr>
          <p:cNvPr id="9" name="4 Marcador de número de diapositiva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 smtClean="0"/>
            </a:lvl1pPr>
          </a:lstStyle>
          <a:p>
            <a:fld id="{A06DBA4C-BE2D-4FDA-A3F1-EFC03F3DB517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10" name="10 Marcador de fecha"/>
          <p:cNvSpPr>
            <a:spLocks noGrp="1"/>
          </p:cNvSpPr>
          <p:nvPr>
            <p:ph type="dt" sz="half" idx="18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14949313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7" name="6 Marcador de texto"/>
          <p:cNvSpPr>
            <a:spLocks noGrp="1"/>
          </p:cNvSpPr>
          <p:nvPr>
            <p:ph type="body" sz="quarter" idx="13"/>
          </p:nvPr>
        </p:nvSpPr>
        <p:spPr>
          <a:xfrm>
            <a:off x="527381" y="260648"/>
            <a:ext cx="10858576" cy="5976664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 dirty="0"/>
          </a:p>
        </p:txBody>
      </p:sp>
      <p:sp>
        <p:nvSpPr>
          <p:cNvPr id="16" name="15 Marcador de texto"/>
          <p:cNvSpPr>
            <a:spLocks noGrp="1"/>
          </p:cNvSpPr>
          <p:nvPr>
            <p:ph type="body" sz="quarter" idx="14"/>
          </p:nvPr>
        </p:nvSpPr>
        <p:spPr>
          <a:xfrm>
            <a:off x="527385" y="6309320"/>
            <a:ext cx="4190993" cy="357190"/>
          </a:xfrm>
        </p:spPr>
        <p:txBody>
          <a:bodyPr>
            <a:noAutofit/>
          </a:bodyPr>
          <a:lstStyle>
            <a:lvl1pPr>
              <a:buNone/>
              <a:defRPr sz="1400">
                <a:solidFill>
                  <a:schemeClr val="tx2"/>
                </a:solidFill>
              </a:defRPr>
            </a:lvl1pPr>
            <a:lvl2pPr>
              <a:buNone/>
              <a:defRPr sz="1400"/>
            </a:lvl2pPr>
            <a:lvl3pPr>
              <a:buNone/>
              <a:defRPr sz="1400"/>
            </a:lvl3pPr>
            <a:lvl4pPr>
              <a:buNone/>
              <a:defRPr sz="1400"/>
            </a:lvl4pPr>
            <a:lvl5pPr>
              <a:buNone/>
              <a:defRPr sz="1400"/>
            </a:lvl5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3 Marcador de pie de página"/>
          <p:cNvSpPr>
            <a:spLocks noGrp="1"/>
          </p:cNvSpPr>
          <p:nvPr>
            <p:ph type="ftr" sz="quarter" idx="15"/>
          </p:nvPr>
        </p:nvSpPr>
        <p:spPr>
          <a:xfrm>
            <a:off x="6672263" y="6308727"/>
            <a:ext cx="4705351" cy="365125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Calidad de Sistemas de Software  - 2019</a:t>
            </a:r>
          </a:p>
        </p:txBody>
      </p:sp>
      <p:sp>
        <p:nvSpPr>
          <p:cNvPr id="6" name="4 Marcador de número de diapositiva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 smtClean="0">
                <a:solidFill>
                  <a:schemeClr val="bg1"/>
                </a:solidFill>
              </a:defRPr>
            </a:lvl1pPr>
          </a:lstStyle>
          <a:p>
            <a:fld id="{A06DBA4C-BE2D-4FDA-A3F1-EFC03F3DB517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35079384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8"/>
          <p:cNvSpPr/>
          <p:nvPr/>
        </p:nvSpPr>
        <p:spPr>
          <a:xfrm>
            <a:off x="0" y="4038600"/>
            <a:ext cx="12192000" cy="609600"/>
          </a:xfrm>
          <a:prstGeom prst="rect">
            <a:avLst/>
          </a:prstGeom>
          <a:solidFill>
            <a:schemeClr val="accent6">
              <a:shade val="75000"/>
            </a:schemeClr>
          </a:solidFill>
          <a:ln w="25400" cap="rnd" cmpd="sng" algn="ctr">
            <a:noFill/>
            <a:prstDash val="soli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s-ES"/>
          </a:p>
        </p:txBody>
      </p:sp>
      <p:sp>
        <p:nvSpPr>
          <p:cNvPr id="4" name="Rectangle 10"/>
          <p:cNvSpPr/>
          <p:nvPr/>
        </p:nvSpPr>
        <p:spPr>
          <a:xfrm>
            <a:off x="0" y="4646615"/>
            <a:ext cx="12192000" cy="26987"/>
          </a:xfrm>
          <a:prstGeom prst="rect">
            <a:avLst/>
          </a:prstGeom>
          <a:solidFill>
            <a:schemeClr val="accent4"/>
          </a:solidFill>
          <a:ln w="25400" cap="rnd" cmpd="sng" algn="ctr">
            <a:noFill/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s-ES"/>
          </a:p>
        </p:txBody>
      </p:sp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304800" y="4114800"/>
            <a:ext cx="9652000" cy="533400"/>
          </a:xfrm>
          <a:noFill/>
        </p:spPr>
        <p:txBody>
          <a:bodyPr/>
          <a:lstStyle>
            <a:lvl1pPr algn="l" eaLnBrk="1" latinLnBrk="0" hangingPunct="1">
              <a:defRPr kumimoji="0" lang="es-ES" sz="2000" b="0" cap="all" spc="150" baseline="0">
                <a:solidFill>
                  <a:schemeClr val="bg1"/>
                </a:solidFill>
              </a:defRPr>
            </a:lvl1pPr>
            <a:extLst/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5" name="Rectangle 3"/>
          <p:cNvSpPr>
            <a:spLocks noGrp="1"/>
          </p:cNvSpPr>
          <p:nvPr>
            <p:ph type="dt" sz="half" idx="10"/>
          </p:nvPr>
        </p:nvSpPr>
        <p:spPr>
          <a:xfrm>
            <a:off x="304800" y="6477000"/>
            <a:ext cx="2133600" cy="304800"/>
          </a:xfrm>
        </p:spPr>
        <p:txBody>
          <a:bodyPr anchor="ctr"/>
          <a:lstStyle>
            <a:lvl1pPr algn="l" eaLnBrk="1" latinLnBrk="0" hangingPunct="1">
              <a:defRPr kumimoji="0" lang="es-ES" dirty="0">
                <a:solidFill>
                  <a:srgbClr val="A0A0A0"/>
                </a:solidFill>
              </a:defRPr>
            </a:lvl1pPr>
            <a:extLst/>
          </a:lstStyle>
          <a:p>
            <a:endParaRPr lang="es-ES"/>
          </a:p>
        </p:txBody>
      </p:sp>
      <p:sp>
        <p:nvSpPr>
          <p:cNvPr id="6" name="Rectangl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1" latinLnBrk="0" hangingPunct="1">
              <a:defRPr kumimoji="0" lang="es-ES">
                <a:solidFill>
                  <a:schemeClr val="bg1"/>
                </a:solidFill>
              </a:defRPr>
            </a:lvl1pPr>
            <a:extLst/>
          </a:lstStyle>
          <a:p>
            <a:r>
              <a:rPr lang="es-ES"/>
              <a:t>Calidad de Sistemas de Software  - 2019</a:t>
            </a:r>
          </a:p>
        </p:txBody>
      </p:sp>
      <p:sp>
        <p:nvSpPr>
          <p:cNvPr id="7" name="Slide Number Placeholder 12"/>
          <p:cNvSpPr>
            <a:spLocks noGrp="1"/>
          </p:cNvSpPr>
          <p:nvPr>
            <p:ph type="sldNum" sz="quarter" idx="12"/>
          </p:nvPr>
        </p:nvSpPr>
        <p:spPr>
          <a:xfrm>
            <a:off x="8636000" y="6477000"/>
            <a:ext cx="1360488" cy="304800"/>
          </a:xfrm>
        </p:spPr>
        <p:txBody>
          <a:bodyPr/>
          <a:lstStyle>
            <a:lvl1pPr>
              <a:defRPr smtClean="0"/>
            </a:lvl1pPr>
            <a:extLst/>
          </a:lstStyle>
          <a:p>
            <a:fld id="{A06DBA4C-BE2D-4FDA-A3F1-EFC03F3DB517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52625496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79376" y="337421"/>
            <a:ext cx="10806112" cy="127317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8" name="7 Marcador de contenido"/>
          <p:cNvSpPr>
            <a:spLocks noGrp="1"/>
          </p:cNvSpPr>
          <p:nvPr>
            <p:ph sz="quarter" idx="1"/>
          </p:nvPr>
        </p:nvSpPr>
        <p:spPr>
          <a:xfrm>
            <a:off x="633636" y="1773240"/>
            <a:ext cx="9793088" cy="4600168"/>
          </a:xfrm>
        </p:spPr>
        <p:txBody>
          <a:bodyPr/>
          <a:lstStyle/>
          <a:p>
            <a:pPr lvl="0"/>
            <a:r>
              <a:rPr lang="es-ES" dirty="0"/>
              <a:t>Haga clic para modificar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n-US" dirty="0"/>
          </a:p>
        </p:txBody>
      </p:sp>
      <p:sp>
        <p:nvSpPr>
          <p:cNvPr id="4" name="4 Marcador de pie de página"/>
          <p:cNvSpPr>
            <a:spLocks noGrp="1"/>
          </p:cNvSpPr>
          <p:nvPr>
            <p:ph type="ftr" sz="quarter" idx="10"/>
          </p:nvPr>
        </p:nvSpPr>
        <p:spPr>
          <a:xfrm>
            <a:off x="168277" y="6525344"/>
            <a:ext cx="3839491" cy="242171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Calidad de Sistemas de Software  - 2019</a:t>
            </a:r>
            <a:endParaRPr lang="es-ES_tradnl" dirty="0"/>
          </a:p>
        </p:txBody>
      </p:sp>
      <p:sp>
        <p:nvSpPr>
          <p:cNvPr id="5" name="5 Marcador de número de diapositiva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6CAEA118-464F-43A9-BFBC-733A5CD74998}" type="slidenum">
              <a:rPr lang="es-ES" altLang="es-AR" smtClean="0"/>
              <a:pPr>
                <a:defRPr/>
              </a:pPr>
              <a:t>‹Nº›</a:t>
            </a:fld>
            <a:endParaRPr lang="es-ES" altLang="es-AR"/>
          </a:p>
        </p:txBody>
      </p:sp>
    </p:spTree>
    <p:extLst>
      <p:ext uri="{BB962C8B-B14F-4D97-AF65-F5344CB8AC3E}">
        <p14:creationId xmlns:p14="http://schemas.microsoft.com/office/powerpoint/2010/main" val="1922793573"/>
      </p:ext>
    </p:extLst>
  </p:cSld>
  <p:clrMapOvr>
    <a:masterClrMapping/>
  </p:clrMapOvr>
  <p:transition spd="med"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1_Dos objetos">
    <p:bg>
      <p:bgPr>
        <a:solidFill>
          <a:srgbClr val="3F3F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09600" y="148133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197600" y="148133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8" name="7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Calidad de Sistemas de Software  - 2019</a:t>
            </a: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06DBA4C-BE2D-4FDA-A3F1-EFC03F3DB517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255419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16" name="15 Marcador de texto"/>
          <p:cNvSpPr>
            <a:spLocks noGrp="1"/>
          </p:cNvSpPr>
          <p:nvPr>
            <p:ph type="body" sz="quarter" idx="14"/>
          </p:nvPr>
        </p:nvSpPr>
        <p:spPr>
          <a:xfrm>
            <a:off x="4434" y="6451617"/>
            <a:ext cx="4190993" cy="357190"/>
          </a:xfrm>
        </p:spPr>
        <p:txBody>
          <a:bodyPr>
            <a:noAutofit/>
          </a:bodyPr>
          <a:lstStyle>
            <a:lvl1pPr>
              <a:buNone/>
              <a:defRPr sz="1400">
                <a:solidFill>
                  <a:schemeClr val="bg1"/>
                </a:solidFill>
              </a:defRPr>
            </a:lvl1pPr>
            <a:lvl2pPr>
              <a:buNone/>
              <a:defRPr sz="1400"/>
            </a:lvl2pPr>
            <a:lvl3pPr>
              <a:buNone/>
              <a:defRPr sz="1400"/>
            </a:lvl3pPr>
            <a:lvl4pPr>
              <a:buNone/>
              <a:defRPr sz="1400"/>
            </a:lvl4pPr>
            <a:lvl5pPr>
              <a:buNone/>
              <a:defRPr sz="1400"/>
            </a:lvl5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1097279" y="1845734"/>
            <a:ext cx="10058401" cy="402336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3 Marcador de pie de página"/>
          <p:cNvSpPr>
            <a:spLocks noGrp="1"/>
          </p:cNvSpPr>
          <p:nvPr>
            <p:ph type="ftr" sz="quarter" idx="15"/>
          </p:nvPr>
        </p:nvSpPr>
        <p:spPr>
          <a:xfrm>
            <a:off x="4241801" y="6459540"/>
            <a:ext cx="5183188" cy="365125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Calidad de Sistemas de Software  - 2019</a:t>
            </a:r>
          </a:p>
        </p:txBody>
      </p:sp>
      <p:sp>
        <p:nvSpPr>
          <p:cNvPr id="6" name="4 Marcador de número de diapositiva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fld id="{A06DBA4C-BE2D-4FDA-A3F1-EFC03F3DB517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739338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299AF6-9547-4B3E-8773-89DD7E9844C6}" type="datetimeFigureOut">
              <a:rPr lang="es-VE"/>
              <a:pPr>
                <a:defRPr/>
              </a:pPr>
              <a:t>23/9/2024</a:t>
            </a:fld>
            <a:endParaRPr lang="es-VE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VE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711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577270DF-DE3F-4410-A8B5-78CB12707678}" type="slidenum">
              <a:rPr lang="es-VE" altLang="es-AR"/>
              <a:pPr>
                <a:defRPr/>
              </a:pPr>
              <a:t>‹Nº›</a:t>
            </a:fld>
            <a:endParaRPr lang="es-VE" altLang="es-AR"/>
          </a:p>
        </p:txBody>
      </p:sp>
    </p:spTree>
    <p:extLst>
      <p:ext uri="{BB962C8B-B14F-4D97-AF65-F5344CB8AC3E}">
        <p14:creationId xmlns:p14="http://schemas.microsoft.com/office/powerpoint/2010/main" val="33250852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ítulo y tab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0" y="122238"/>
            <a:ext cx="10058400" cy="1295400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tabla"/>
          <p:cNvSpPr>
            <a:spLocks noGrp="1"/>
          </p:cNvSpPr>
          <p:nvPr>
            <p:ph type="tbl" idx="1"/>
          </p:nvPr>
        </p:nvSpPr>
        <p:spPr>
          <a:xfrm>
            <a:off x="609600" y="1719263"/>
            <a:ext cx="10972800" cy="4411662"/>
          </a:xfrm>
        </p:spPr>
        <p:txBody>
          <a:bodyPr/>
          <a:lstStyle/>
          <a:p>
            <a:pPr lvl="0"/>
            <a:endParaRPr lang="en-US" noProof="0" smtClean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47FEF37-2A3D-423E-B08F-206ED5CA5A68}" type="slidenum">
              <a:rPr lang="es-ES" altLang="en-US"/>
              <a:pPr/>
              <a:t>‹Nº›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313863863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7"/>
          <p:cNvSpPr txBox="1">
            <a:spLocks noGrp="1"/>
          </p:cNvSpPr>
          <p:nvPr>
            <p:ph type="title"/>
          </p:nvPr>
        </p:nvSpPr>
        <p:spPr>
          <a:xfrm>
            <a:off x="415600" y="405095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267"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37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>
            <a:noAutofit/>
          </a:bodyPr>
          <a:lstStyle>
            <a:lvl1pPr marL="609585" lvl="0" indent="-457189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800"/>
              <a:buChar char="●"/>
              <a:defRPr sz="3733"/>
            </a:lvl1pPr>
            <a:lvl2pPr marL="1219170" lvl="1" indent="-423323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l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174843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6" descr="HD-ShadowLong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" y="4243394"/>
            <a:ext cx="89677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Imagen 7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2254" y="4243388"/>
            <a:ext cx="3076575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ángulo 8"/>
          <p:cNvSpPr/>
          <p:nvPr/>
        </p:nvSpPr>
        <p:spPr>
          <a:xfrm>
            <a:off x="3" y="2590800"/>
            <a:ext cx="8967788" cy="165893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Rectángulo 9"/>
          <p:cNvSpPr/>
          <p:nvPr/>
        </p:nvSpPr>
        <p:spPr>
          <a:xfrm>
            <a:off x="9112254" y="2590800"/>
            <a:ext cx="3076575" cy="16589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0326" y="2733709"/>
            <a:ext cx="8144135" cy="1373070"/>
          </a:xfrm>
        </p:spPr>
        <p:txBody>
          <a:bodyPr anchor="b">
            <a:noAutofit/>
          </a:bodyPr>
          <a:lstStyle>
            <a:lvl1pPr algn="r" latinLnBrk="0">
              <a:defRPr lang="es-ES" sz="54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680326" y="4394047"/>
            <a:ext cx="8144135" cy="1117687"/>
          </a:xfrm>
        </p:spPr>
        <p:txBody>
          <a:bodyPr/>
          <a:lstStyle>
            <a:lvl1pPr marL="0" indent="0" algn="r" latinLnBrk="0">
              <a:buNone/>
              <a:defRPr lang="es-ES" sz="2000"/>
            </a:lvl1pPr>
            <a:lvl2pPr marL="457200" indent="0" algn="ctr" latinLnBrk="0">
              <a:buNone/>
              <a:defRPr lang="es-ES" sz="2000"/>
            </a:lvl2pPr>
            <a:lvl3pPr marL="914400" indent="0" algn="ctr" latinLnBrk="0">
              <a:buNone/>
              <a:defRPr lang="es-ES" sz="1800"/>
            </a:lvl3pPr>
            <a:lvl4pPr marL="1371600" indent="0" algn="ctr" latinLnBrk="0">
              <a:buNone/>
              <a:defRPr lang="es-ES" sz="1600"/>
            </a:lvl4pPr>
            <a:lvl5pPr marL="1828800" indent="0" algn="ctr" latinLnBrk="0">
              <a:buNone/>
              <a:defRPr lang="es-ES" sz="1600"/>
            </a:lvl5pPr>
            <a:lvl6pPr marL="2286000" indent="0" algn="ctr" latinLnBrk="0">
              <a:buNone/>
              <a:defRPr lang="es-ES" sz="1600"/>
            </a:lvl6pPr>
            <a:lvl7pPr marL="2743200" indent="0" algn="ctr" latinLnBrk="0">
              <a:buNone/>
              <a:defRPr lang="es-ES" sz="1600"/>
            </a:lvl7pPr>
            <a:lvl8pPr marL="3200400" indent="0" algn="ctr" latinLnBrk="0">
              <a:buNone/>
              <a:defRPr lang="es-ES" sz="1600"/>
            </a:lvl8pPr>
            <a:lvl9pPr marL="3657600" indent="0" algn="ctr" latinLnBrk="0">
              <a:buNone/>
              <a:defRPr lang="es-ES"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8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9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Calidad de Sistemas de Software  - 2019</a:t>
            </a:r>
            <a:endParaRPr/>
          </a:p>
        </p:txBody>
      </p:sp>
      <p:sp>
        <p:nvSpPr>
          <p:cNvPr id="10" name="Marcador de posición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9255129" y="2749556"/>
            <a:ext cx="1171575" cy="1357313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A00877-2F62-4DCB-A621-8F230BEFDE8F}" type="slidenum">
              <a:rPr/>
              <a:pPr>
                <a:defRPr/>
              </a:pPr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21529465"/>
      </p:ext>
    </p:extLst>
  </p:cSld>
  <p:clrMapOvr>
    <a:masterClrMapping/>
  </p:clrMapOvr>
  <p:transition spd="med"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14" descr="HD-ShadowLong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70094"/>
            <a:ext cx="10437813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Imagen 15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85454" y="1971679"/>
            <a:ext cx="1603375" cy="144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ángulo 16"/>
          <p:cNvSpPr/>
          <p:nvPr/>
        </p:nvSpPr>
        <p:spPr>
          <a:xfrm>
            <a:off x="0" y="609606"/>
            <a:ext cx="10437813" cy="1368425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Rectángulo 17"/>
          <p:cNvSpPr/>
          <p:nvPr/>
        </p:nvSpPr>
        <p:spPr>
          <a:xfrm>
            <a:off x="10585454" y="609606"/>
            <a:ext cx="1603375" cy="13684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/>
          </p:nvPr>
        </p:nvSpPr>
        <p:spPr/>
        <p:txBody>
          <a:bodyPr/>
          <a:lstStyle>
            <a:lvl1pPr latinLnBrk="0">
              <a:defRPr lang="es-ES" sz="2400"/>
            </a:lvl1pPr>
            <a:lvl2pPr latinLnBrk="0">
              <a:defRPr lang="es-ES" sz="2000"/>
            </a:lvl2pPr>
            <a:lvl3pPr latinLnBrk="0">
              <a:defRPr lang="es-ES" sz="1800"/>
            </a:lvl3pPr>
            <a:lvl4pPr latinLnBrk="0">
              <a:defRPr lang="es-ES" sz="1600"/>
            </a:lvl4pPr>
            <a:lvl5pPr latinLnBrk="0">
              <a:defRPr lang="es-ES" sz="1600"/>
            </a:lvl5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8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9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Calidad de Sistemas de Software  - 2019</a:t>
            </a:r>
            <a:endParaRPr/>
          </a:p>
        </p:txBody>
      </p:sp>
      <p:sp>
        <p:nvSpPr>
          <p:cNvPr id="10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FA3E83-3D89-45B9-8973-76AE962259DA}" type="slidenum">
              <a:rPr/>
              <a:pPr>
                <a:defRPr/>
              </a:pPr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42225403"/>
      </p:ext>
    </p:extLst>
  </p:cSld>
  <p:clrMapOvr>
    <a:masterClrMapping/>
  </p:clrMapOvr>
  <p:transition spd="med"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6" descr="HD-ShadowLong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086231"/>
            <a:ext cx="10437813" cy="32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Imagen 7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85454" y="4087813"/>
            <a:ext cx="1603375" cy="144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ángulo 8"/>
          <p:cNvSpPr/>
          <p:nvPr/>
        </p:nvSpPr>
        <p:spPr>
          <a:xfrm>
            <a:off x="0" y="2725744"/>
            <a:ext cx="10437813" cy="1368425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Rectángulo 9"/>
          <p:cNvSpPr/>
          <p:nvPr/>
        </p:nvSpPr>
        <p:spPr>
          <a:xfrm>
            <a:off x="10585454" y="2725744"/>
            <a:ext cx="1603375" cy="13684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80323" y="2869895"/>
            <a:ext cx="9613860" cy="1090788"/>
          </a:xfrm>
        </p:spPr>
        <p:txBody>
          <a:bodyPr>
            <a:normAutofit/>
          </a:bodyPr>
          <a:lstStyle>
            <a:lvl1pPr algn="r" latinLnBrk="0">
              <a:defRPr lang="es-ES" sz="36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texto 2"/>
          <p:cNvSpPr>
            <a:spLocks noGrp="1"/>
          </p:cNvSpPr>
          <p:nvPr>
            <p:ph type="body" idx="1"/>
          </p:nvPr>
        </p:nvSpPr>
        <p:spPr>
          <a:xfrm>
            <a:off x="680323" y="4232179"/>
            <a:ext cx="9613860" cy="1704017"/>
          </a:xfrm>
        </p:spPr>
        <p:txBody>
          <a:bodyPr/>
          <a:lstStyle>
            <a:lvl1pPr marL="0" indent="0" algn="r" latinLnBrk="0">
              <a:buNone/>
              <a:defRPr lang="es-ES"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latinLnBrk="0">
              <a:buNone/>
              <a:defRPr lang="es-ES"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latinLnBrk="0">
              <a:buNone/>
              <a:defRPr lang="es-ES"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latinLnBrk="0">
              <a:buNone/>
              <a:defRPr lang="es-ES"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latinLnBrk="0">
              <a:buNone/>
              <a:defRPr lang="es-ES"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latinLnBrk="0">
              <a:buNone/>
              <a:defRPr lang="es-ES"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latinLnBrk="0">
              <a:buNone/>
              <a:defRPr lang="es-ES"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latinLnBrk="0">
              <a:buNone/>
              <a:defRPr lang="es-ES"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latinLnBrk="0">
              <a:buNone/>
              <a:defRPr lang="es-ES"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8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9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Calidad de Sistemas de Software  - 2019</a:t>
            </a:r>
            <a:endParaRPr/>
          </a:p>
        </p:txBody>
      </p:sp>
      <p:sp>
        <p:nvSpPr>
          <p:cNvPr id="10" name="Marcador de posición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10729913" y="2870206"/>
            <a:ext cx="1154112" cy="1090613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C0454C-1C62-4D0F-9457-1D4A8F4C768C}" type="slidenum">
              <a:rPr/>
              <a:pPr>
                <a:defRPr/>
              </a:pPr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5697739"/>
      </p:ext>
    </p:extLst>
  </p:cSld>
  <p:clrMapOvr>
    <a:masterClrMapping/>
  </p:clrMapOvr>
  <p:transition spd="med"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 de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7" descr="HD-ShadowLong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70094"/>
            <a:ext cx="10437813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Imagen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85454" y="1971679"/>
            <a:ext cx="1603375" cy="144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ángulo 9"/>
          <p:cNvSpPr/>
          <p:nvPr/>
        </p:nvSpPr>
        <p:spPr>
          <a:xfrm>
            <a:off x="0" y="609606"/>
            <a:ext cx="10437813" cy="1368425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ángulo 10"/>
          <p:cNvSpPr/>
          <p:nvPr/>
        </p:nvSpPr>
        <p:spPr>
          <a:xfrm>
            <a:off x="10585454" y="609606"/>
            <a:ext cx="1603375" cy="13684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contenido 2"/>
          <p:cNvSpPr>
            <a:spLocks noGrp="1"/>
          </p:cNvSpPr>
          <p:nvPr>
            <p:ph sz="half" idx="1"/>
          </p:nvPr>
        </p:nvSpPr>
        <p:spPr>
          <a:xfrm>
            <a:off x="680325" y="2336873"/>
            <a:ext cx="4698359" cy="3599316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posición de contenido 3"/>
          <p:cNvSpPr>
            <a:spLocks noGrp="1"/>
          </p:cNvSpPr>
          <p:nvPr>
            <p:ph sz="half" idx="2"/>
          </p:nvPr>
        </p:nvSpPr>
        <p:spPr>
          <a:xfrm>
            <a:off x="5594125" y="2336873"/>
            <a:ext cx="4700059" cy="3599316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9" name="Marcador de posición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0" name="Marcador de posición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Calidad de Sistemas de Software  - 2019</a:t>
            </a:r>
            <a:endParaRPr/>
          </a:p>
        </p:txBody>
      </p:sp>
      <p:sp>
        <p:nvSpPr>
          <p:cNvPr id="11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250972-ACAC-462F-826B-5D47B12D48BE}" type="slidenum">
              <a:rPr/>
              <a:pPr>
                <a:defRPr/>
              </a:pPr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54785054"/>
      </p:ext>
    </p:extLst>
  </p:cSld>
  <p:clrMapOvr>
    <a:masterClrMapping/>
  </p:clrMapOvr>
  <p:transition spd="med"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9" descr="HD-ShadowLong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70094"/>
            <a:ext cx="10437813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Imagen 10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85454" y="1971679"/>
            <a:ext cx="1603375" cy="144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ángulo 11"/>
          <p:cNvSpPr/>
          <p:nvPr/>
        </p:nvSpPr>
        <p:spPr>
          <a:xfrm>
            <a:off x="0" y="609606"/>
            <a:ext cx="10437813" cy="1368425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ángulo 12"/>
          <p:cNvSpPr/>
          <p:nvPr/>
        </p:nvSpPr>
        <p:spPr>
          <a:xfrm>
            <a:off x="10585454" y="609606"/>
            <a:ext cx="1603375" cy="13684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80325" y="753237"/>
            <a:ext cx="9613863" cy="108093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texto 2"/>
          <p:cNvSpPr>
            <a:spLocks noGrp="1"/>
          </p:cNvSpPr>
          <p:nvPr>
            <p:ph type="body" idx="1"/>
          </p:nvPr>
        </p:nvSpPr>
        <p:spPr>
          <a:xfrm>
            <a:off x="906355" y="2336881"/>
            <a:ext cx="4472327" cy="693135"/>
          </a:xfrm>
        </p:spPr>
        <p:txBody>
          <a:bodyPr anchor="b"/>
          <a:lstStyle>
            <a:lvl1pPr marL="0" indent="0" latinLnBrk="0">
              <a:buNone/>
              <a:defRPr lang="es-ES" sz="2400" b="1"/>
            </a:lvl1pPr>
            <a:lvl2pPr marL="457200" indent="0" latinLnBrk="0">
              <a:buNone/>
              <a:defRPr lang="es-ES" sz="2000" b="1"/>
            </a:lvl2pPr>
            <a:lvl3pPr marL="914400" indent="0" latinLnBrk="0">
              <a:buNone/>
              <a:defRPr lang="es-ES" sz="1800" b="1"/>
            </a:lvl3pPr>
            <a:lvl4pPr marL="1371600" indent="0" latinLnBrk="0">
              <a:buNone/>
              <a:defRPr lang="es-ES" sz="1600" b="1"/>
            </a:lvl4pPr>
            <a:lvl5pPr marL="1828800" indent="0" latinLnBrk="0">
              <a:buNone/>
              <a:defRPr lang="es-ES" sz="1600" b="1"/>
            </a:lvl5pPr>
            <a:lvl6pPr marL="2286000" indent="0" latinLnBrk="0">
              <a:buNone/>
              <a:defRPr lang="es-ES" sz="1600" b="1"/>
            </a:lvl6pPr>
            <a:lvl7pPr marL="2743200" indent="0" latinLnBrk="0">
              <a:buNone/>
              <a:defRPr lang="es-ES" sz="1600" b="1"/>
            </a:lvl7pPr>
            <a:lvl8pPr marL="3200400" indent="0" latinLnBrk="0">
              <a:buNone/>
              <a:defRPr lang="es-ES" sz="1600" b="1"/>
            </a:lvl8pPr>
            <a:lvl9pPr marL="3657600" indent="0" latinLnBrk="0">
              <a:buNone/>
              <a:defRPr lang="es-ES"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posición de contenido 3"/>
          <p:cNvSpPr>
            <a:spLocks noGrp="1"/>
          </p:cNvSpPr>
          <p:nvPr>
            <p:ph sz="half" idx="2"/>
          </p:nvPr>
        </p:nvSpPr>
        <p:spPr>
          <a:xfrm>
            <a:off x="680325" y="3030016"/>
            <a:ext cx="4698355" cy="2906179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posición de texto 4"/>
          <p:cNvSpPr>
            <a:spLocks noGrp="1"/>
          </p:cNvSpPr>
          <p:nvPr>
            <p:ph type="body" sz="quarter" idx="3"/>
          </p:nvPr>
        </p:nvSpPr>
        <p:spPr>
          <a:xfrm>
            <a:off x="5820155" y="2336873"/>
            <a:ext cx="4474028" cy="692076"/>
          </a:xfrm>
        </p:spPr>
        <p:txBody>
          <a:bodyPr anchor="b"/>
          <a:lstStyle>
            <a:lvl1pPr marL="0" indent="0" latinLnBrk="0">
              <a:buNone/>
              <a:defRPr lang="es-ES" sz="2400" b="1"/>
            </a:lvl1pPr>
            <a:lvl2pPr marL="457200" indent="0" latinLnBrk="0">
              <a:buNone/>
              <a:defRPr lang="es-ES" sz="2000" b="1"/>
            </a:lvl2pPr>
            <a:lvl3pPr marL="914400" indent="0" latinLnBrk="0">
              <a:buNone/>
              <a:defRPr lang="es-ES" sz="1800" b="1"/>
            </a:lvl3pPr>
            <a:lvl4pPr marL="1371600" indent="0" latinLnBrk="0">
              <a:buNone/>
              <a:defRPr lang="es-ES" sz="1600" b="1"/>
            </a:lvl4pPr>
            <a:lvl5pPr marL="1828800" indent="0" latinLnBrk="0">
              <a:buNone/>
              <a:defRPr lang="es-ES" sz="1600" b="1"/>
            </a:lvl5pPr>
            <a:lvl6pPr marL="2286000" indent="0" latinLnBrk="0">
              <a:buNone/>
              <a:defRPr lang="es-ES" sz="1600" b="1"/>
            </a:lvl6pPr>
            <a:lvl7pPr marL="2743200" indent="0" latinLnBrk="0">
              <a:buNone/>
              <a:defRPr lang="es-ES" sz="1600" b="1"/>
            </a:lvl7pPr>
            <a:lvl8pPr marL="3200400" indent="0" latinLnBrk="0">
              <a:buNone/>
              <a:defRPr lang="es-ES" sz="1600" b="1"/>
            </a:lvl8pPr>
            <a:lvl9pPr marL="3657600" indent="0" latinLnBrk="0">
              <a:buNone/>
              <a:defRPr lang="es-ES"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posición de contenido 5"/>
          <p:cNvSpPr>
            <a:spLocks noGrp="1"/>
          </p:cNvSpPr>
          <p:nvPr>
            <p:ph sz="quarter" idx="4"/>
          </p:nvPr>
        </p:nvSpPr>
        <p:spPr>
          <a:xfrm>
            <a:off x="5594125" y="3030016"/>
            <a:ext cx="4700059" cy="2906179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11" name="Marcador de posición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2" name="Marcador de posición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Calidad de Sistemas de Software  - 2019</a:t>
            </a:r>
            <a:endParaRPr/>
          </a:p>
        </p:txBody>
      </p:sp>
      <p:sp>
        <p:nvSpPr>
          <p:cNvPr id="13" name="Marcador de posición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279635-A0E3-4185-A855-B7FDB40AD24B}" type="slidenum">
              <a:rPr/>
              <a:pPr>
                <a:defRPr/>
              </a:pPr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47179500"/>
      </p:ext>
    </p:extLst>
  </p:cSld>
  <p:clrMapOvr>
    <a:masterClrMapping/>
  </p:clrMapOvr>
  <p:transition spd="med"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5" descr="HD-ShadowLong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70094"/>
            <a:ext cx="10437813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Imagen 6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85454" y="1971679"/>
            <a:ext cx="1603375" cy="144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ángulo 7"/>
          <p:cNvSpPr/>
          <p:nvPr/>
        </p:nvSpPr>
        <p:spPr>
          <a:xfrm>
            <a:off x="0" y="609606"/>
            <a:ext cx="10437813" cy="1368425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ángulo 8"/>
          <p:cNvSpPr/>
          <p:nvPr/>
        </p:nvSpPr>
        <p:spPr>
          <a:xfrm>
            <a:off x="10585454" y="609606"/>
            <a:ext cx="1603375" cy="13684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7" name="Marcador de posición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8" name="Marcador de posición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Calidad de Sistemas de Software  - 2019</a:t>
            </a:r>
            <a:endParaRPr/>
          </a:p>
        </p:txBody>
      </p:sp>
      <p:sp>
        <p:nvSpPr>
          <p:cNvPr id="9" name="Marcador de posición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28677F-9DC4-4F00-A9ED-A2ADB32EDB80}" type="slidenum">
              <a:rPr/>
              <a:pPr>
                <a:defRPr/>
              </a:pPr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04597971"/>
      </p:ext>
    </p:extLst>
  </p:cSld>
  <p:clrMapOvr>
    <a:masterClrMapping/>
  </p:clrMapOvr>
  <p:transition spd="med"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4" descr="HD-ShadowShort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85454" y="1971679"/>
            <a:ext cx="1603375" cy="144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ángulo 5"/>
          <p:cNvSpPr/>
          <p:nvPr/>
        </p:nvSpPr>
        <p:spPr>
          <a:xfrm>
            <a:off x="10585454" y="609606"/>
            <a:ext cx="1603375" cy="13684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Marcador de posición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5" name="Marcador de posición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Calidad de Sistemas de Software  - 2019</a:t>
            </a:r>
            <a:endParaRPr/>
          </a:p>
        </p:txBody>
      </p:sp>
      <p:sp>
        <p:nvSpPr>
          <p:cNvPr id="6" name="Marcador de posición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7E2AFE-9491-4120-9D75-0AB864275F6F}" type="slidenum">
              <a:rPr/>
              <a:pPr>
                <a:defRPr/>
              </a:pPr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2335521"/>
      </p:ext>
    </p:extLst>
  </p:cSld>
  <p:clrMapOvr>
    <a:masterClrMapping/>
  </p:clrMapOvr>
  <p:transition spd="med"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7" descr="HD-ShadowLong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70094"/>
            <a:ext cx="10437813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Imagen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85454" y="1971679"/>
            <a:ext cx="1603375" cy="144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ángulo 9"/>
          <p:cNvSpPr/>
          <p:nvPr/>
        </p:nvSpPr>
        <p:spPr>
          <a:xfrm>
            <a:off x="0" y="609606"/>
            <a:ext cx="10437813" cy="1368425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ángulo 10"/>
          <p:cNvSpPr/>
          <p:nvPr/>
        </p:nvSpPr>
        <p:spPr>
          <a:xfrm>
            <a:off x="10585454" y="609606"/>
            <a:ext cx="1603375" cy="13684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>
            <a:normAutofit/>
          </a:bodyPr>
          <a:lstStyle>
            <a:lvl1pPr latinLnBrk="0">
              <a:defRPr lang="es-ES" sz="36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/>
          </p:nvPr>
        </p:nvSpPr>
        <p:spPr>
          <a:xfrm>
            <a:off x="4685847" y="2336880"/>
            <a:ext cx="5608336" cy="3599313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posición de texto 3"/>
          <p:cNvSpPr>
            <a:spLocks noGrp="1"/>
          </p:cNvSpPr>
          <p:nvPr>
            <p:ph type="body" sz="half" idx="2"/>
          </p:nvPr>
        </p:nvSpPr>
        <p:spPr>
          <a:xfrm>
            <a:off x="680326" y="2336878"/>
            <a:ext cx="3790079" cy="3599317"/>
          </a:xfrm>
        </p:spPr>
        <p:txBody>
          <a:bodyPr anchor="ctr"/>
          <a:lstStyle>
            <a:lvl1pPr marL="0" indent="0" latinLnBrk="0">
              <a:buNone/>
              <a:defRPr lang="es-ES" sz="1600"/>
            </a:lvl1pPr>
            <a:lvl2pPr marL="457200" indent="0" latinLnBrk="0">
              <a:buNone/>
              <a:defRPr lang="es-ES" sz="1400"/>
            </a:lvl2pPr>
            <a:lvl3pPr marL="914400" indent="0" latinLnBrk="0">
              <a:buNone/>
              <a:defRPr lang="es-ES" sz="1200"/>
            </a:lvl3pPr>
            <a:lvl4pPr marL="1371600" indent="0" latinLnBrk="0">
              <a:buNone/>
              <a:defRPr lang="es-ES" sz="1000"/>
            </a:lvl4pPr>
            <a:lvl5pPr marL="1828800" indent="0" latinLnBrk="0">
              <a:buNone/>
              <a:defRPr lang="es-ES" sz="1000"/>
            </a:lvl5pPr>
            <a:lvl6pPr marL="2286000" indent="0" latinLnBrk="0">
              <a:buNone/>
              <a:defRPr lang="es-ES" sz="1000"/>
            </a:lvl6pPr>
            <a:lvl7pPr marL="2743200" indent="0" latinLnBrk="0">
              <a:buNone/>
              <a:defRPr lang="es-ES" sz="1000"/>
            </a:lvl7pPr>
            <a:lvl8pPr marL="3200400" indent="0" latinLnBrk="0">
              <a:buNone/>
              <a:defRPr lang="es-ES" sz="1000"/>
            </a:lvl8pPr>
            <a:lvl9pPr marL="3657600" indent="0" latinLnBrk="0">
              <a:buNone/>
              <a:defRPr lang="es-ES"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9" name="Marcador de posición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0" name="Marcador de posición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Calidad de Sistemas de Software  - 2019</a:t>
            </a:r>
            <a:endParaRPr/>
          </a:p>
        </p:txBody>
      </p:sp>
      <p:sp>
        <p:nvSpPr>
          <p:cNvPr id="11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C28238-4BD1-4800-AF6E-E21DB010D0FE}" type="slidenum">
              <a:rPr/>
              <a:pPr>
                <a:defRPr/>
              </a:pPr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47367517"/>
      </p:ext>
    </p:extLst>
  </p:cSld>
  <p:clrMapOvr>
    <a:masterClrMapping/>
  </p:clrMapOvr>
  <p:transition spd="med"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7" descr="HD-ShadowLong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70094"/>
            <a:ext cx="10437813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Imagen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85454" y="1971679"/>
            <a:ext cx="1603375" cy="144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ángulo 9"/>
          <p:cNvSpPr/>
          <p:nvPr/>
        </p:nvSpPr>
        <p:spPr>
          <a:xfrm>
            <a:off x="0" y="609606"/>
            <a:ext cx="10437813" cy="1368425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ángulo 10"/>
          <p:cNvSpPr/>
          <p:nvPr/>
        </p:nvSpPr>
        <p:spPr>
          <a:xfrm>
            <a:off x="10585454" y="609606"/>
            <a:ext cx="1603375" cy="13684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80328" y="753228"/>
            <a:ext cx="9613857" cy="1080938"/>
          </a:xfrm>
        </p:spPr>
        <p:txBody>
          <a:bodyPr>
            <a:normAutofit/>
          </a:bodyPr>
          <a:lstStyle>
            <a:lvl1pPr latinLnBrk="0">
              <a:defRPr lang="es-ES" sz="36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 noChangeAspect="1"/>
          </p:cNvSpPr>
          <p:nvPr>
            <p:ph type="pic" idx="1"/>
          </p:nvPr>
        </p:nvSpPr>
        <p:spPr>
          <a:xfrm>
            <a:off x="4868338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 latinLnBrk="0">
              <a:buNone/>
              <a:defRPr lang="es-ES" sz="3200"/>
            </a:lvl1pPr>
            <a:lvl2pPr marL="457200" indent="0" latinLnBrk="0">
              <a:buNone/>
              <a:defRPr lang="es-ES" sz="2800"/>
            </a:lvl2pPr>
            <a:lvl3pPr marL="914400" indent="0" latinLnBrk="0">
              <a:buNone/>
              <a:defRPr lang="es-ES" sz="2400"/>
            </a:lvl3pPr>
            <a:lvl4pPr marL="1371600" indent="0" latinLnBrk="0">
              <a:buNone/>
              <a:defRPr lang="es-ES" sz="2000"/>
            </a:lvl4pPr>
            <a:lvl5pPr marL="1828800" indent="0" latinLnBrk="0">
              <a:buNone/>
              <a:defRPr lang="es-ES" sz="2000"/>
            </a:lvl5pPr>
            <a:lvl6pPr marL="2286000" indent="0" latinLnBrk="0">
              <a:buNone/>
              <a:defRPr lang="es-ES" sz="2000"/>
            </a:lvl6pPr>
            <a:lvl7pPr marL="2743200" indent="0" latinLnBrk="0">
              <a:buNone/>
              <a:defRPr lang="es-ES" sz="2000"/>
            </a:lvl7pPr>
            <a:lvl8pPr marL="3200400" indent="0" latinLnBrk="0">
              <a:buNone/>
              <a:defRPr lang="es-ES" sz="2000"/>
            </a:lvl8pPr>
            <a:lvl9pPr marL="3657600" indent="0" latinLnBrk="0">
              <a:buNone/>
              <a:defRPr lang="es-ES" sz="2000"/>
            </a:lvl9pPr>
          </a:lstStyle>
          <a:p>
            <a:pPr lvl="0"/>
            <a:r>
              <a:rPr lang="es-ES" noProof="0"/>
              <a:t>Haga clic en el icono para agregar una imagen</a:t>
            </a:r>
          </a:p>
        </p:txBody>
      </p:sp>
      <p:sp>
        <p:nvSpPr>
          <p:cNvPr id="4" name="Marcador de posición de texto 3"/>
          <p:cNvSpPr>
            <a:spLocks noGrp="1"/>
          </p:cNvSpPr>
          <p:nvPr>
            <p:ph type="body" sz="half" idx="2"/>
          </p:nvPr>
        </p:nvSpPr>
        <p:spPr>
          <a:xfrm>
            <a:off x="680323" y="2336879"/>
            <a:ext cx="3876256" cy="3599315"/>
          </a:xfrm>
        </p:spPr>
        <p:txBody>
          <a:bodyPr anchor="ctr"/>
          <a:lstStyle>
            <a:lvl1pPr marL="0" indent="0" latinLnBrk="0">
              <a:buNone/>
              <a:defRPr lang="es-ES" sz="1600"/>
            </a:lvl1pPr>
            <a:lvl2pPr marL="457200" indent="0" latinLnBrk="0">
              <a:buNone/>
              <a:defRPr lang="es-ES" sz="1400"/>
            </a:lvl2pPr>
            <a:lvl3pPr marL="914400" indent="0" latinLnBrk="0">
              <a:buNone/>
              <a:defRPr lang="es-ES" sz="1200"/>
            </a:lvl3pPr>
            <a:lvl4pPr marL="1371600" indent="0" latinLnBrk="0">
              <a:buNone/>
              <a:defRPr lang="es-ES" sz="1000"/>
            </a:lvl4pPr>
            <a:lvl5pPr marL="1828800" indent="0" latinLnBrk="0">
              <a:buNone/>
              <a:defRPr lang="es-ES" sz="1000"/>
            </a:lvl5pPr>
            <a:lvl6pPr marL="2286000" indent="0" latinLnBrk="0">
              <a:buNone/>
              <a:defRPr lang="es-ES" sz="1000"/>
            </a:lvl6pPr>
            <a:lvl7pPr marL="2743200" indent="0" latinLnBrk="0">
              <a:buNone/>
              <a:defRPr lang="es-ES" sz="1000"/>
            </a:lvl7pPr>
            <a:lvl8pPr marL="3200400" indent="0" latinLnBrk="0">
              <a:buNone/>
              <a:defRPr lang="es-ES" sz="1000"/>
            </a:lvl8pPr>
            <a:lvl9pPr marL="3657600" indent="0" latinLnBrk="0">
              <a:buNone/>
              <a:defRPr lang="es-ES"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9" name="Marcador de posición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0" name="Marcador de posición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Calidad de Sistemas de Software  - 2019</a:t>
            </a:r>
            <a:endParaRPr/>
          </a:p>
        </p:txBody>
      </p:sp>
      <p:sp>
        <p:nvSpPr>
          <p:cNvPr id="11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06EDA2-9B16-4E09-8173-6D2D80AE18DF}" type="slidenum">
              <a:rPr/>
              <a:pPr>
                <a:defRPr/>
              </a:pPr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87442694"/>
      </p:ext>
    </p:extLst>
  </p:cSld>
  <p:clrMapOvr>
    <a:masterClrMapping/>
  </p:clrMapOvr>
  <p:transition spd="med"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ista panorámica con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7" descr="HD-ShadowLong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929319"/>
            <a:ext cx="10437813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Imagen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85454" y="5929313"/>
            <a:ext cx="1603375" cy="144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ángulo 9"/>
          <p:cNvSpPr/>
          <p:nvPr/>
        </p:nvSpPr>
        <p:spPr>
          <a:xfrm>
            <a:off x="0" y="4567244"/>
            <a:ext cx="10437813" cy="1368425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ángulo 10"/>
          <p:cNvSpPr/>
          <p:nvPr/>
        </p:nvSpPr>
        <p:spPr>
          <a:xfrm>
            <a:off x="10585454" y="4567244"/>
            <a:ext cx="1603375" cy="13684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80325" y="4711624"/>
            <a:ext cx="9613859" cy="453051"/>
          </a:xfrm>
        </p:spPr>
        <p:txBody>
          <a:bodyPr anchor="b">
            <a:normAutofit/>
          </a:bodyPr>
          <a:lstStyle>
            <a:lvl1pPr latinLnBrk="0">
              <a:defRPr lang="es-ES" sz="24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 noChangeAspect="1"/>
          </p:cNvSpPr>
          <p:nvPr>
            <p:ph type="pic" idx="1"/>
          </p:nvPr>
        </p:nvSpPr>
        <p:spPr>
          <a:xfrm>
            <a:off x="680325" y="609605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 latinLnBrk="0">
              <a:buNone/>
              <a:defRPr lang="es-ES" sz="3200"/>
            </a:lvl1pPr>
            <a:lvl2pPr marL="457200" indent="0" latinLnBrk="0">
              <a:buNone/>
              <a:defRPr lang="es-ES" sz="2800"/>
            </a:lvl2pPr>
            <a:lvl3pPr marL="914400" indent="0" latinLnBrk="0">
              <a:buNone/>
              <a:defRPr lang="es-ES" sz="2400"/>
            </a:lvl3pPr>
            <a:lvl4pPr marL="1371600" indent="0" latinLnBrk="0">
              <a:buNone/>
              <a:defRPr lang="es-ES" sz="2000"/>
            </a:lvl4pPr>
            <a:lvl5pPr marL="1828800" indent="0" latinLnBrk="0">
              <a:buNone/>
              <a:defRPr lang="es-ES" sz="2000"/>
            </a:lvl5pPr>
            <a:lvl6pPr marL="2286000" indent="0" latinLnBrk="0">
              <a:buNone/>
              <a:defRPr lang="es-ES" sz="2000"/>
            </a:lvl6pPr>
            <a:lvl7pPr marL="2743200" indent="0" latinLnBrk="0">
              <a:buNone/>
              <a:defRPr lang="es-ES" sz="2000"/>
            </a:lvl7pPr>
            <a:lvl8pPr marL="3200400" indent="0" latinLnBrk="0">
              <a:buNone/>
              <a:defRPr lang="es-ES" sz="2000"/>
            </a:lvl8pPr>
            <a:lvl9pPr marL="3657600" indent="0" latinLnBrk="0">
              <a:buNone/>
              <a:defRPr lang="es-ES" sz="2000"/>
            </a:lvl9pPr>
          </a:lstStyle>
          <a:p>
            <a:pPr lvl="0"/>
            <a:r>
              <a:rPr lang="es-ES" noProof="0"/>
              <a:t>Haga clic en el icono para agregar una imagen</a:t>
            </a:r>
          </a:p>
        </p:txBody>
      </p:sp>
      <p:sp>
        <p:nvSpPr>
          <p:cNvPr id="4" name="Marcador de posición de texto 3"/>
          <p:cNvSpPr>
            <a:spLocks noGrp="1"/>
          </p:cNvSpPr>
          <p:nvPr>
            <p:ph type="body" sz="half" idx="2"/>
          </p:nvPr>
        </p:nvSpPr>
        <p:spPr>
          <a:xfrm>
            <a:off x="680323" y="5169591"/>
            <a:ext cx="9613863" cy="622971"/>
          </a:xfrm>
        </p:spPr>
        <p:txBody>
          <a:bodyPr/>
          <a:lstStyle>
            <a:lvl1pPr marL="0" indent="0" latinLnBrk="0">
              <a:buNone/>
              <a:defRPr lang="es-ES" sz="1600"/>
            </a:lvl1pPr>
            <a:lvl2pPr marL="457200" indent="0" latinLnBrk="0">
              <a:buNone/>
              <a:defRPr lang="es-ES" sz="1400"/>
            </a:lvl2pPr>
            <a:lvl3pPr marL="914400" indent="0" latinLnBrk="0">
              <a:buNone/>
              <a:defRPr lang="es-ES" sz="1200"/>
            </a:lvl3pPr>
            <a:lvl4pPr marL="1371600" indent="0" latinLnBrk="0">
              <a:buNone/>
              <a:defRPr lang="es-ES" sz="1000"/>
            </a:lvl4pPr>
            <a:lvl5pPr marL="1828800" indent="0" latinLnBrk="0">
              <a:buNone/>
              <a:defRPr lang="es-ES" sz="1000"/>
            </a:lvl5pPr>
            <a:lvl6pPr marL="2286000" indent="0" latinLnBrk="0">
              <a:buNone/>
              <a:defRPr lang="es-ES" sz="1000"/>
            </a:lvl6pPr>
            <a:lvl7pPr marL="2743200" indent="0" latinLnBrk="0">
              <a:buNone/>
              <a:defRPr lang="es-ES" sz="1000"/>
            </a:lvl7pPr>
            <a:lvl8pPr marL="3200400" indent="0" latinLnBrk="0">
              <a:buNone/>
              <a:defRPr lang="es-ES" sz="1000"/>
            </a:lvl8pPr>
            <a:lvl9pPr marL="3657600" indent="0" latinLnBrk="0">
              <a:buNone/>
              <a:defRPr lang="es-ES"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9" name="Marcador de posición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0" name="Marcador de posición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Calidad de Sistemas de Software  - 2019</a:t>
            </a:r>
            <a:endParaRPr/>
          </a:p>
        </p:txBody>
      </p:sp>
      <p:sp>
        <p:nvSpPr>
          <p:cNvPr id="11" name="Marcador de posición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10729913" y="4711706"/>
            <a:ext cx="1154112" cy="1090613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188F2B-4F28-4FE5-87F4-B5F5C9AB1503}" type="slidenum">
              <a:rPr/>
              <a:pPr>
                <a:defRPr/>
              </a:pPr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94245055"/>
      </p:ext>
    </p:extLst>
  </p:cSld>
  <p:clrMapOvr>
    <a:masterClrMapping/>
  </p:clrMapOvr>
  <p:transition spd="med"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7" descr="HD-ShadowLong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929319"/>
            <a:ext cx="10437813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Imagen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85454" y="5929313"/>
            <a:ext cx="1603375" cy="144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ángulo 9"/>
          <p:cNvSpPr/>
          <p:nvPr/>
        </p:nvSpPr>
        <p:spPr>
          <a:xfrm>
            <a:off x="0" y="4567244"/>
            <a:ext cx="10437813" cy="1368425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ángulo 10"/>
          <p:cNvSpPr/>
          <p:nvPr/>
        </p:nvSpPr>
        <p:spPr>
          <a:xfrm>
            <a:off x="10585454" y="4567244"/>
            <a:ext cx="1603375" cy="13684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80321" y="609597"/>
            <a:ext cx="9613859" cy="3592750"/>
          </a:xfrm>
        </p:spPr>
        <p:txBody>
          <a:bodyPr/>
          <a:lstStyle>
            <a:lvl1pPr latinLnBrk="0">
              <a:defRPr lang="es-ES"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4" name="Marcador de posición de texto 3"/>
          <p:cNvSpPr>
            <a:spLocks noGrp="1"/>
          </p:cNvSpPr>
          <p:nvPr>
            <p:ph type="body" sz="half" idx="2"/>
          </p:nvPr>
        </p:nvSpPr>
        <p:spPr>
          <a:xfrm>
            <a:off x="680325" y="4711623"/>
            <a:ext cx="9613859" cy="1090789"/>
          </a:xfrm>
        </p:spPr>
        <p:txBody>
          <a:bodyPr anchor="ctr"/>
          <a:lstStyle>
            <a:lvl1pPr marL="0" indent="0" latinLnBrk="0">
              <a:buNone/>
              <a:defRPr lang="es-ES" sz="1600"/>
            </a:lvl1pPr>
            <a:lvl2pPr marL="457200" indent="0" latinLnBrk="0">
              <a:buNone/>
              <a:defRPr lang="es-ES" sz="1400"/>
            </a:lvl2pPr>
            <a:lvl3pPr marL="914400" indent="0" latinLnBrk="0">
              <a:buNone/>
              <a:defRPr lang="es-ES" sz="1200"/>
            </a:lvl3pPr>
            <a:lvl4pPr marL="1371600" indent="0" latinLnBrk="0">
              <a:buNone/>
              <a:defRPr lang="es-ES" sz="1000"/>
            </a:lvl4pPr>
            <a:lvl5pPr marL="1828800" indent="0" latinLnBrk="0">
              <a:buNone/>
              <a:defRPr lang="es-ES" sz="1000"/>
            </a:lvl5pPr>
            <a:lvl6pPr marL="2286000" indent="0" latinLnBrk="0">
              <a:buNone/>
              <a:defRPr lang="es-ES" sz="1000"/>
            </a:lvl6pPr>
            <a:lvl7pPr marL="2743200" indent="0" latinLnBrk="0">
              <a:buNone/>
              <a:defRPr lang="es-ES" sz="1000"/>
            </a:lvl7pPr>
            <a:lvl8pPr marL="3200400" indent="0" latinLnBrk="0">
              <a:buNone/>
              <a:defRPr lang="es-ES" sz="1000"/>
            </a:lvl8pPr>
            <a:lvl9pPr marL="3657600" indent="0" latinLnBrk="0">
              <a:buNone/>
              <a:defRPr lang="es-ES"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9" name="Marcador de posición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0" name="Marcador de posición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Calidad de Sistemas de Software  - 2019</a:t>
            </a:r>
            <a:endParaRPr/>
          </a:p>
        </p:txBody>
      </p:sp>
      <p:sp>
        <p:nvSpPr>
          <p:cNvPr id="11" name="Marcador de posición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10729913" y="4711706"/>
            <a:ext cx="1154112" cy="1090613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7A2952-95BE-4FFC-9A63-B7C0D3454766}" type="slidenum">
              <a:rPr/>
              <a:pPr>
                <a:defRPr/>
              </a:pPr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91553465"/>
      </p:ext>
    </p:extLst>
  </p:cSld>
  <p:clrMapOvr>
    <a:masterClrMapping/>
  </p:clrMapOvr>
  <p:transition spd="med"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10" descr="HD-ShadowLong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929319"/>
            <a:ext cx="10437813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Imagen 12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85454" y="5929313"/>
            <a:ext cx="1603375" cy="144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ángulo 13"/>
          <p:cNvSpPr/>
          <p:nvPr/>
        </p:nvSpPr>
        <p:spPr>
          <a:xfrm>
            <a:off x="0" y="4567244"/>
            <a:ext cx="10437813" cy="1368425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ángulo 14"/>
          <p:cNvSpPr/>
          <p:nvPr/>
        </p:nvSpPr>
        <p:spPr>
          <a:xfrm>
            <a:off x="10585454" y="4567244"/>
            <a:ext cx="1603375" cy="13684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Cuadro de texto 15"/>
          <p:cNvSpPr txBox="1"/>
          <p:nvPr/>
        </p:nvSpPr>
        <p:spPr>
          <a:xfrm>
            <a:off x="584200" y="747717"/>
            <a:ext cx="609600" cy="585787"/>
          </a:xfrm>
          <a:prstGeom prst="rect">
            <a:avLst/>
          </a:prstGeom>
        </p:spPr>
        <p:txBody>
          <a:bodyPr anchor="ctr"/>
          <a:lstStyle>
            <a:lvl1pPr latinLnBrk="0">
              <a:spcBef>
                <a:spcPct val="0"/>
              </a:spcBef>
              <a:buNone/>
              <a:defRPr lang="es-ES"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 latinLnBrk="0">
              <a:defRPr lang="es-ES">
                <a:solidFill>
                  <a:schemeClr val="tx2"/>
                </a:solidFill>
              </a:defRPr>
            </a:lvl2pPr>
            <a:lvl3pPr latinLnBrk="0">
              <a:defRPr lang="es-ES">
                <a:solidFill>
                  <a:schemeClr val="tx2"/>
                </a:solidFill>
              </a:defRPr>
            </a:lvl3pPr>
            <a:lvl4pPr latinLnBrk="0">
              <a:defRPr lang="es-ES">
                <a:solidFill>
                  <a:schemeClr val="tx2"/>
                </a:solidFill>
              </a:defRPr>
            </a:lvl4pPr>
            <a:lvl5pPr latinLnBrk="0">
              <a:defRPr lang="es-ES">
                <a:solidFill>
                  <a:schemeClr val="tx2"/>
                </a:solidFill>
              </a:defRPr>
            </a:lvl5pPr>
            <a:lvl6pPr latinLnBrk="0">
              <a:defRPr lang="es-ES">
                <a:solidFill>
                  <a:schemeClr val="tx2"/>
                </a:solidFill>
              </a:defRPr>
            </a:lvl6pPr>
            <a:lvl7pPr latinLnBrk="0">
              <a:defRPr lang="es-ES">
                <a:solidFill>
                  <a:schemeClr val="tx2"/>
                </a:solidFill>
              </a:defRPr>
            </a:lvl7pPr>
            <a:lvl8pPr latinLnBrk="0">
              <a:defRPr lang="es-ES">
                <a:solidFill>
                  <a:schemeClr val="tx2"/>
                </a:solidFill>
              </a:defRPr>
            </a:lvl8pPr>
            <a:lvl9pPr latinLnBrk="0">
              <a:defRPr lang="es-ES">
                <a:solidFill>
                  <a:schemeClr val="tx2"/>
                </a:solidFill>
              </a:defRPr>
            </a:lvl9pPr>
          </a:lstStyle>
          <a:p>
            <a:pPr fontAlgn="auto">
              <a:spcAft>
                <a:spcPts val="0"/>
              </a:spcAft>
              <a:defRPr/>
            </a:pPr>
            <a:r>
              <a:rPr sz="7200">
                <a:effectLst/>
                <a:latin typeface="+mn-lt"/>
                <a:cs typeface="+mn-cs"/>
              </a:rPr>
              <a:t>“</a:t>
            </a:r>
          </a:p>
        </p:txBody>
      </p:sp>
      <p:sp>
        <p:nvSpPr>
          <p:cNvPr id="10" name="Cuadro de texto 16"/>
          <p:cNvSpPr txBox="1"/>
          <p:nvPr/>
        </p:nvSpPr>
        <p:spPr>
          <a:xfrm>
            <a:off x="9663113" y="3033713"/>
            <a:ext cx="609600" cy="584200"/>
          </a:xfrm>
          <a:prstGeom prst="rect">
            <a:avLst/>
          </a:prstGeom>
        </p:spPr>
        <p:txBody>
          <a:bodyPr anchor="ctr"/>
          <a:lstStyle>
            <a:lvl1pPr latinLnBrk="0">
              <a:spcBef>
                <a:spcPct val="0"/>
              </a:spcBef>
              <a:buNone/>
              <a:defRPr lang="es-ES"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 latinLnBrk="0">
              <a:defRPr lang="es-ES">
                <a:solidFill>
                  <a:schemeClr val="tx2"/>
                </a:solidFill>
              </a:defRPr>
            </a:lvl2pPr>
            <a:lvl3pPr latinLnBrk="0">
              <a:defRPr lang="es-ES">
                <a:solidFill>
                  <a:schemeClr val="tx2"/>
                </a:solidFill>
              </a:defRPr>
            </a:lvl3pPr>
            <a:lvl4pPr latinLnBrk="0">
              <a:defRPr lang="es-ES">
                <a:solidFill>
                  <a:schemeClr val="tx2"/>
                </a:solidFill>
              </a:defRPr>
            </a:lvl4pPr>
            <a:lvl5pPr latinLnBrk="0">
              <a:defRPr lang="es-ES">
                <a:solidFill>
                  <a:schemeClr val="tx2"/>
                </a:solidFill>
              </a:defRPr>
            </a:lvl5pPr>
            <a:lvl6pPr latinLnBrk="0">
              <a:defRPr lang="es-ES">
                <a:solidFill>
                  <a:schemeClr val="tx2"/>
                </a:solidFill>
              </a:defRPr>
            </a:lvl6pPr>
            <a:lvl7pPr latinLnBrk="0">
              <a:defRPr lang="es-ES">
                <a:solidFill>
                  <a:schemeClr val="tx2"/>
                </a:solidFill>
              </a:defRPr>
            </a:lvl7pPr>
            <a:lvl8pPr latinLnBrk="0">
              <a:defRPr lang="es-ES">
                <a:solidFill>
                  <a:schemeClr val="tx2"/>
                </a:solidFill>
              </a:defRPr>
            </a:lvl8pPr>
            <a:lvl9pPr latinLnBrk="0">
              <a:defRPr lang="es-ES">
                <a:solidFill>
                  <a:schemeClr val="tx2"/>
                </a:solidFill>
              </a:defRPr>
            </a:lvl9pPr>
          </a:lstStyle>
          <a:p>
            <a:pPr algn="r" fontAlgn="auto">
              <a:spcAft>
                <a:spcPts val="0"/>
              </a:spcAft>
              <a:defRPr/>
            </a:pPr>
            <a:r>
              <a:rPr sz="7200">
                <a:effectLst/>
                <a:latin typeface="+mn-lt"/>
                <a:cs typeface="+mn-cs"/>
              </a:rPr>
              <a:t>”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27856" y="609605"/>
            <a:ext cx="8718877" cy="3036061"/>
          </a:xfrm>
        </p:spPr>
        <p:txBody>
          <a:bodyPr/>
          <a:lstStyle>
            <a:lvl1pPr latinLnBrk="0">
              <a:defRPr lang="es-ES"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12" name="Marcador de posición de texto 3"/>
          <p:cNvSpPr>
            <a:spLocks noGrp="1"/>
          </p:cNvSpPr>
          <p:nvPr>
            <p:ph type="body" sz="half" idx="13"/>
          </p:nvPr>
        </p:nvSpPr>
        <p:spPr>
          <a:xfrm>
            <a:off x="1402289" y="3653379"/>
            <a:ext cx="8156579" cy="548968"/>
          </a:xfrm>
        </p:spPr>
        <p:txBody>
          <a:bodyPr anchor="t"/>
          <a:lstStyle>
            <a:lvl1pPr marL="0" indent="0" latinLnBrk="0">
              <a:buNone/>
              <a:defRPr lang="es-ES" sz="1400"/>
            </a:lvl1pPr>
            <a:lvl2pPr marL="457200" indent="0" latinLnBrk="0">
              <a:buNone/>
              <a:defRPr lang="es-ES" sz="1400"/>
            </a:lvl2pPr>
            <a:lvl3pPr marL="914400" indent="0" latinLnBrk="0">
              <a:buNone/>
              <a:defRPr lang="es-ES" sz="1200"/>
            </a:lvl3pPr>
            <a:lvl4pPr marL="1371600" indent="0" latinLnBrk="0">
              <a:buNone/>
              <a:defRPr lang="es-ES" sz="1000"/>
            </a:lvl4pPr>
            <a:lvl5pPr marL="1828800" indent="0" latinLnBrk="0">
              <a:buNone/>
              <a:defRPr lang="es-ES" sz="1000"/>
            </a:lvl5pPr>
            <a:lvl6pPr marL="2286000" indent="0" latinLnBrk="0">
              <a:buNone/>
              <a:defRPr lang="es-ES" sz="1000"/>
            </a:lvl6pPr>
            <a:lvl7pPr marL="2743200" indent="0" latinLnBrk="0">
              <a:buNone/>
              <a:defRPr lang="es-ES" sz="1000"/>
            </a:lvl7pPr>
            <a:lvl8pPr marL="3200400" indent="0" latinLnBrk="0">
              <a:buNone/>
              <a:defRPr lang="es-ES" sz="1000"/>
            </a:lvl8pPr>
            <a:lvl9pPr marL="3657600" indent="0" latinLnBrk="0">
              <a:buNone/>
              <a:defRPr lang="es-ES"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posición de texto 3"/>
          <p:cNvSpPr>
            <a:spLocks noGrp="1"/>
          </p:cNvSpPr>
          <p:nvPr>
            <p:ph type="body" sz="half" idx="2"/>
          </p:nvPr>
        </p:nvSpPr>
        <p:spPr>
          <a:xfrm>
            <a:off x="680325" y="4711623"/>
            <a:ext cx="9613859" cy="1090789"/>
          </a:xfrm>
        </p:spPr>
        <p:txBody>
          <a:bodyPr anchor="ctr"/>
          <a:lstStyle>
            <a:lvl1pPr marL="0" indent="0" latinLnBrk="0">
              <a:buNone/>
              <a:defRPr lang="es-ES" sz="1600"/>
            </a:lvl1pPr>
            <a:lvl2pPr marL="457200" indent="0" latinLnBrk="0">
              <a:buNone/>
              <a:defRPr lang="es-ES" sz="1400"/>
            </a:lvl2pPr>
            <a:lvl3pPr marL="914400" indent="0" latinLnBrk="0">
              <a:buNone/>
              <a:defRPr lang="es-ES" sz="1200"/>
            </a:lvl3pPr>
            <a:lvl4pPr marL="1371600" indent="0" latinLnBrk="0">
              <a:buNone/>
              <a:defRPr lang="es-ES" sz="1000"/>
            </a:lvl4pPr>
            <a:lvl5pPr marL="1828800" indent="0" latinLnBrk="0">
              <a:buNone/>
              <a:defRPr lang="es-ES" sz="1000"/>
            </a:lvl5pPr>
            <a:lvl6pPr marL="2286000" indent="0" latinLnBrk="0">
              <a:buNone/>
              <a:defRPr lang="es-ES" sz="1000"/>
            </a:lvl6pPr>
            <a:lvl7pPr marL="2743200" indent="0" latinLnBrk="0">
              <a:buNone/>
              <a:defRPr lang="es-ES" sz="1000"/>
            </a:lvl7pPr>
            <a:lvl8pPr marL="3200400" indent="0" latinLnBrk="0">
              <a:buNone/>
              <a:defRPr lang="es-ES" sz="1000"/>
            </a:lvl8pPr>
            <a:lvl9pPr marL="3657600" indent="0" latinLnBrk="0">
              <a:buNone/>
              <a:defRPr lang="es-ES"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11" name="Marcador de posición de fecha 4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3" name="Marcador de posición de pie de página 5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Calidad de Sistemas de Software  - 2019</a:t>
            </a:r>
            <a:endParaRPr/>
          </a:p>
        </p:txBody>
      </p:sp>
      <p:sp>
        <p:nvSpPr>
          <p:cNvPr id="14" name="Marcador de posición de número de diapositiva 6"/>
          <p:cNvSpPr>
            <a:spLocks noGrp="1"/>
          </p:cNvSpPr>
          <p:nvPr>
            <p:ph type="sldNum" sz="quarter" idx="16"/>
          </p:nvPr>
        </p:nvSpPr>
        <p:spPr>
          <a:xfrm>
            <a:off x="10729913" y="4710113"/>
            <a:ext cx="1154112" cy="109061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A36D5AB-9C24-4632-877E-491EEC807852}" type="slidenum">
              <a:rPr/>
              <a:pPr>
                <a:defRPr/>
              </a:pPr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7656582"/>
      </p:ext>
    </p:extLst>
  </p:cSld>
  <p:clrMapOvr>
    <a:masterClrMapping/>
  </p:clrMapOvr>
  <p:transition spd="med"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8" descr="HD-ShadowLong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929319"/>
            <a:ext cx="10437813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Imagen 9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85454" y="5929313"/>
            <a:ext cx="1603375" cy="144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ángulo 10"/>
          <p:cNvSpPr/>
          <p:nvPr/>
        </p:nvSpPr>
        <p:spPr>
          <a:xfrm>
            <a:off x="0" y="4567244"/>
            <a:ext cx="10437813" cy="1368425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ángulo 11"/>
          <p:cNvSpPr/>
          <p:nvPr/>
        </p:nvSpPr>
        <p:spPr>
          <a:xfrm>
            <a:off x="10585454" y="4567244"/>
            <a:ext cx="1603375" cy="13684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80323" y="4711623"/>
            <a:ext cx="9613863" cy="588535"/>
          </a:xfrm>
        </p:spPr>
        <p:txBody>
          <a:bodyPr anchor="b"/>
          <a:lstStyle>
            <a:lvl1pPr latinLnBrk="0">
              <a:defRPr lang="es-ES"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4" name="Marcador de posición de texto 3"/>
          <p:cNvSpPr>
            <a:spLocks noGrp="1"/>
          </p:cNvSpPr>
          <p:nvPr>
            <p:ph type="body" sz="half" idx="2"/>
          </p:nvPr>
        </p:nvSpPr>
        <p:spPr>
          <a:xfrm>
            <a:off x="680325" y="5300157"/>
            <a:ext cx="9613863" cy="502255"/>
          </a:xfrm>
        </p:spPr>
        <p:txBody>
          <a:bodyPr anchor="t"/>
          <a:lstStyle>
            <a:lvl1pPr marL="0" indent="0" latinLnBrk="0">
              <a:buNone/>
              <a:defRPr lang="es-ES" sz="1600"/>
            </a:lvl1pPr>
            <a:lvl2pPr marL="457200" indent="0" latinLnBrk="0">
              <a:buNone/>
              <a:defRPr lang="es-ES" sz="1400"/>
            </a:lvl2pPr>
            <a:lvl3pPr marL="914400" indent="0" latinLnBrk="0">
              <a:buNone/>
              <a:defRPr lang="es-ES" sz="1200"/>
            </a:lvl3pPr>
            <a:lvl4pPr marL="1371600" indent="0" latinLnBrk="0">
              <a:buNone/>
              <a:defRPr lang="es-ES" sz="1000"/>
            </a:lvl4pPr>
            <a:lvl5pPr marL="1828800" indent="0" latinLnBrk="0">
              <a:buNone/>
              <a:defRPr lang="es-ES" sz="1000"/>
            </a:lvl5pPr>
            <a:lvl6pPr marL="2286000" indent="0" latinLnBrk="0">
              <a:buNone/>
              <a:defRPr lang="es-ES" sz="1000"/>
            </a:lvl6pPr>
            <a:lvl7pPr marL="2743200" indent="0" latinLnBrk="0">
              <a:buNone/>
              <a:defRPr lang="es-ES" sz="1000"/>
            </a:lvl7pPr>
            <a:lvl8pPr marL="3200400" indent="0" latinLnBrk="0">
              <a:buNone/>
              <a:defRPr lang="es-ES" sz="1000"/>
            </a:lvl8pPr>
            <a:lvl9pPr marL="3657600" indent="0" latinLnBrk="0">
              <a:buNone/>
              <a:defRPr lang="es-ES"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9" name="Marcador de posición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0" name="Marcador de posición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Calidad de Sistemas de Software  - 2019</a:t>
            </a:r>
            <a:endParaRPr/>
          </a:p>
        </p:txBody>
      </p:sp>
      <p:sp>
        <p:nvSpPr>
          <p:cNvPr id="11" name="Marcador de posición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10729913" y="4710113"/>
            <a:ext cx="1154112" cy="109061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B28DC4-A1F2-43DD-8A35-049899A7B509}" type="slidenum">
              <a:rPr/>
              <a:pPr>
                <a:defRPr/>
              </a:pPr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83825903"/>
      </p:ext>
    </p:extLst>
  </p:cSld>
  <p:clrMapOvr>
    <a:masterClrMapping/>
  </p:clrMapOvr>
  <p:transition spd="med"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n 12" descr="HD-ShadowLong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70094"/>
            <a:ext cx="10437813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Imagen 13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85454" y="1971679"/>
            <a:ext cx="1603375" cy="144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Rectángulo 15"/>
          <p:cNvSpPr/>
          <p:nvPr/>
        </p:nvSpPr>
        <p:spPr>
          <a:xfrm>
            <a:off x="0" y="609606"/>
            <a:ext cx="10437813" cy="1368425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ángulo 16"/>
          <p:cNvSpPr/>
          <p:nvPr/>
        </p:nvSpPr>
        <p:spPr>
          <a:xfrm>
            <a:off x="10585454" y="609606"/>
            <a:ext cx="1603375" cy="13684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ítulo 1"/>
          <p:cNvSpPr>
            <a:spLocks noGrp="1"/>
          </p:cNvSpPr>
          <p:nvPr>
            <p:ph type="title"/>
          </p:nvPr>
        </p:nvSpPr>
        <p:spPr>
          <a:xfrm>
            <a:off x="669221" y="753228"/>
            <a:ext cx="9624960" cy="1080938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7" name="Marcador de posición de texto 2"/>
          <p:cNvSpPr>
            <a:spLocks noGrp="1"/>
          </p:cNvSpPr>
          <p:nvPr>
            <p:ph type="body" idx="1"/>
          </p:nvPr>
        </p:nvSpPr>
        <p:spPr>
          <a:xfrm>
            <a:off x="660945" y="2336873"/>
            <a:ext cx="3070035" cy="576262"/>
          </a:xfrm>
        </p:spPr>
        <p:txBody>
          <a:bodyPr anchor="b">
            <a:noAutofit/>
          </a:bodyPr>
          <a:lstStyle>
            <a:lvl1pPr marL="0" indent="0" latinLnBrk="0">
              <a:buNone/>
              <a:defRPr lang="es-ES" sz="2400" b="0">
                <a:solidFill>
                  <a:schemeClr val="tx1"/>
                </a:solidFill>
              </a:defRPr>
            </a:lvl1pPr>
            <a:lvl2pPr marL="457200" indent="0" latinLnBrk="0">
              <a:buNone/>
              <a:defRPr lang="es-ES" sz="2000" b="1"/>
            </a:lvl2pPr>
            <a:lvl3pPr marL="914400" indent="0" latinLnBrk="0">
              <a:buNone/>
              <a:defRPr lang="es-ES" sz="1800" b="1"/>
            </a:lvl3pPr>
            <a:lvl4pPr marL="1371600" indent="0" latinLnBrk="0">
              <a:buNone/>
              <a:defRPr lang="es-ES" sz="1600" b="1"/>
            </a:lvl4pPr>
            <a:lvl5pPr marL="1828800" indent="0" latinLnBrk="0">
              <a:buNone/>
              <a:defRPr lang="es-ES" sz="1600" b="1"/>
            </a:lvl5pPr>
            <a:lvl6pPr marL="2286000" indent="0" latinLnBrk="0">
              <a:buNone/>
              <a:defRPr lang="es-ES" sz="1600" b="1"/>
            </a:lvl6pPr>
            <a:lvl7pPr marL="2743200" indent="0" latinLnBrk="0">
              <a:buNone/>
              <a:defRPr lang="es-ES" sz="1600" b="1"/>
            </a:lvl7pPr>
            <a:lvl8pPr marL="3200400" indent="0" latinLnBrk="0">
              <a:buNone/>
              <a:defRPr lang="es-ES" sz="1600" b="1"/>
            </a:lvl8pPr>
            <a:lvl9pPr marL="3657600" indent="0" latinLnBrk="0">
              <a:buNone/>
              <a:defRPr lang="es-ES"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8" name="Marcador de posición de texto 3"/>
          <p:cNvSpPr>
            <a:spLocks noGrp="1"/>
          </p:cNvSpPr>
          <p:nvPr>
            <p:ph type="body" sz="half" idx="15"/>
          </p:nvPr>
        </p:nvSpPr>
        <p:spPr>
          <a:xfrm>
            <a:off x="680326" y="3022681"/>
            <a:ext cx="3049703" cy="2913513"/>
          </a:xfrm>
        </p:spPr>
        <p:txBody>
          <a:bodyPr anchor="t"/>
          <a:lstStyle>
            <a:lvl1pPr marL="0" indent="0" latinLnBrk="0">
              <a:buNone/>
              <a:defRPr lang="es-ES" sz="1400"/>
            </a:lvl1pPr>
            <a:lvl2pPr marL="457200" indent="0" latinLnBrk="0">
              <a:buNone/>
              <a:defRPr lang="es-ES" sz="1200"/>
            </a:lvl2pPr>
            <a:lvl3pPr marL="914400" indent="0" latinLnBrk="0">
              <a:buNone/>
              <a:defRPr lang="es-ES" sz="1000"/>
            </a:lvl3pPr>
            <a:lvl4pPr marL="1371600" indent="0" latinLnBrk="0">
              <a:buNone/>
              <a:defRPr lang="es-ES" sz="900"/>
            </a:lvl4pPr>
            <a:lvl5pPr marL="1828800" indent="0" latinLnBrk="0">
              <a:buNone/>
              <a:defRPr lang="es-ES" sz="900"/>
            </a:lvl5pPr>
            <a:lvl6pPr marL="2286000" indent="0" latinLnBrk="0">
              <a:buNone/>
              <a:defRPr lang="es-ES" sz="900"/>
            </a:lvl6pPr>
            <a:lvl7pPr marL="2743200" indent="0" latinLnBrk="0">
              <a:buNone/>
              <a:defRPr lang="es-ES" sz="900"/>
            </a:lvl7pPr>
            <a:lvl8pPr marL="3200400" indent="0" latinLnBrk="0">
              <a:buNone/>
              <a:defRPr lang="es-ES" sz="900"/>
            </a:lvl8pPr>
            <a:lvl9pPr marL="3657600" indent="0" latinLnBrk="0">
              <a:buNone/>
              <a:defRPr lang="es-ES"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9" name="Marcador de posición de texto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 latinLnBrk="0">
              <a:buNone/>
              <a:defRPr lang="es-ES" sz="2400" b="0">
                <a:solidFill>
                  <a:schemeClr val="tx1"/>
                </a:solidFill>
              </a:defRPr>
            </a:lvl1pPr>
            <a:lvl2pPr marL="457200" indent="0" latinLnBrk="0">
              <a:buNone/>
              <a:defRPr lang="es-ES" sz="2000" b="1"/>
            </a:lvl2pPr>
            <a:lvl3pPr marL="914400" indent="0" latinLnBrk="0">
              <a:buNone/>
              <a:defRPr lang="es-ES" sz="1800" b="1"/>
            </a:lvl3pPr>
            <a:lvl4pPr marL="1371600" indent="0" latinLnBrk="0">
              <a:buNone/>
              <a:defRPr lang="es-ES" sz="1600" b="1"/>
            </a:lvl4pPr>
            <a:lvl5pPr marL="1828800" indent="0" latinLnBrk="0">
              <a:buNone/>
              <a:defRPr lang="es-ES" sz="1600" b="1"/>
            </a:lvl5pPr>
            <a:lvl6pPr marL="2286000" indent="0" latinLnBrk="0">
              <a:buNone/>
              <a:defRPr lang="es-ES" sz="1600" b="1"/>
            </a:lvl6pPr>
            <a:lvl7pPr marL="2743200" indent="0" latinLnBrk="0">
              <a:buNone/>
              <a:defRPr lang="es-ES" sz="1600" b="1"/>
            </a:lvl7pPr>
            <a:lvl8pPr marL="3200400" indent="0" latinLnBrk="0">
              <a:buNone/>
              <a:defRPr lang="es-ES" sz="1600" b="1"/>
            </a:lvl8pPr>
            <a:lvl9pPr marL="3657600" indent="0" latinLnBrk="0">
              <a:buNone/>
              <a:defRPr lang="es-ES"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10" name="Marcador de posición de texto 3"/>
          <p:cNvSpPr>
            <a:spLocks noGrp="1"/>
          </p:cNvSpPr>
          <p:nvPr>
            <p:ph type="body" sz="half" idx="16"/>
          </p:nvPr>
        </p:nvSpPr>
        <p:spPr>
          <a:xfrm>
            <a:off x="3945471" y="3022681"/>
            <a:ext cx="3063240" cy="2913513"/>
          </a:xfrm>
        </p:spPr>
        <p:txBody>
          <a:bodyPr anchor="t"/>
          <a:lstStyle>
            <a:lvl1pPr marL="0" indent="0" latinLnBrk="0">
              <a:buNone/>
              <a:defRPr lang="es-ES" sz="1400"/>
            </a:lvl1pPr>
            <a:lvl2pPr marL="457200" indent="0" latinLnBrk="0">
              <a:buNone/>
              <a:defRPr lang="es-ES" sz="1200"/>
            </a:lvl2pPr>
            <a:lvl3pPr marL="914400" indent="0" latinLnBrk="0">
              <a:buNone/>
              <a:defRPr lang="es-ES" sz="1000"/>
            </a:lvl3pPr>
            <a:lvl4pPr marL="1371600" indent="0" latinLnBrk="0">
              <a:buNone/>
              <a:defRPr lang="es-ES" sz="900"/>
            </a:lvl4pPr>
            <a:lvl5pPr marL="1828800" indent="0" latinLnBrk="0">
              <a:buNone/>
              <a:defRPr lang="es-ES" sz="900"/>
            </a:lvl5pPr>
            <a:lvl6pPr marL="2286000" indent="0" latinLnBrk="0">
              <a:buNone/>
              <a:defRPr lang="es-ES" sz="900"/>
            </a:lvl6pPr>
            <a:lvl7pPr marL="2743200" indent="0" latinLnBrk="0">
              <a:buNone/>
              <a:defRPr lang="es-ES" sz="900"/>
            </a:lvl7pPr>
            <a:lvl8pPr marL="3200400" indent="0" latinLnBrk="0">
              <a:buNone/>
              <a:defRPr lang="es-ES" sz="900"/>
            </a:lvl8pPr>
            <a:lvl9pPr marL="3657600" indent="0" latinLnBrk="0">
              <a:buNone/>
              <a:defRPr lang="es-ES"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11" name="Marcador de posición de texto 4"/>
          <p:cNvSpPr>
            <a:spLocks noGrp="1"/>
          </p:cNvSpPr>
          <p:nvPr>
            <p:ph type="body" sz="quarter" idx="13"/>
          </p:nvPr>
        </p:nvSpPr>
        <p:spPr>
          <a:xfrm>
            <a:off x="7224161" y="2336873"/>
            <a:ext cx="3070025" cy="576262"/>
          </a:xfrm>
        </p:spPr>
        <p:txBody>
          <a:bodyPr anchor="b">
            <a:noAutofit/>
          </a:bodyPr>
          <a:lstStyle>
            <a:lvl1pPr marL="0" indent="0" latinLnBrk="0">
              <a:buNone/>
              <a:defRPr lang="es-ES" sz="2400" b="0">
                <a:solidFill>
                  <a:schemeClr val="tx1"/>
                </a:solidFill>
              </a:defRPr>
            </a:lvl1pPr>
            <a:lvl2pPr marL="457200" indent="0" latinLnBrk="0">
              <a:buNone/>
              <a:defRPr lang="es-ES" sz="2000" b="1"/>
            </a:lvl2pPr>
            <a:lvl3pPr marL="914400" indent="0" latinLnBrk="0">
              <a:buNone/>
              <a:defRPr lang="es-ES" sz="1800" b="1"/>
            </a:lvl3pPr>
            <a:lvl4pPr marL="1371600" indent="0" latinLnBrk="0">
              <a:buNone/>
              <a:defRPr lang="es-ES" sz="1600" b="1"/>
            </a:lvl4pPr>
            <a:lvl5pPr marL="1828800" indent="0" latinLnBrk="0">
              <a:buNone/>
              <a:defRPr lang="es-ES" sz="1600" b="1"/>
            </a:lvl5pPr>
            <a:lvl6pPr marL="2286000" indent="0" latinLnBrk="0">
              <a:buNone/>
              <a:defRPr lang="es-ES" sz="1600" b="1"/>
            </a:lvl6pPr>
            <a:lvl7pPr marL="2743200" indent="0" latinLnBrk="0">
              <a:buNone/>
              <a:defRPr lang="es-ES" sz="1600" b="1"/>
            </a:lvl7pPr>
            <a:lvl8pPr marL="3200400" indent="0" latinLnBrk="0">
              <a:buNone/>
              <a:defRPr lang="es-ES" sz="1600" b="1"/>
            </a:lvl8pPr>
            <a:lvl9pPr marL="3657600" indent="0" latinLnBrk="0">
              <a:buNone/>
              <a:defRPr lang="es-ES"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12" name="Marcador de posición de texto 3"/>
          <p:cNvSpPr>
            <a:spLocks noGrp="1"/>
          </p:cNvSpPr>
          <p:nvPr>
            <p:ph type="body" sz="half" idx="17"/>
          </p:nvPr>
        </p:nvSpPr>
        <p:spPr>
          <a:xfrm>
            <a:off x="7224161" y="3022681"/>
            <a:ext cx="3070025" cy="2913513"/>
          </a:xfrm>
        </p:spPr>
        <p:txBody>
          <a:bodyPr anchor="t"/>
          <a:lstStyle>
            <a:lvl1pPr marL="0" indent="0" latinLnBrk="0">
              <a:buNone/>
              <a:defRPr lang="es-ES" sz="1400"/>
            </a:lvl1pPr>
            <a:lvl2pPr marL="457200" indent="0" latinLnBrk="0">
              <a:buNone/>
              <a:defRPr lang="es-ES" sz="1200"/>
            </a:lvl2pPr>
            <a:lvl3pPr marL="914400" indent="0" latinLnBrk="0">
              <a:buNone/>
              <a:defRPr lang="es-ES" sz="1000"/>
            </a:lvl3pPr>
            <a:lvl4pPr marL="1371600" indent="0" latinLnBrk="0">
              <a:buNone/>
              <a:defRPr lang="es-ES" sz="900"/>
            </a:lvl4pPr>
            <a:lvl5pPr marL="1828800" indent="0" latinLnBrk="0">
              <a:buNone/>
              <a:defRPr lang="es-ES" sz="900"/>
            </a:lvl5pPr>
            <a:lvl6pPr marL="2286000" indent="0" latinLnBrk="0">
              <a:buNone/>
              <a:defRPr lang="es-ES" sz="900"/>
            </a:lvl6pPr>
            <a:lvl7pPr marL="2743200" indent="0" latinLnBrk="0">
              <a:buNone/>
              <a:defRPr lang="es-ES" sz="900"/>
            </a:lvl7pPr>
            <a:lvl8pPr marL="3200400" indent="0" latinLnBrk="0">
              <a:buNone/>
              <a:defRPr lang="es-ES" sz="900"/>
            </a:lvl8pPr>
            <a:lvl9pPr marL="3657600" indent="0" latinLnBrk="0">
              <a:buNone/>
              <a:defRPr lang="es-ES"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18" name="Marcador de posición de fecha 2"/>
          <p:cNvSpPr>
            <a:spLocks noGrp="1"/>
          </p:cNvSpPr>
          <p:nvPr>
            <p:ph type="dt" sz="half" idx="1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9" name="Marcador de posición de pie de página 3"/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Calidad de Sistemas de Software  - 2019</a:t>
            </a:r>
            <a:endParaRPr/>
          </a:p>
        </p:txBody>
      </p:sp>
      <p:sp>
        <p:nvSpPr>
          <p:cNvPr id="20" name="Marcador de posición de número de diapositiva 4"/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081E32-EFCD-44FA-8854-7DC5B326B049}" type="slidenum">
              <a:rPr/>
              <a:pPr>
                <a:defRPr/>
              </a:pPr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48527324"/>
      </p:ext>
    </p:extLst>
  </p:cSld>
  <p:clrMapOvr>
    <a:masterClrMapping/>
  </p:clrMapOvr>
  <p:transition spd="med">
    <p:fade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3 imáge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n 14" descr="HD-ShadowLong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70094"/>
            <a:ext cx="10437813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Imagen 15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85454" y="1971679"/>
            <a:ext cx="1603375" cy="144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Rectángulo 16"/>
          <p:cNvSpPr/>
          <p:nvPr/>
        </p:nvSpPr>
        <p:spPr>
          <a:xfrm>
            <a:off x="0" y="609606"/>
            <a:ext cx="10437813" cy="1368425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ángulo 17"/>
          <p:cNvSpPr/>
          <p:nvPr/>
        </p:nvSpPr>
        <p:spPr>
          <a:xfrm>
            <a:off x="10585454" y="609606"/>
            <a:ext cx="1603375" cy="13684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ítulo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60" cy="1080938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19" name="Marcador de posición de texto 2"/>
          <p:cNvSpPr>
            <a:spLocks noGrp="1"/>
          </p:cNvSpPr>
          <p:nvPr>
            <p:ph type="body" idx="1"/>
          </p:nvPr>
        </p:nvSpPr>
        <p:spPr>
          <a:xfrm>
            <a:off x="680324" y="4297503"/>
            <a:ext cx="3049705" cy="576262"/>
          </a:xfrm>
        </p:spPr>
        <p:txBody>
          <a:bodyPr anchor="b">
            <a:noAutofit/>
          </a:bodyPr>
          <a:lstStyle>
            <a:lvl1pPr marL="0" indent="0" latinLnBrk="0">
              <a:buNone/>
              <a:defRPr lang="es-ES" sz="2400" b="0">
                <a:solidFill>
                  <a:schemeClr val="tx1"/>
                </a:solidFill>
              </a:defRPr>
            </a:lvl1pPr>
            <a:lvl2pPr marL="457200" indent="0" latinLnBrk="0">
              <a:buNone/>
              <a:defRPr lang="es-ES" sz="2000" b="1"/>
            </a:lvl2pPr>
            <a:lvl3pPr marL="914400" indent="0" latinLnBrk="0">
              <a:buNone/>
              <a:defRPr lang="es-ES" sz="1800" b="1"/>
            </a:lvl3pPr>
            <a:lvl4pPr marL="1371600" indent="0" latinLnBrk="0">
              <a:buNone/>
              <a:defRPr lang="es-ES" sz="1600" b="1"/>
            </a:lvl4pPr>
            <a:lvl5pPr marL="1828800" indent="0" latinLnBrk="0">
              <a:buNone/>
              <a:defRPr lang="es-ES" sz="1600" b="1"/>
            </a:lvl5pPr>
            <a:lvl6pPr marL="2286000" indent="0" latinLnBrk="0">
              <a:buNone/>
              <a:defRPr lang="es-ES" sz="1600" b="1"/>
            </a:lvl6pPr>
            <a:lvl7pPr marL="2743200" indent="0" latinLnBrk="0">
              <a:buNone/>
              <a:defRPr lang="es-ES" sz="1600" b="1"/>
            </a:lvl7pPr>
            <a:lvl8pPr marL="3200400" indent="0" latinLnBrk="0">
              <a:buNone/>
              <a:defRPr lang="es-ES" sz="1600" b="1"/>
            </a:lvl8pPr>
            <a:lvl9pPr marL="3657600" indent="0" latinLnBrk="0">
              <a:buNone/>
              <a:defRPr lang="es-ES"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20" name="Marcador de posición de imagen 2"/>
          <p:cNvSpPr>
            <a:spLocks noGrp="1" noChangeAspect="1"/>
          </p:cNvSpPr>
          <p:nvPr>
            <p:ph type="pic" idx="15"/>
          </p:nvPr>
        </p:nvSpPr>
        <p:spPr>
          <a:xfrm>
            <a:off x="680324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/>
          <a:lstStyle>
            <a:lvl1pPr marL="0" indent="0" algn="ctr" latinLnBrk="0">
              <a:buNone/>
              <a:defRPr lang="es-ES" sz="1600"/>
            </a:lvl1pPr>
            <a:lvl2pPr marL="457200" indent="0" latinLnBrk="0">
              <a:buNone/>
              <a:defRPr lang="es-ES" sz="1600"/>
            </a:lvl2pPr>
            <a:lvl3pPr marL="914400" indent="0" latinLnBrk="0">
              <a:buNone/>
              <a:defRPr lang="es-ES" sz="1600"/>
            </a:lvl3pPr>
            <a:lvl4pPr marL="1371600" indent="0" latinLnBrk="0">
              <a:buNone/>
              <a:defRPr lang="es-ES" sz="1600"/>
            </a:lvl4pPr>
            <a:lvl5pPr marL="1828800" indent="0" latinLnBrk="0">
              <a:buNone/>
              <a:defRPr lang="es-ES" sz="1600"/>
            </a:lvl5pPr>
            <a:lvl6pPr marL="2286000" indent="0" latinLnBrk="0">
              <a:buNone/>
              <a:defRPr lang="es-ES" sz="1600"/>
            </a:lvl6pPr>
            <a:lvl7pPr marL="2743200" indent="0" latinLnBrk="0">
              <a:buNone/>
              <a:defRPr lang="es-ES" sz="1600"/>
            </a:lvl7pPr>
            <a:lvl8pPr marL="3200400" indent="0" latinLnBrk="0">
              <a:buNone/>
              <a:defRPr lang="es-ES" sz="1600"/>
            </a:lvl8pPr>
            <a:lvl9pPr marL="3657600" indent="0" latinLnBrk="0">
              <a:buNone/>
              <a:defRPr lang="es-ES" sz="1600"/>
            </a:lvl9pPr>
          </a:lstStyle>
          <a:p>
            <a:pPr lvl="0"/>
            <a:r>
              <a:rPr lang="es-ES" noProof="0"/>
              <a:t>Haga clic en el icono para agregar una imagen</a:t>
            </a:r>
          </a:p>
        </p:txBody>
      </p:sp>
      <p:sp>
        <p:nvSpPr>
          <p:cNvPr id="21" name="Marcador de posición de texto 3"/>
          <p:cNvSpPr>
            <a:spLocks noGrp="1"/>
          </p:cNvSpPr>
          <p:nvPr>
            <p:ph type="body" sz="half" idx="18"/>
          </p:nvPr>
        </p:nvSpPr>
        <p:spPr>
          <a:xfrm>
            <a:off x="680324" y="4873765"/>
            <a:ext cx="3049705" cy="1062422"/>
          </a:xfrm>
        </p:spPr>
        <p:txBody>
          <a:bodyPr anchor="t"/>
          <a:lstStyle>
            <a:lvl1pPr marL="0" indent="0" latinLnBrk="0">
              <a:buNone/>
              <a:defRPr lang="es-ES" sz="1400"/>
            </a:lvl1pPr>
            <a:lvl2pPr marL="457200" indent="0" latinLnBrk="0">
              <a:buNone/>
              <a:defRPr lang="es-ES" sz="1200"/>
            </a:lvl2pPr>
            <a:lvl3pPr marL="914400" indent="0" latinLnBrk="0">
              <a:buNone/>
              <a:defRPr lang="es-ES" sz="1000"/>
            </a:lvl3pPr>
            <a:lvl4pPr marL="1371600" indent="0" latinLnBrk="0">
              <a:buNone/>
              <a:defRPr lang="es-ES" sz="900"/>
            </a:lvl4pPr>
            <a:lvl5pPr marL="1828800" indent="0" latinLnBrk="0">
              <a:buNone/>
              <a:defRPr lang="es-ES" sz="900"/>
            </a:lvl5pPr>
            <a:lvl6pPr marL="2286000" indent="0" latinLnBrk="0">
              <a:buNone/>
              <a:defRPr lang="es-ES" sz="900"/>
            </a:lvl6pPr>
            <a:lvl7pPr marL="2743200" indent="0" latinLnBrk="0">
              <a:buNone/>
              <a:defRPr lang="es-ES" sz="900"/>
            </a:lvl7pPr>
            <a:lvl8pPr marL="3200400" indent="0" latinLnBrk="0">
              <a:buNone/>
              <a:defRPr lang="es-ES" sz="900"/>
            </a:lvl8pPr>
            <a:lvl9pPr marL="3657600" indent="0" latinLnBrk="0">
              <a:buNone/>
              <a:defRPr lang="es-ES"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22" name="Marcador de posición de texto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 latinLnBrk="0">
              <a:buNone/>
              <a:defRPr lang="es-ES" sz="2400" b="0">
                <a:solidFill>
                  <a:schemeClr val="tx1"/>
                </a:solidFill>
              </a:defRPr>
            </a:lvl1pPr>
            <a:lvl2pPr marL="457200" indent="0" latinLnBrk="0">
              <a:buNone/>
              <a:defRPr lang="es-ES" sz="2000" b="1"/>
            </a:lvl2pPr>
            <a:lvl3pPr marL="914400" indent="0" latinLnBrk="0">
              <a:buNone/>
              <a:defRPr lang="es-ES" sz="1800" b="1"/>
            </a:lvl3pPr>
            <a:lvl4pPr marL="1371600" indent="0" latinLnBrk="0">
              <a:buNone/>
              <a:defRPr lang="es-ES" sz="1600" b="1"/>
            </a:lvl4pPr>
            <a:lvl5pPr marL="1828800" indent="0" latinLnBrk="0">
              <a:buNone/>
              <a:defRPr lang="es-ES" sz="1600" b="1"/>
            </a:lvl5pPr>
            <a:lvl6pPr marL="2286000" indent="0" latinLnBrk="0">
              <a:buNone/>
              <a:defRPr lang="es-ES" sz="1600" b="1"/>
            </a:lvl6pPr>
            <a:lvl7pPr marL="2743200" indent="0" latinLnBrk="0">
              <a:buNone/>
              <a:defRPr lang="es-ES" sz="1600" b="1"/>
            </a:lvl7pPr>
            <a:lvl8pPr marL="3200400" indent="0" latinLnBrk="0">
              <a:buNone/>
              <a:defRPr lang="es-ES" sz="1600" b="1"/>
            </a:lvl8pPr>
            <a:lvl9pPr marL="3657600" indent="0" latinLnBrk="0">
              <a:buNone/>
              <a:defRPr lang="es-ES"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23" name="Marcador de posición de imagen 2"/>
          <p:cNvSpPr>
            <a:spLocks noGrp="1" noChangeAspect="1"/>
          </p:cNvSpPr>
          <p:nvPr>
            <p:ph type="pic" idx="21"/>
          </p:nvPr>
        </p:nvSpPr>
        <p:spPr>
          <a:xfrm>
            <a:off x="3945471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/>
          <a:lstStyle>
            <a:lvl1pPr marL="0" indent="0" algn="ctr" latinLnBrk="0">
              <a:buNone/>
              <a:defRPr lang="es-ES" sz="1600"/>
            </a:lvl1pPr>
            <a:lvl2pPr marL="457200" indent="0" latinLnBrk="0">
              <a:buNone/>
              <a:defRPr lang="es-ES" sz="1600"/>
            </a:lvl2pPr>
            <a:lvl3pPr marL="914400" indent="0" latinLnBrk="0">
              <a:buNone/>
              <a:defRPr lang="es-ES" sz="1600"/>
            </a:lvl3pPr>
            <a:lvl4pPr marL="1371600" indent="0" latinLnBrk="0">
              <a:buNone/>
              <a:defRPr lang="es-ES" sz="1600"/>
            </a:lvl4pPr>
            <a:lvl5pPr marL="1828800" indent="0" latinLnBrk="0">
              <a:buNone/>
              <a:defRPr lang="es-ES" sz="1600"/>
            </a:lvl5pPr>
            <a:lvl6pPr marL="2286000" indent="0" latinLnBrk="0">
              <a:buNone/>
              <a:defRPr lang="es-ES" sz="1600"/>
            </a:lvl6pPr>
            <a:lvl7pPr marL="2743200" indent="0" latinLnBrk="0">
              <a:buNone/>
              <a:defRPr lang="es-ES" sz="1600"/>
            </a:lvl7pPr>
            <a:lvl8pPr marL="3200400" indent="0" latinLnBrk="0">
              <a:buNone/>
              <a:defRPr lang="es-ES" sz="1600"/>
            </a:lvl8pPr>
            <a:lvl9pPr marL="3657600" indent="0" latinLnBrk="0">
              <a:buNone/>
              <a:defRPr lang="es-ES" sz="1600"/>
            </a:lvl9pPr>
          </a:lstStyle>
          <a:p>
            <a:pPr lvl="0"/>
            <a:r>
              <a:rPr lang="es-ES" noProof="0"/>
              <a:t>Haga clic en el icono para agregar una imagen</a:t>
            </a:r>
          </a:p>
        </p:txBody>
      </p:sp>
      <p:sp>
        <p:nvSpPr>
          <p:cNvPr id="24" name="Marcador de posición de texto 3"/>
          <p:cNvSpPr>
            <a:spLocks noGrp="1"/>
          </p:cNvSpPr>
          <p:nvPr>
            <p:ph type="body" sz="half" idx="19"/>
          </p:nvPr>
        </p:nvSpPr>
        <p:spPr>
          <a:xfrm>
            <a:off x="3944122" y="4873764"/>
            <a:ext cx="3067297" cy="1062422"/>
          </a:xfrm>
        </p:spPr>
        <p:txBody>
          <a:bodyPr anchor="t"/>
          <a:lstStyle>
            <a:lvl1pPr marL="0" indent="0" latinLnBrk="0">
              <a:buNone/>
              <a:defRPr lang="es-ES" sz="1400"/>
            </a:lvl1pPr>
            <a:lvl2pPr marL="457200" indent="0" latinLnBrk="0">
              <a:buNone/>
              <a:defRPr lang="es-ES" sz="1200"/>
            </a:lvl2pPr>
            <a:lvl3pPr marL="914400" indent="0" latinLnBrk="0">
              <a:buNone/>
              <a:defRPr lang="es-ES" sz="1000"/>
            </a:lvl3pPr>
            <a:lvl4pPr marL="1371600" indent="0" latinLnBrk="0">
              <a:buNone/>
              <a:defRPr lang="es-ES" sz="900"/>
            </a:lvl4pPr>
            <a:lvl5pPr marL="1828800" indent="0" latinLnBrk="0">
              <a:buNone/>
              <a:defRPr lang="es-ES" sz="900"/>
            </a:lvl5pPr>
            <a:lvl6pPr marL="2286000" indent="0" latinLnBrk="0">
              <a:buNone/>
              <a:defRPr lang="es-ES" sz="900"/>
            </a:lvl6pPr>
            <a:lvl7pPr marL="2743200" indent="0" latinLnBrk="0">
              <a:buNone/>
              <a:defRPr lang="es-ES" sz="900"/>
            </a:lvl7pPr>
            <a:lvl8pPr marL="3200400" indent="0" latinLnBrk="0">
              <a:buNone/>
              <a:defRPr lang="es-ES" sz="900"/>
            </a:lvl8pPr>
            <a:lvl9pPr marL="3657600" indent="0" latinLnBrk="0">
              <a:buNone/>
              <a:defRPr lang="es-ES"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25" name="Marcador de posición de texto 4"/>
          <p:cNvSpPr>
            <a:spLocks noGrp="1"/>
          </p:cNvSpPr>
          <p:nvPr>
            <p:ph type="body" sz="quarter" idx="13"/>
          </p:nvPr>
        </p:nvSpPr>
        <p:spPr>
          <a:xfrm>
            <a:off x="7230684" y="4297503"/>
            <a:ext cx="3063505" cy="576262"/>
          </a:xfrm>
        </p:spPr>
        <p:txBody>
          <a:bodyPr anchor="b">
            <a:noAutofit/>
          </a:bodyPr>
          <a:lstStyle>
            <a:lvl1pPr marL="0" indent="0" latinLnBrk="0">
              <a:buNone/>
              <a:defRPr lang="es-ES" sz="2400" b="0">
                <a:solidFill>
                  <a:schemeClr val="tx1"/>
                </a:solidFill>
              </a:defRPr>
            </a:lvl1pPr>
            <a:lvl2pPr marL="457200" indent="0" latinLnBrk="0">
              <a:buNone/>
              <a:defRPr lang="es-ES" sz="2000" b="1"/>
            </a:lvl2pPr>
            <a:lvl3pPr marL="914400" indent="0" latinLnBrk="0">
              <a:buNone/>
              <a:defRPr lang="es-ES" sz="1800" b="1"/>
            </a:lvl3pPr>
            <a:lvl4pPr marL="1371600" indent="0" latinLnBrk="0">
              <a:buNone/>
              <a:defRPr lang="es-ES" sz="1600" b="1"/>
            </a:lvl4pPr>
            <a:lvl5pPr marL="1828800" indent="0" latinLnBrk="0">
              <a:buNone/>
              <a:defRPr lang="es-ES" sz="1600" b="1"/>
            </a:lvl5pPr>
            <a:lvl6pPr marL="2286000" indent="0" latinLnBrk="0">
              <a:buNone/>
              <a:defRPr lang="es-ES" sz="1600" b="1"/>
            </a:lvl6pPr>
            <a:lvl7pPr marL="2743200" indent="0" latinLnBrk="0">
              <a:buNone/>
              <a:defRPr lang="es-ES" sz="1600" b="1"/>
            </a:lvl7pPr>
            <a:lvl8pPr marL="3200400" indent="0" latinLnBrk="0">
              <a:buNone/>
              <a:defRPr lang="es-ES" sz="1600" b="1"/>
            </a:lvl8pPr>
            <a:lvl9pPr marL="3657600" indent="0" latinLnBrk="0">
              <a:buNone/>
              <a:defRPr lang="es-ES"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26" name="Marcador de posición de imagen 2"/>
          <p:cNvSpPr>
            <a:spLocks noGrp="1" noChangeAspect="1"/>
          </p:cNvSpPr>
          <p:nvPr>
            <p:ph type="pic" idx="22"/>
          </p:nvPr>
        </p:nvSpPr>
        <p:spPr>
          <a:xfrm>
            <a:off x="7230682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/>
          <a:lstStyle>
            <a:lvl1pPr marL="0" indent="0" algn="ctr" latinLnBrk="0">
              <a:buNone/>
              <a:defRPr lang="es-ES" sz="1600"/>
            </a:lvl1pPr>
            <a:lvl2pPr marL="457200" indent="0" latinLnBrk="0">
              <a:buNone/>
              <a:defRPr lang="es-ES" sz="1600"/>
            </a:lvl2pPr>
            <a:lvl3pPr marL="914400" indent="0" latinLnBrk="0">
              <a:buNone/>
              <a:defRPr lang="es-ES" sz="1600"/>
            </a:lvl3pPr>
            <a:lvl4pPr marL="1371600" indent="0" latinLnBrk="0">
              <a:buNone/>
              <a:defRPr lang="es-ES" sz="1600"/>
            </a:lvl4pPr>
            <a:lvl5pPr marL="1828800" indent="0" latinLnBrk="0">
              <a:buNone/>
              <a:defRPr lang="es-ES" sz="1600"/>
            </a:lvl5pPr>
            <a:lvl6pPr marL="2286000" indent="0" latinLnBrk="0">
              <a:buNone/>
              <a:defRPr lang="es-ES" sz="1600"/>
            </a:lvl6pPr>
            <a:lvl7pPr marL="2743200" indent="0" latinLnBrk="0">
              <a:buNone/>
              <a:defRPr lang="es-ES" sz="1600"/>
            </a:lvl7pPr>
            <a:lvl8pPr marL="3200400" indent="0" latinLnBrk="0">
              <a:buNone/>
              <a:defRPr lang="es-ES" sz="1600"/>
            </a:lvl8pPr>
            <a:lvl9pPr marL="3657600" indent="0" latinLnBrk="0">
              <a:buNone/>
              <a:defRPr lang="es-ES" sz="1600"/>
            </a:lvl9pPr>
          </a:lstStyle>
          <a:p>
            <a:pPr lvl="0"/>
            <a:r>
              <a:rPr lang="es-ES" noProof="0"/>
              <a:t>Haga clic en el icono para agregar una imagen</a:t>
            </a:r>
          </a:p>
        </p:txBody>
      </p:sp>
      <p:sp>
        <p:nvSpPr>
          <p:cNvPr id="27" name="Marcador de posición de texto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/>
          <a:lstStyle>
            <a:lvl1pPr marL="0" indent="0" latinLnBrk="0">
              <a:buNone/>
              <a:defRPr lang="es-ES" sz="1400"/>
            </a:lvl1pPr>
            <a:lvl2pPr marL="457200" indent="0" latinLnBrk="0">
              <a:buNone/>
              <a:defRPr lang="es-ES" sz="1200"/>
            </a:lvl2pPr>
            <a:lvl3pPr marL="914400" indent="0" latinLnBrk="0">
              <a:buNone/>
              <a:defRPr lang="es-ES" sz="1000"/>
            </a:lvl3pPr>
            <a:lvl4pPr marL="1371600" indent="0" latinLnBrk="0">
              <a:buNone/>
              <a:defRPr lang="es-ES" sz="900"/>
            </a:lvl4pPr>
            <a:lvl5pPr marL="1828800" indent="0" latinLnBrk="0">
              <a:buNone/>
              <a:defRPr lang="es-ES" sz="900"/>
            </a:lvl5pPr>
            <a:lvl6pPr marL="2286000" indent="0" latinLnBrk="0">
              <a:buNone/>
              <a:defRPr lang="es-ES" sz="900"/>
            </a:lvl6pPr>
            <a:lvl7pPr marL="2743200" indent="0" latinLnBrk="0">
              <a:buNone/>
              <a:defRPr lang="es-ES" sz="900"/>
            </a:lvl7pPr>
            <a:lvl8pPr marL="3200400" indent="0" latinLnBrk="0">
              <a:buNone/>
              <a:defRPr lang="es-ES" sz="900"/>
            </a:lvl8pPr>
            <a:lvl9pPr marL="3657600" indent="0" latinLnBrk="0">
              <a:buNone/>
              <a:defRPr lang="es-ES"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16" name="Marcador de posición de fecha 2"/>
          <p:cNvSpPr>
            <a:spLocks noGrp="1"/>
          </p:cNvSpPr>
          <p:nvPr>
            <p:ph type="dt" sz="half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7" name="Marcador de posición de pie de página 3"/>
          <p:cNvSpPr>
            <a:spLocks noGrp="1"/>
          </p:cNvSpPr>
          <p:nvPr>
            <p:ph type="ftr" sz="quarter" idx="2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Calidad de Sistemas de Software  - 2019</a:t>
            </a:r>
            <a:endParaRPr/>
          </a:p>
        </p:txBody>
      </p:sp>
      <p:sp>
        <p:nvSpPr>
          <p:cNvPr id="18" name="Marcador de posición de número de diapositiva 4"/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72A27B-80F1-489A-97CB-7A75DE8DD300}" type="slidenum">
              <a:rPr/>
              <a:pPr>
                <a:defRPr/>
              </a:pPr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29734115"/>
      </p:ext>
    </p:extLst>
  </p:cSld>
  <p:clrMapOvr>
    <a:masterClrMapping/>
  </p:clrMapOvr>
  <p:transition spd="med">
    <p:fade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6" descr="HD-ShadowLong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70094"/>
            <a:ext cx="10437813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Imagen 7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85454" y="1971679"/>
            <a:ext cx="1603375" cy="144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ángulo 8"/>
          <p:cNvSpPr/>
          <p:nvPr/>
        </p:nvSpPr>
        <p:spPr>
          <a:xfrm>
            <a:off x="0" y="609606"/>
            <a:ext cx="10437813" cy="1368425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Rectángulo 9"/>
          <p:cNvSpPr/>
          <p:nvPr/>
        </p:nvSpPr>
        <p:spPr>
          <a:xfrm>
            <a:off x="10585454" y="609606"/>
            <a:ext cx="1603375" cy="13684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 latinLnBrk="0">
              <a:defRPr lang="es-ES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8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9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Calidad de Sistemas de Software  - 2019</a:t>
            </a:r>
            <a:endParaRPr/>
          </a:p>
        </p:txBody>
      </p:sp>
      <p:sp>
        <p:nvSpPr>
          <p:cNvPr id="10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06BFEC-85E5-4273-8F5E-D1C26BAA8268}" type="slidenum">
              <a:rPr/>
              <a:pPr>
                <a:defRPr/>
              </a:pPr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58234361"/>
      </p:ext>
    </p:extLst>
  </p:cSld>
  <p:clrMapOvr>
    <a:masterClrMapping/>
  </p:clrMapOvr>
  <p:transition spd="med">
    <p:fade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y texto vertica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6"/>
          <p:cNvSpPr/>
          <p:nvPr/>
        </p:nvSpPr>
        <p:spPr>
          <a:xfrm rot="5400000">
            <a:off x="8116094" y="1869287"/>
            <a:ext cx="5106988" cy="1368425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Rectángulo 7"/>
          <p:cNvSpPr/>
          <p:nvPr/>
        </p:nvSpPr>
        <p:spPr>
          <a:xfrm rot="5400000">
            <a:off x="9867905" y="5372106"/>
            <a:ext cx="1603375" cy="13684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10129233" y="609597"/>
            <a:ext cx="1073803" cy="4353760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texto vertical 2"/>
          <p:cNvSpPr>
            <a:spLocks noGrp="1"/>
          </p:cNvSpPr>
          <p:nvPr>
            <p:ph type="body" orient="vert" idx="1"/>
          </p:nvPr>
        </p:nvSpPr>
        <p:spPr>
          <a:xfrm>
            <a:off x="680322" y="609605"/>
            <a:ext cx="8870004" cy="5326589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osición de fecha 3"/>
          <p:cNvSpPr>
            <a:spLocks noGrp="1"/>
          </p:cNvSpPr>
          <p:nvPr>
            <p:ph type="dt" sz="half" idx="10"/>
          </p:nvPr>
        </p:nvSpPr>
        <p:spPr>
          <a:xfrm>
            <a:off x="6807200" y="5935669"/>
            <a:ext cx="27432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7" name="Marcador de posición de pie de página 4"/>
          <p:cNvSpPr>
            <a:spLocks noGrp="1"/>
          </p:cNvSpPr>
          <p:nvPr>
            <p:ph type="ftr" sz="quarter" idx="11"/>
          </p:nvPr>
        </p:nvSpPr>
        <p:spPr>
          <a:xfrm>
            <a:off x="681037" y="5935669"/>
            <a:ext cx="6126163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Calidad de Sistemas de Software  - 2019</a:t>
            </a:r>
            <a:endParaRPr/>
          </a:p>
        </p:txBody>
      </p:sp>
      <p:sp>
        <p:nvSpPr>
          <p:cNvPr id="8" name="Marcador de posición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10098088" y="5399088"/>
            <a:ext cx="1154112" cy="1090612"/>
          </a:xfrm>
        </p:spPr>
        <p:txBody>
          <a:bodyPr anchor="t"/>
          <a:lstStyle>
            <a:lvl1pPr algn="ctr" latinLnBrk="0">
              <a:defRPr lang="es-ES" smtClean="0"/>
            </a:lvl1pPr>
          </a:lstStyle>
          <a:p>
            <a:pPr>
              <a:defRPr/>
            </a:pPr>
            <a:fld id="{23142F3F-6D72-4EE6-9B4A-1A301D9E25B0}" type="slidenum">
              <a:rPr/>
              <a:pPr>
                <a:defRPr/>
              </a:pPr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40405229"/>
      </p:ext>
    </p:extLst>
  </p:cSld>
  <p:clrMapOvr>
    <a:masterClrMapping/>
  </p:clrMapOvr>
  <p:transition spd="med">
    <p:fade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16" name="15 Marcador de texto"/>
          <p:cNvSpPr>
            <a:spLocks noGrp="1"/>
          </p:cNvSpPr>
          <p:nvPr>
            <p:ph type="body" sz="quarter" idx="14"/>
          </p:nvPr>
        </p:nvSpPr>
        <p:spPr>
          <a:xfrm>
            <a:off x="4437" y="6451617"/>
            <a:ext cx="4190993" cy="357190"/>
          </a:xfrm>
        </p:spPr>
        <p:txBody>
          <a:bodyPr>
            <a:noAutofit/>
          </a:bodyPr>
          <a:lstStyle>
            <a:lvl1pPr>
              <a:buNone/>
              <a:defRPr sz="1400">
                <a:solidFill>
                  <a:schemeClr val="bg1"/>
                </a:solidFill>
              </a:defRPr>
            </a:lvl1pPr>
            <a:lvl2pPr>
              <a:buNone/>
              <a:defRPr sz="1400"/>
            </a:lvl2pPr>
            <a:lvl3pPr>
              <a:buNone/>
              <a:defRPr sz="1400"/>
            </a:lvl3pPr>
            <a:lvl4pPr>
              <a:buNone/>
              <a:defRPr sz="1400"/>
            </a:lvl4pPr>
            <a:lvl5pPr>
              <a:buNone/>
              <a:defRPr sz="1400"/>
            </a:lvl5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1097279" y="1845734"/>
            <a:ext cx="10058401" cy="402336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3 Marcador de pie de página"/>
          <p:cNvSpPr>
            <a:spLocks noGrp="1"/>
          </p:cNvSpPr>
          <p:nvPr>
            <p:ph type="ftr" sz="quarter" idx="15"/>
          </p:nvPr>
        </p:nvSpPr>
        <p:spPr>
          <a:xfrm>
            <a:off x="4241803" y="6459544"/>
            <a:ext cx="5183188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Calidad de Sistemas de Software  - 2019</a:t>
            </a:r>
            <a:endParaRPr/>
          </a:p>
        </p:txBody>
      </p:sp>
      <p:sp>
        <p:nvSpPr>
          <p:cNvPr id="6" name="4 Marcador de número de diapositiva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9A2883-0489-4744-9656-94F03BA04B60}" type="slidenum">
              <a:rPr/>
              <a:pPr>
                <a:defRPr/>
              </a:pPr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0986860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6" descr="HD-ShadowLong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" y="4243396"/>
            <a:ext cx="89677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Imagen 7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2255" y="4243388"/>
            <a:ext cx="3076575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ángulo 8"/>
          <p:cNvSpPr/>
          <p:nvPr/>
        </p:nvSpPr>
        <p:spPr>
          <a:xfrm>
            <a:off x="3" y="2590800"/>
            <a:ext cx="8967788" cy="165893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Rectángulo 9"/>
          <p:cNvSpPr/>
          <p:nvPr/>
        </p:nvSpPr>
        <p:spPr>
          <a:xfrm>
            <a:off x="9112255" y="2590800"/>
            <a:ext cx="3076575" cy="16589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0330" y="2733709"/>
            <a:ext cx="8144135" cy="1373070"/>
          </a:xfrm>
        </p:spPr>
        <p:txBody>
          <a:bodyPr anchor="b">
            <a:noAutofit/>
          </a:bodyPr>
          <a:lstStyle>
            <a:lvl1pPr algn="r" latinLnBrk="0">
              <a:defRPr lang="es-ES" sz="54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680330" y="4394053"/>
            <a:ext cx="8144135" cy="1117687"/>
          </a:xfrm>
        </p:spPr>
        <p:txBody>
          <a:bodyPr>
            <a:normAutofit/>
          </a:bodyPr>
          <a:lstStyle>
            <a:lvl1pPr marL="0" indent="0" algn="r" latinLnBrk="0">
              <a:buNone/>
              <a:defRPr lang="es-ES" sz="2000"/>
            </a:lvl1pPr>
            <a:lvl2pPr marL="457200" indent="0" algn="ctr" latinLnBrk="0">
              <a:buNone/>
              <a:defRPr lang="es-ES" sz="2000"/>
            </a:lvl2pPr>
            <a:lvl3pPr marL="914400" indent="0" algn="ctr" latinLnBrk="0">
              <a:buNone/>
              <a:defRPr lang="es-ES" sz="1800"/>
            </a:lvl3pPr>
            <a:lvl4pPr marL="1371600" indent="0" algn="ctr" latinLnBrk="0">
              <a:buNone/>
              <a:defRPr lang="es-ES" sz="1600"/>
            </a:lvl4pPr>
            <a:lvl5pPr marL="1828800" indent="0" algn="ctr" latinLnBrk="0">
              <a:buNone/>
              <a:defRPr lang="es-ES" sz="1600"/>
            </a:lvl5pPr>
            <a:lvl6pPr marL="2286000" indent="0" algn="ctr" latinLnBrk="0">
              <a:buNone/>
              <a:defRPr lang="es-ES" sz="1600"/>
            </a:lvl6pPr>
            <a:lvl7pPr marL="2743200" indent="0" algn="ctr" latinLnBrk="0">
              <a:buNone/>
              <a:defRPr lang="es-ES" sz="1600"/>
            </a:lvl7pPr>
            <a:lvl8pPr marL="3200400" indent="0" algn="ctr" latinLnBrk="0">
              <a:buNone/>
              <a:defRPr lang="es-ES" sz="1600"/>
            </a:lvl8pPr>
            <a:lvl9pPr marL="3657600" indent="0" algn="ctr" latinLnBrk="0">
              <a:buNone/>
              <a:defRPr lang="es-ES"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8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9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Calidad de Sistemas de Software  - 2019</a:t>
            </a:r>
            <a:endParaRPr/>
          </a:p>
        </p:txBody>
      </p:sp>
      <p:sp>
        <p:nvSpPr>
          <p:cNvPr id="10" name="Marcador de posición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9255130" y="2749558"/>
            <a:ext cx="1171575" cy="1357313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70931C-58DD-4BD4-B7E1-BD66504A1E46}" type="slidenum">
              <a:rPr/>
              <a:pPr>
                <a:defRPr/>
              </a:pPr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95677104"/>
      </p:ext>
    </p:extLst>
  </p:cSld>
  <p:clrMapOvr>
    <a:masterClrMapping/>
  </p:clrMapOvr>
  <p:transition spd="med">
    <p:fade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14" descr="HD-ShadowLong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70096"/>
            <a:ext cx="10437813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Imagen 15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85455" y="1971679"/>
            <a:ext cx="1603375" cy="144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ángulo 16"/>
          <p:cNvSpPr/>
          <p:nvPr/>
        </p:nvSpPr>
        <p:spPr>
          <a:xfrm>
            <a:off x="0" y="609608"/>
            <a:ext cx="10437813" cy="1368425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Rectángulo 17"/>
          <p:cNvSpPr/>
          <p:nvPr/>
        </p:nvSpPr>
        <p:spPr>
          <a:xfrm>
            <a:off x="10585455" y="609608"/>
            <a:ext cx="1603375" cy="13684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8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9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Calidad de Sistemas de Software  - 2019</a:t>
            </a:r>
            <a:endParaRPr/>
          </a:p>
        </p:txBody>
      </p:sp>
      <p:sp>
        <p:nvSpPr>
          <p:cNvPr id="10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6670FE-528F-4BB2-8B17-F88A82E9A3CE}" type="slidenum">
              <a:rPr/>
              <a:pPr>
                <a:defRPr/>
              </a:pPr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67926"/>
      </p:ext>
    </p:extLst>
  </p:cSld>
  <p:clrMapOvr>
    <a:masterClrMapping/>
  </p:clrMapOvr>
  <p:transition spd="med">
    <p:fade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6" descr="HD-ShadowLong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086233"/>
            <a:ext cx="10437813" cy="32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Imagen 7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85455" y="4087813"/>
            <a:ext cx="1603375" cy="144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ángulo 8"/>
          <p:cNvSpPr/>
          <p:nvPr/>
        </p:nvSpPr>
        <p:spPr>
          <a:xfrm>
            <a:off x="0" y="2725746"/>
            <a:ext cx="10437813" cy="1368425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Rectángulo 9"/>
          <p:cNvSpPr/>
          <p:nvPr/>
        </p:nvSpPr>
        <p:spPr>
          <a:xfrm>
            <a:off x="10585455" y="2725746"/>
            <a:ext cx="1603375" cy="13684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80323" y="2869895"/>
            <a:ext cx="9613860" cy="1090788"/>
          </a:xfrm>
        </p:spPr>
        <p:txBody>
          <a:bodyPr>
            <a:normAutofit/>
          </a:bodyPr>
          <a:lstStyle>
            <a:lvl1pPr algn="r" latinLnBrk="0">
              <a:defRPr lang="es-ES" sz="36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texto 2"/>
          <p:cNvSpPr>
            <a:spLocks noGrp="1"/>
          </p:cNvSpPr>
          <p:nvPr>
            <p:ph type="body" idx="1"/>
          </p:nvPr>
        </p:nvSpPr>
        <p:spPr>
          <a:xfrm>
            <a:off x="680323" y="4232185"/>
            <a:ext cx="9613860" cy="1704017"/>
          </a:xfrm>
        </p:spPr>
        <p:txBody>
          <a:bodyPr>
            <a:normAutofit/>
          </a:bodyPr>
          <a:lstStyle>
            <a:lvl1pPr marL="0" indent="0" algn="r" latinLnBrk="0">
              <a:buNone/>
              <a:defRPr lang="es-ES"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latinLnBrk="0">
              <a:buNone/>
              <a:defRPr lang="es-ES"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latinLnBrk="0">
              <a:buNone/>
              <a:defRPr lang="es-ES"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latinLnBrk="0">
              <a:buNone/>
              <a:defRPr lang="es-ES"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latinLnBrk="0">
              <a:buNone/>
              <a:defRPr lang="es-ES"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latinLnBrk="0">
              <a:buNone/>
              <a:defRPr lang="es-ES"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latinLnBrk="0">
              <a:buNone/>
              <a:defRPr lang="es-ES"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latinLnBrk="0">
              <a:buNone/>
              <a:defRPr lang="es-ES"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latinLnBrk="0">
              <a:buNone/>
              <a:defRPr lang="es-ES"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8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9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Calidad de Sistemas de Software  - 2019</a:t>
            </a:r>
            <a:endParaRPr/>
          </a:p>
        </p:txBody>
      </p:sp>
      <p:sp>
        <p:nvSpPr>
          <p:cNvPr id="10" name="Marcador de posición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10729913" y="2870208"/>
            <a:ext cx="1154112" cy="1090613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0BE3A1-6062-466C-AC40-F2AF2F0761E7}" type="slidenum">
              <a:rPr/>
              <a:pPr>
                <a:defRPr/>
              </a:pPr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9736147"/>
      </p:ext>
    </p:extLst>
  </p:cSld>
  <p:clrMapOvr>
    <a:masterClrMapping/>
  </p:clrMapOvr>
  <p:transition spd="med">
    <p:fade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 de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7" descr="HD-ShadowLong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70096"/>
            <a:ext cx="10437813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Imagen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85455" y="1971679"/>
            <a:ext cx="1603375" cy="144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ángulo 9"/>
          <p:cNvSpPr/>
          <p:nvPr/>
        </p:nvSpPr>
        <p:spPr>
          <a:xfrm>
            <a:off x="0" y="609608"/>
            <a:ext cx="10437813" cy="1368425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ángulo 10"/>
          <p:cNvSpPr/>
          <p:nvPr/>
        </p:nvSpPr>
        <p:spPr>
          <a:xfrm>
            <a:off x="10585455" y="609608"/>
            <a:ext cx="1603375" cy="13684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contenido 2"/>
          <p:cNvSpPr>
            <a:spLocks noGrp="1"/>
          </p:cNvSpPr>
          <p:nvPr>
            <p:ph sz="half" idx="1"/>
          </p:nvPr>
        </p:nvSpPr>
        <p:spPr>
          <a:xfrm>
            <a:off x="680329" y="2336873"/>
            <a:ext cx="4698359" cy="3599316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posición de contenido 3"/>
          <p:cNvSpPr>
            <a:spLocks noGrp="1"/>
          </p:cNvSpPr>
          <p:nvPr>
            <p:ph sz="half" idx="2"/>
          </p:nvPr>
        </p:nvSpPr>
        <p:spPr>
          <a:xfrm>
            <a:off x="5594125" y="2336873"/>
            <a:ext cx="4700059" cy="3599316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9" name="Marcador de posición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0" name="Marcador de posición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Calidad de Sistemas de Software  - 2019</a:t>
            </a:r>
            <a:endParaRPr/>
          </a:p>
        </p:txBody>
      </p:sp>
      <p:sp>
        <p:nvSpPr>
          <p:cNvPr id="11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B975AB-933E-40D5-A121-16DC13D788CF}" type="slidenum">
              <a:rPr/>
              <a:pPr>
                <a:defRPr/>
              </a:pPr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58390530"/>
      </p:ext>
    </p:extLst>
  </p:cSld>
  <p:clrMapOvr>
    <a:masterClrMapping/>
  </p:clrMapOvr>
  <p:transition spd="med">
    <p:fade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9" descr="HD-ShadowLong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70096"/>
            <a:ext cx="10437813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Imagen 10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85455" y="1971679"/>
            <a:ext cx="1603375" cy="144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ángulo 11"/>
          <p:cNvSpPr/>
          <p:nvPr/>
        </p:nvSpPr>
        <p:spPr>
          <a:xfrm>
            <a:off x="0" y="609608"/>
            <a:ext cx="10437813" cy="1368425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ángulo 12"/>
          <p:cNvSpPr/>
          <p:nvPr/>
        </p:nvSpPr>
        <p:spPr>
          <a:xfrm>
            <a:off x="10585455" y="609608"/>
            <a:ext cx="1603375" cy="13684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80326" y="753241"/>
            <a:ext cx="9613863" cy="108093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texto 2"/>
          <p:cNvSpPr>
            <a:spLocks noGrp="1"/>
          </p:cNvSpPr>
          <p:nvPr>
            <p:ph type="body" idx="1"/>
          </p:nvPr>
        </p:nvSpPr>
        <p:spPr>
          <a:xfrm>
            <a:off x="906359" y="2336887"/>
            <a:ext cx="4472327" cy="693135"/>
          </a:xfrm>
        </p:spPr>
        <p:txBody>
          <a:bodyPr anchor="b"/>
          <a:lstStyle>
            <a:lvl1pPr marL="0" indent="0" latinLnBrk="0">
              <a:buNone/>
              <a:defRPr lang="es-ES" sz="2400" b="1"/>
            </a:lvl1pPr>
            <a:lvl2pPr marL="457200" indent="0" latinLnBrk="0">
              <a:buNone/>
              <a:defRPr lang="es-ES" sz="2000" b="1"/>
            </a:lvl2pPr>
            <a:lvl3pPr marL="914400" indent="0" latinLnBrk="0">
              <a:buNone/>
              <a:defRPr lang="es-ES" sz="1800" b="1"/>
            </a:lvl3pPr>
            <a:lvl4pPr marL="1371600" indent="0" latinLnBrk="0">
              <a:buNone/>
              <a:defRPr lang="es-ES" sz="1600" b="1"/>
            </a:lvl4pPr>
            <a:lvl5pPr marL="1828800" indent="0" latinLnBrk="0">
              <a:buNone/>
              <a:defRPr lang="es-ES" sz="1600" b="1"/>
            </a:lvl5pPr>
            <a:lvl6pPr marL="2286000" indent="0" latinLnBrk="0">
              <a:buNone/>
              <a:defRPr lang="es-ES" sz="1600" b="1"/>
            </a:lvl6pPr>
            <a:lvl7pPr marL="2743200" indent="0" latinLnBrk="0">
              <a:buNone/>
              <a:defRPr lang="es-ES" sz="1600" b="1"/>
            </a:lvl7pPr>
            <a:lvl8pPr marL="3200400" indent="0" latinLnBrk="0">
              <a:buNone/>
              <a:defRPr lang="es-ES" sz="1600" b="1"/>
            </a:lvl8pPr>
            <a:lvl9pPr marL="3657600" indent="0" latinLnBrk="0">
              <a:buNone/>
              <a:defRPr lang="es-ES"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posición de contenido 3"/>
          <p:cNvSpPr>
            <a:spLocks noGrp="1"/>
          </p:cNvSpPr>
          <p:nvPr>
            <p:ph sz="half" idx="2"/>
          </p:nvPr>
        </p:nvSpPr>
        <p:spPr>
          <a:xfrm>
            <a:off x="680325" y="3030020"/>
            <a:ext cx="4698355" cy="2906179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posición de texto 4"/>
          <p:cNvSpPr>
            <a:spLocks noGrp="1"/>
          </p:cNvSpPr>
          <p:nvPr>
            <p:ph type="body" sz="quarter" idx="3"/>
          </p:nvPr>
        </p:nvSpPr>
        <p:spPr>
          <a:xfrm>
            <a:off x="5820155" y="2336873"/>
            <a:ext cx="4474028" cy="692076"/>
          </a:xfrm>
        </p:spPr>
        <p:txBody>
          <a:bodyPr anchor="b"/>
          <a:lstStyle>
            <a:lvl1pPr marL="0" indent="0" latinLnBrk="0">
              <a:buNone/>
              <a:defRPr lang="es-ES" sz="2400" b="1"/>
            </a:lvl1pPr>
            <a:lvl2pPr marL="457200" indent="0" latinLnBrk="0">
              <a:buNone/>
              <a:defRPr lang="es-ES" sz="2000" b="1"/>
            </a:lvl2pPr>
            <a:lvl3pPr marL="914400" indent="0" latinLnBrk="0">
              <a:buNone/>
              <a:defRPr lang="es-ES" sz="1800" b="1"/>
            </a:lvl3pPr>
            <a:lvl4pPr marL="1371600" indent="0" latinLnBrk="0">
              <a:buNone/>
              <a:defRPr lang="es-ES" sz="1600" b="1"/>
            </a:lvl4pPr>
            <a:lvl5pPr marL="1828800" indent="0" latinLnBrk="0">
              <a:buNone/>
              <a:defRPr lang="es-ES" sz="1600" b="1"/>
            </a:lvl5pPr>
            <a:lvl6pPr marL="2286000" indent="0" latinLnBrk="0">
              <a:buNone/>
              <a:defRPr lang="es-ES" sz="1600" b="1"/>
            </a:lvl6pPr>
            <a:lvl7pPr marL="2743200" indent="0" latinLnBrk="0">
              <a:buNone/>
              <a:defRPr lang="es-ES" sz="1600" b="1"/>
            </a:lvl7pPr>
            <a:lvl8pPr marL="3200400" indent="0" latinLnBrk="0">
              <a:buNone/>
              <a:defRPr lang="es-ES" sz="1600" b="1"/>
            </a:lvl8pPr>
            <a:lvl9pPr marL="3657600" indent="0" latinLnBrk="0">
              <a:buNone/>
              <a:defRPr lang="es-ES"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posición de contenido 5"/>
          <p:cNvSpPr>
            <a:spLocks noGrp="1"/>
          </p:cNvSpPr>
          <p:nvPr>
            <p:ph sz="quarter" idx="4"/>
          </p:nvPr>
        </p:nvSpPr>
        <p:spPr>
          <a:xfrm>
            <a:off x="5594125" y="3030020"/>
            <a:ext cx="4700059" cy="2906179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11" name="Marcador de posición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2" name="Marcador de posición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Calidad de Sistemas de Software  - 2019</a:t>
            </a:r>
            <a:endParaRPr/>
          </a:p>
        </p:txBody>
      </p:sp>
      <p:sp>
        <p:nvSpPr>
          <p:cNvPr id="13" name="Marcador de posición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323C37-9A81-45C3-9303-9BEDDBA54ACC}" type="slidenum">
              <a:rPr/>
              <a:pPr>
                <a:defRPr/>
              </a:pPr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97207404"/>
      </p:ext>
    </p:extLst>
  </p:cSld>
  <p:clrMapOvr>
    <a:masterClrMapping/>
  </p:clrMapOvr>
  <p:transition spd="med">
    <p:fade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5" descr="HD-ShadowLong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70096"/>
            <a:ext cx="10437813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Imagen 6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85455" y="1971679"/>
            <a:ext cx="1603375" cy="144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ángulo 7"/>
          <p:cNvSpPr/>
          <p:nvPr/>
        </p:nvSpPr>
        <p:spPr>
          <a:xfrm>
            <a:off x="0" y="609608"/>
            <a:ext cx="10437813" cy="1368425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ángulo 8"/>
          <p:cNvSpPr/>
          <p:nvPr/>
        </p:nvSpPr>
        <p:spPr>
          <a:xfrm>
            <a:off x="10585455" y="609608"/>
            <a:ext cx="1603375" cy="13684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7" name="Marcador de posición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8" name="Marcador de posición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Calidad de Sistemas de Software  - 2019</a:t>
            </a:r>
            <a:endParaRPr/>
          </a:p>
        </p:txBody>
      </p:sp>
      <p:sp>
        <p:nvSpPr>
          <p:cNvPr id="9" name="Marcador de posición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7580FF-2FCF-4146-A9CC-3AF32A71813F}" type="slidenum">
              <a:rPr/>
              <a:pPr>
                <a:defRPr/>
              </a:pPr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38356158"/>
      </p:ext>
    </p:extLst>
  </p:cSld>
  <p:clrMapOvr>
    <a:masterClrMapping/>
  </p:clrMapOvr>
  <p:transition spd="med">
    <p:fade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4" descr="HD-ShadowShort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85455" y="1971679"/>
            <a:ext cx="1603375" cy="144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ángulo 5"/>
          <p:cNvSpPr/>
          <p:nvPr/>
        </p:nvSpPr>
        <p:spPr>
          <a:xfrm>
            <a:off x="10585455" y="609608"/>
            <a:ext cx="1603375" cy="13684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Marcador de posición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5" name="Marcador de posición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Calidad de Sistemas de Software  - 2019</a:t>
            </a:r>
            <a:endParaRPr/>
          </a:p>
        </p:txBody>
      </p:sp>
      <p:sp>
        <p:nvSpPr>
          <p:cNvPr id="6" name="Marcador de posición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E963A0-20F0-4887-858E-1602500E2E2E}" type="slidenum">
              <a:rPr/>
              <a:pPr>
                <a:defRPr/>
              </a:pPr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7003961"/>
      </p:ext>
    </p:extLst>
  </p:cSld>
  <p:clrMapOvr>
    <a:masterClrMapping/>
  </p:clrMapOvr>
  <p:transition spd="med">
    <p:fade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7" descr="HD-ShadowLong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70096"/>
            <a:ext cx="10437813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Imagen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85455" y="1971679"/>
            <a:ext cx="1603375" cy="144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ángulo 9"/>
          <p:cNvSpPr/>
          <p:nvPr/>
        </p:nvSpPr>
        <p:spPr>
          <a:xfrm>
            <a:off x="0" y="609608"/>
            <a:ext cx="10437813" cy="1368425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ángulo 10"/>
          <p:cNvSpPr/>
          <p:nvPr/>
        </p:nvSpPr>
        <p:spPr>
          <a:xfrm>
            <a:off x="10585455" y="609608"/>
            <a:ext cx="1603375" cy="13684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>
            <a:normAutofit/>
          </a:bodyPr>
          <a:lstStyle>
            <a:lvl1pPr latinLnBrk="0">
              <a:defRPr lang="es-ES" sz="36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/>
          </p:nvPr>
        </p:nvSpPr>
        <p:spPr>
          <a:xfrm>
            <a:off x="4685847" y="2336880"/>
            <a:ext cx="5608336" cy="3599313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posición de texto 3"/>
          <p:cNvSpPr>
            <a:spLocks noGrp="1"/>
          </p:cNvSpPr>
          <p:nvPr>
            <p:ph type="body" sz="half" idx="2"/>
          </p:nvPr>
        </p:nvSpPr>
        <p:spPr>
          <a:xfrm>
            <a:off x="680330" y="2336878"/>
            <a:ext cx="3790079" cy="3599317"/>
          </a:xfrm>
        </p:spPr>
        <p:txBody>
          <a:bodyPr anchor="ctr"/>
          <a:lstStyle>
            <a:lvl1pPr marL="0" indent="0" latinLnBrk="0">
              <a:buNone/>
              <a:defRPr lang="es-ES" sz="1600"/>
            </a:lvl1pPr>
            <a:lvl2pPr marL="457200" indent="0" latinLnBrk="0">
              <a:buNone/>
              <a:defRPr lang="es-ES" sz="1400"/>
            </a:lvl2pPr>
            <a:lvl3pPr marL="914400" indent="0" latinLnBrk="0">
              <a:buNone/>
              <a:defRPr lang="es-ES" sz="1200"/>
            </a:lvl3pPr>
            <a:lvl4pPr marL="1371600" indent="0" latinLnBrk="0">
              <a:buNone/>
              <a:defRPr lang="es-ES" sz="1000"/>
            </a:lvl4pPr>
            <a:lvl5pPr marL="1828800" indent="0" latinLnBrk="0">
              <a:buNone/>
              <a:defRPr lang="es-ES" sz="1000"/>
            </a:lvl5pPr>
            <a:lvl6pPr marL="2286000" indent="0" latinLnBrk="0">
              <a:buNone/>
              <a:defRPr lang="es-ES" sz="1000"/>
            </a:lvl6pPr>
            <a:lvl7pPr marL="2743200" indent="0" latinLnBrk="0">
              <a:buNone/>
              <a:defRPr lang="es-ES" sz="1000"/>
            </a:lvl7pPr>
            <a:lvl8pPr marL="3200400" indent="0" latinLnBrk="0">
              <a:buNone/>
              <a:defRPr lang="es-ES" sz="1000"/>
            </a:lvl8pPr>
            <a:lvl9pPr marL="3657600" indent="0" latinLnBrk="0">
              <a:buNone/>
              <a:defRPr lang="es-ES"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9" name="Marcador de posición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0" name="Marcador de posición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Calidad de Sistemas de Software  - 2019</a:t>
            </a:r>
            <a:endParaRPr/>
          </a:p>
        </p:txBody>
      </p:sp>
      <p:sp>
        <p:nvSpPr>
          <p:cNvPr id="11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3746A5-2F59-4694-B42C-0EAEB293D703}" type="slidenum">
              <a:rPr/>
              <a:pPr>
                <a:defRPr/>
              </a:pPr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52749169"/>
      </p:ext>
    </p:extLst>
  </p:cSld>
  <p:clrMapOvr>
    <a:masterClrMapping/>
  </p:clrMapOvr>
  <p:transition spd="med">
    <p:fade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7" descr="HD-ShadowLong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70096"/>
            <a:ext cx="10437813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Imagen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85455" y="1971679"/>
            <a:ext cx="1603375" cy="144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ángulo 9"/>
          <p:cNvSpPr/>
          <p:nvPr/>
        </p:nvSpPr>
        <p:spPr>
          <a:xfrm>
            <a:off x="0" y="609608"/>
            <a:ext cx="10437813" cy="1368425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ángulo 10"/>
          <p:cNvSpPr/>
          <p:nvPr/>
        </p:nvSpPr>
        <p:spPr>
          <a:xfrm>
            <a:off x="10585455" y="609608"/>
            <a:ext cx="1603375" cy="13684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80329" y="753228"/>
            <a:ext cx="9613857" cy="1080938"/>
          </a:xfrm>
        </p:spPr>
        <p:txBody>
          <a:bodyPr>
            <a:normAutofit/>
          </a:bodyPr>
          <a:lstStyle>
            <a:lvl1pPr latinLnBrk="0">
              <a:defRPr lang="es-ES" sz="36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 noChangeAspect="1"/>
          </p:cNvSpPr>
          <p:nvPr>
            <p:ph type="pic" idx="1"/>
          </p:nvPr>
        </p:nvSpPr>
        <p:spPr>
          <a:xfrm>
            <a:off x="4868342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rtlCol="0">
            <a:normAutofit/>
          </a:bodyPr>
          <a:lstStyle>
            <a:lvl1pPr marL="0" indent="0" latinLnBrk="0">
              <a:buNone/>
              <a:defRPr lang="es-ES" sz="3200"/>
            </a:lvl1pPr>
            <a:lvl2pPr marL="457200" indent="0" latinLnBrk="0">
              <a:buNone/>
              <a:defRPr lang="es-ES" sz="2800"/>
            </a:lvl2pPr>
            <a:lvl3pPr marL="914400" indent="0" latinLnBrk="0">
              <a:buNone/>
              <a:defRPr lang="es-ES" sz="2400"/>
            </a:lvl3pPr>
            <a:lvl4pPr marL="1371600" indent="0" latinLnBrk="0">
              <a:buNone/>
              <a:defRPr lang="es-ES" sz="2000"/>
            </a:lvl4pPr>
            <a:lvl5pPr marL="1828800" indent="0" latinLnBrk="0">
              <a:buNone/>
              <a:defRPr lang="es-ES" sz="2000"/>
            </a:lvl5pPr>
            <a:lvl6pPr marL="2286000" indent="0" latinLnBrk="0">
              <a:buNone/>
              <a:defRPr lang="es-ES" sz="2000"/>
            </a:lvl6pPr>
            <a:lvl7pPr marL="2743200" indent="0" latinLnBrk="0">
              <a:buNone/>
              <a:defRPr lang="es-ES" sz="2000"/>
            </a:lvl7pPr>
            <a:lvl8pPr marL="3200400" indent="0" latinLnBrk="0">
              <a:buNone/>
              <a:defRPr lang="es-ES" sz="2000"/>
            </a:lvl8pPr>
            <a:lvl9pPr marL="3657600" indent="0" latinLnBrk="0">
              <a:buNone/>
              <a:defRPr lang="es-ES" sz="2000"/>
            </a:lvl9pPr>
          </a:lstStyle>
          <a:p>
            <a:pPr lvl="0"/>
            <a:r>
              <a:rPr lang="es-ES" noProof="0"/>
              <a:t>Haga clic en el icono para agregar una imagen</a:t>
            </a:r>
          </a:p>
        </p:txBody>
      </p:sp>
      <p:sp>
        <p:nvSpPr>
          <p:cNvPr id="4" name="Marcador de posición de texto 3"/>
          <p:cNvSpPr>
            <a:spLocks noGrp="1"/>
          </p:cNvSpPr>
          <p:nvPr>
            <p:ph type="body" sz="half" idx="2"/>
          </p:nvPr>
        </p:nvSpPr>
        <p:spPr>
          <a:xfrm>
            <a:off x="680323" y="2336879"/>
            <a:ext cx="3876256" cy="3599315"/>
          </a:xfrm>
        </p:spPr>
        <p:txBody>
          <a:bodyPr anchor="ctr"/>
          <a:lstStyle>
            <a:lvl1pPr marL="0" indent="0" latinLnBrk="0">
              <a:buNone/>
              <a:defRPr lang="es-ES" sz="1600"/>
            </a:lvl1pPr>
            <a:lvl2pPr marL="457200" indent="0" latinLnBrk="0">
              <a:buNone/>
              <a:defRPr lang="es-ES" sz="1400"/>
            </a:lvl2pPr>
            <a:lvl3pPr marL="914400" indent="0" latinLnBrk="0">
              <a:buNone/>
              <a:defRPr lang="es-ES" sz="1200"/>
            </a:lvl3pPr>
            <a:lvl4pPr marL="1371600" indent="0" latinLnBrk="0">
              <a:buNone/>
              <a:defRPr lang="es-ES" sz="1000"/>
            </a:lvl4pPr>
            <a:lvl5pPr marL="1828800" indent="0" latinLnBrk="0">
              <a:buNone/>
              <a:defRPr lang="es-ES" sz="1000"/>
            </a:lvl5pPr>
            <a:lvl6pPr marL="2286000" indent="0" latinLnBrk="0">
              <a:buNone/>
              <a:defRPr lang="es-ES" sz="1000"/>
            </a:lvl6pPr>
            <a:lvl7pPr marL="2743200" indent="0" latinLnBrk="0">
              <a:buNone/>
              <a:defRPr lang="es-ES" sz="1000"/>
            </a:lvl7pPr>
            <a:lvl8pPr marL="3200400" indent="0" latinLnBrk="0">
              <a:buNone/>
              <a:defRPr lang="es-ES" sz="1000"/>
            </a:lvl8pPr>
            <a:lvl9pPr marL="3657600" indent="0" latinLnBrk="0">
              <a:buNone/>
              <a:defRPr lang="es-ES"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9" name="Marcador de posición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0" name="Marcador de posición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Calidad de Sistemas de Software  - 2019</a:t>
            </a:r>
            <a:endParaRPr/>
          </a:p>
        </p:txBody>
      </p:sp>
      <p:sp>
        <p:nvSpPr>
          <p:cNvPr id="11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C8738A-2DD9-49E4-B603-650B5BFB6250}" type="slidenum">
              <a:rPr/>
              <a:pPr>
                <a:defRPr/>
              </a:pPr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33437207"/>
      </p:ext>
    </p:extLst>
  </p:cSld>
  <p:clrMapOvr>
    <a:masterClrMapping/>
  </p:clrMapOvr>
  <p:transition spd="med">
    <p:fade/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ista panorámica con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7" descr="HD-ShadowLong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929321"/>
            <a:ext cx="10437813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Imagen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85455" y="5929313"/>
            <a:ext cx="1603375" cy="144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ángulo 9"/>
          <p:cNvSpPr/>
          <p:nvPr/>
        </p:nvSpPr>
        <p:spPr>
          <a:xfrm>
            <a:off x="0" y="4567246"/>
            <a:ext cx="10437813" cy="1368425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ángulo 10"/>
          <p:cNvSpPr/>
          <p:nvPr/>
        </p:nvSpPr>
        <p:spPr>
          <a:xfrm>
            <a:off x="10585455" y="4567246"/>
            <a:ext cx="1603375" cy="13684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80325" y="4711630"/>
            <a:ext cx="9613859" cy="453051"/>
          </a:xfrm>
        </p:spPr>
        <p:txBody>
          <a:bodyPr anchor="b">
            <a:normAutofit/>
          </a:bodyPr>
          <a:lstStyle>
            <a:lvl1pPr latinLnBrk="0">
              <a:defRPr lang="es-ES" sz="24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 noChangeAspect="1"/>
          </p:cNvSpPr>
          <p:nvPr>
            <p:ph type="pic" idx="1"/>
          </p:nvPr>
        </p:nvSpPr>
        <p:spPr>
          <a:xfrm>
            <a:off x="680325" y="609609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rtlCol="0">
            <a:normAutofit/>
          </a:bodyPr>
          <a:lstStyle>
            <a:lvl1pPr marL="0" indent="0" latinLnBrk="0">
              <a:buNone/>
              <a:defRPr lang="es-ES" sz="3200"/>
            </a:lvl1pPr>
            <a:lvl2pPr marL="457200" indent="0" latinLnBrk="0">
              <a:buNone/>
              <a:defRPr lang="es-ES" sz="2800"/>
            </a:lvl2pPr>
            <a:lvl3pPr marL="914400" indent="0" latinLnBrk="0">
              <a:buNone/>
              <a:defRPr lang="es-ES" sz="2400"/>
            </a:lvl3pPr>
            <a:lvl4pPr marL="1371600" indent="0" latinLnBrk="0">
              <a:buNone/>
              <a:defRPr lang="es-ES" sz="2000"/>
            </a:lvl4pPr>
            <a:lvl5pPr marL="1828800" indent="0" latinLnBrk="0">
              <a:buNone/>
              <a:defRPr lang="es-ES" sz="2000"/>
            </a:lvl5pPr>
            <a:lvl6pPr marL="2286000" indent="0" latinLnBrk="0">
              <a:buNone/>
              <a:defRPr lang="es-ES" sz="2000"/>
            </a:lvl6pPr>
            <a:lvl7pPr marL="2743200" indent="0" latinLnBrk="0">
              <a:buNone/>
              <a:defRPr lang="es-ES" sz="2000"/>
            </a:lvl7pPr>
            <a:lvl8pPr marL="3200400" indent="0" latinLnBrk="0">
              <a:buNone/>
              <a:defRPr lang="es-ES" sz="2000"/>
            </a:lvl8pPr>
            <a:lvl9pPr marL="3657600" indent="0" latinLnBrk="0">
              <a:buNone/>
              <a:defRPr lang="es-ES" sz="2000"/>
            </a:lvl9pPr>
          </a:lstStyle>
          <a:p>
            <a:pPr lvl="0"/>
            <a:r>
              <a:rPr lang="es-ES" noProof="0"/>
              <a:t>Haga clic en el icono para agregar una imagen</a:t>
            </a:r>
          </a:p>
        </p:txBody>
      </p:sp>
      <p:sp>
        <p:nvSpPr>
          <p:cNvPr id="4" name="Marcador de posición de texto 3"/>
          <p:cNvSpPr>
            <a:spLocks noGrp="1"/>
          </p:cNvSpPr>
          <p:nvPr>
            <p:ph type="body" sz="half" idx="2"/>
          </p:nvPr>
        </p:nvSpPr>
        <p:spPr>
          <a:xfrm>
            <a:off x="680326" y="5169597"/>
            <a:ext cx="9613863" cy="622971"/>
          </a:xfrm>
        </p:spPr>
        <p:txBody>
          <a:bodyPr/>
          <a:lstStyle>
            <a:lvl1pPr marL="0" indent="0" latinLnBrk="0">
              <a:buNone/>
              <a:defRPr lang="es-ES" sz="1600"/>
            </a:lvl1pPr>
            <a:lvl2pPr marL="457200" indent="0" latinLnBrk="0">
              <a:buNone/>
              <a:defRPr lang="es-ES" sz="1400"/>
            </a:lvl2pPr>
            <a:lvl3pPr marL="914400" indent="0" latinLnBrk="0">
              <a:buNone/>
              <a:defRPr lang="es-ES" sz="1200"/>
            </a:lvl3pPr>
            <a:lvl4pPr marL="1371600" indent="0" latinLnBrk="0">
              <a:buNone/>
              <a:defRPr lang="es-ES" sz="1000"/>
            </a:lvl4pPr>
            <a:lvl5pPr marL="1828800" indent="0" latinLnBrk="0">
              <a:buNone/>
              <a:defRPr lang="es-ES" sz="1000"/>
            </a:lvl5pPr>
            <a:lvl6pPr marL="2286000" indent="0" latinLnBrk="0">
              <a:buNone/>
              <a:defRPr lang="es-ES" sz="1000"/>
            </a:lvl6pPr>
            <a:lvl7pPr marL="2743200" indent="0" latinLnBrk="0">
              <a:buNone/>
              <a:defRPr lang="es-ES" sz="1000"/>
            </a:lvl7pPr>
            <a:lvl8pPr marL="3200400" indent="0" latinLnBrk="0">
              <a:buNone/>
              <a:defRPr lang="es-ES" sz="1000"/>
            </a:lvl8pPr>
            <a:lvl9pPr marL="3657600" indent="0" latinLnBrk="0">
              <a:buNone/>
              <a:defRPr lang="es-ES"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9" name="Marcador de posición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0" name="Marcador de posición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Calidad de Sistemas de Software  - 2019</a:t>
            </a:r>
            <a:endParaRPr/>
          </a:p>
        </p:txBody>
      </p:sp>
      <p:sp>
        <p:nvSpPr>
          <p:cNvPr id="11" name="Marcador de posición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10729913" y="4711708"/>
            <a:ext cx="1154112" cy="1090613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A3EA26-6925-475B-B722-3DC36A92C0AC}" type="slidenum">
              <a:rPr/>
              <a:pPr>
                <a:defRPr/>
              </a:pPr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75855899"/>
      </p:ext>
    </p:extLst>
  </p:cSld>
  <p:clrMapOvr>
    <a:masterClrMapping/>
  </p:clrMapOvr>
  <p:transition spd="med">
    <p:fade/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7" descr="HD-ShadowLong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929321"/>
            <a:ext cx="10437813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Imagen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85455" y="5929313"/>
            <a:ext cx="1603375" cy="144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ángulo 9"/>
          <p:cNvSpPr/>
          <p:nvPr/>
        </p:nvSpPr>
        <p:spPr>
          <a:xfrm>
            <a:off x="0" y="4567246"/>
            <a:ext cx="10437813" cy="1368425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ángulo 10"/>
          <p:cNvSpPr/>
          <p:nvPr/>
        </p:nvSpPr>
        <p:spPr>
          <a:xfrm>
            <a:off x="10585455" y="4567246"/>
            <a:ext cx="1603375" cy="13684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80321" y="609597"/>
            <a:ext cx="9613859" cy="3592750"/>
          </a:xfrm>
        </p:spPr>
        <p:txBody>
          <a:bodyPr/>
          <a:lstStyle>
            <a:lvl1pPr latinLnBrk="0">
              <a:defRPr lang="es-ES"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4" name="Marcador de posición de texto 3"/>
          <p:cNvSpPr>
            <a:spLocks noGrp="1"/>
          </p:cNvSpPr>
          <p:nvPr>
            <p:ph type="body" sz="half" idx="2"/>
          </p:nvPr>
        </p:nvSpPr>
        <p:spPr>
          <a:xfrm>
            <a:off x="680325" y="4711629"/>
            <a:ext cx="9613859" cy="1090789"/>
          </a:xfrm>
        </p:spPr>
        <p:txBody>
          <a:bodyPr anchor="ctr"/>
          <a:lstStyle>
            <a:lvl1pPr marL="0" indent="0" latinLnBrk="0">
              <a:buNone/>
              <a:defRPr lang="es-ES" sz="1600"/>
            </a:lvl1pPr>
            <a:lvl2pPr marL="457200" indent="0" latinLnBrk="0">
              <a:buNone/>
              <a:defRPr lang="es-ES" sz="1400"/>
            </a:lvl2pPr>
            <a:lvl3pPr marL="914400" indent="0" latinLnBrk="0">
              <a:buNone/>
              <a:defRPr lang="es-ES" sz="1200"/>
            </a:lvl3pPr>
            <a:lvl4pPr marL="1371600" indent="0" latinLnBrk="0">
              <a:buNone/>
              <a:defRPr lang="es-ES" sz="1000"/>
            </a:lvl4pPr>
            <a:lvl5pPr marL="1828800" indent="0" latinLnBrk="0">
              <a:buNone/>
              <a:defRPr lang="es-ES" sz="1000"/>
            </a:lvl5pPr>
            <a:lvl6pPr marL="2286000" indent="0" latinLnBrk="0">
              <a:buNone/>
              <a:defRPr lang="es-ES" sz="1000"/>
            </a:lvl6pPr>
            <a:lvl7pPr marL="2743200" indent="0" latinLnBrk="0">
              <a:buNone/>
              <a:defRPr lang="es-ES" sz="1000"/>
            </a:lvl7pPr>
            <a:lvl8pPr marL="3200400" indent="0" latinLnBrk="0">
              <a:buNone/>
              <a:defRPr lang="es-ES" sz="1000"/>
            </a:lvl8pPr>
            <a:lvl9pPr marL="3657600" indent="0" latinLnBrk="0">
              <a:buNone/>
              <a:defRPr lang="es-ES"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9" name="Marcador de posición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0" name="Marcador de posición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Calidad de Sistemas de Software  - 2019</a:t>
            </a:r>
            <a:endParaRPr/>
          </a:p>
        </p:txBody>
      </p:sp>
      <p:sp>
        <p:nvSpPr>
          <p:cNvPr id="11" name="Marcador de posición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10729913" y="4711708"/>
            <a:ext cx="1154112" cy="1090613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360ACC-4A30-494B-B9D6-54C1AC809830}" type="slidenum">
              <a:rPr/>
              <a:pPr>
                <a:defRPr/>
              </a:pPr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02414227"/>
      </p:ext>
    </p:extLst>
  </p:cSld>
  <p:clrMapOvr>
    <a:masterClrMapping/>
  </p:clrMapOvr>
  <p:transition spd="med">
    <p:fade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10" descr="HD-ShadowLong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929321"/>
            <a:ext cx="10437813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Imagen 12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85455" y="5929313"/>
            <a:ext cx="1603375" cy="144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ángulo 13"/>
          <p:cNvSpPr/>
          <p:nvPr/>
        </p:nvSpPr>
        <p:spPr>
          <a:xfrm>
            <a:off x="0" y="4567246"/>
            <a:ext cx="10437813" cy="1368425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ángulo 14"/>
          <p:cNvSpPr/>
          <p:nvPr/>
        </p:nvSpPr>
        <p:spPr>
          <a:xfrm>
            <a:off x="10585455" y="4567246"/>
            <a:ext cx="1603375" cy="13684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Cuadro de texto 15"/>
          <p:cNvSpPr txBox="1"/>
          <p:nvPr/>
        </p:nvSpPr>
        <p:spPr>
          <a:xfrm>
            <a:off x="584200" y="747717"/>
            <a:ext cx="609600" cy="585787"/>
          </a:xfrm>
          <a:prstGeom prst="rect">
            <a:avLst/>
          </a:prstGeom>
        </p:spPr>
        <p:txBody>
          <a:bodyPr anchor="ctr"/>
          <a:lstStyle>
            <a:lvl1pPr latinLnBrk="0">
              <a:spcBef>
                <a:spcPct val="0"/>
              </a:spcBef>
              <a:buNone/>
              <a:defRPr lang="es-ES"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 latinLnBrk="0">
              <a:defRPr lang="es-ES">
                <a:solidFill>
                  <a:schemeClr val="tx2"/>
                </a:solidFill>
              </a:defRPr>
            </a:lvl2pPr>
            <a:lvl3pPr latinLnBrk="0">
              <a:defRPr lang="es-ES">
                <a:solidFill>
                  <a:schemeClr val="tx2"/>
                </a:solidFill>
              </a:defRPr>
            </a:lvl3pPr>
            <a:lvl4pPr latinLnBrk="0">
              <a:defRPr lang="es-ES">
                <a:solidFill>
                  <a:schemeClr val="tx2"/>
                </a:solidFill>
              </a:defRPr>
            </a:lvl4pPr>
            <a:lvl5pPr latinLnBrk="0">
              <a:defRPr lang="es-ES">
                <a:solidFill>
                  <a:schemeClr val="tx2"/>
                </a:solidFill>
              </a:defRPr>
            </a:lvl5pPr>
            <a:lvl6pPr latinLnBrk="0">
              <a:defRPr lang="es-ES">
                <a:solidFill>
                  <a:schemeClr val="tx2"/>
                </a:solidFill>
              </a:defRPr>
            </a:lvl6pPr>
            <a:lvl7pPr latinLnBrk="0">
              <a:defRPr lang="es-ES">
                <a:solidFill>
                  <a:schemeClr val="tx2"/>
                </a:solidFill>
              </a:defRPr>
            </a:lvl7pPr>
            <a:lvl8pPr latinLnBrk="0">
              <a:defRPr lang="es-ES">
                <a:solidFill>
                  <a:schemeClr val="tx2"/>
                </a:solidFill>
              </a:defRPr>
            </a:lvl8pPr>
            <a:lvl9pPr latinLnBrk="0">
              <a:defRPr lang="es-ES">
                <a:solidFill>
                  <a:schemeClr val="tx2"/>
                </a:solidFill>
              </a:defRPr>
            </a:lvl9pPr>
          </a:lstStyle>
          <a:p>
            <a:pPr fontAlgn="auto">
              <a:spcAft>
                <a:spcPts val="0"/>
              </a:spcAft>
              <a:defRPr/>
            </a:pPr>
            <a:r>
              <a:rPr sz="7200">
                <a:effectLst/>
                <a:latin typeface="+mn-lt"/>
                <a:cs typeface="+mn-cs"/>
              </a:rPr>
              <a:t>“</a:t>
            </a:r>
          </a:p>
        </p:txBody>
      </p:sp>
      <p:sp>
        <p:nvSpPr>
          <p:cNvPr id="10" name="Cuadro de texto 16"/>
          <p:cNvSpPr txBox="1"/>
          <p:nvPr/>
        </p:nvSpPr>
        <p:spPr>
          <a:xfrm>
            <a:off x="9663113" y="3033713"/>
            <a:ext cx="609600" cy="584200"/>
          </a:xfrm>
          <a:prstGeom prst="rect">
            <a:avLst/>
          </a:prstGeom>
        </p:spPr>
        <p:txBody>
          <a:bodyPr anchor="ctr"/>
          <a:lstStyle>
            <a:lvl1pPr latinLnBrk="0">
              <a:spcBef>
                <a:spcPct val="0"/>
              </a:spcBef>
              <a:buNone/>
              <a:defRPr lang="es-ES"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 latinLnBrk="0">
              <a:defRPr lang="es-ES">
                <a:solidFill>
                  <a:schemeClr val="tx2"/>
                </a:solidFill>
              </a:defRPr>
            </a:lvl2pPr>
            <a:lvl3pPr latinLnBrk="0">
              <a:defRPr lang="es-ES">
                <a:solidFill>
                  <a:schemeClr val="tx2"/>
                </a:solidFill>
              </a:defRPr>
            </a:lvl3pPr>
            <a:lvl4pPr latinLnBrk="0">
              <a:defRPr lang="es-ES">
                <a:solidFill>
                  <a:schemeClr val="tx2"/>
                </a:solidFill>
              </a:defRPr>
            </a:lvl4pPr>
            <a:lvl5pPr latinLnBrk="0">
              <a:defRPr lang="es-ES">
                <a:solidFill>
                  <a:schemeClr val="tx2"/>
                </a:solidFill>
              </a:defRPr>
            </a:lvl5pPr>
            <a:lvl6pPr latinLnBrk="0">
              <a:defRPr lang="es-ES">
                <a:solidFill>
                  <a:schemeClr val="tx2"/>
                </a:solidFill>
              </a:defRPr>
            </a:lvl6pPr>
            <a:lvl7pPr latinLnBrk="0">
              <a:defRPr lang="es-ES">
                <a:solidFill>
                  <a:schemeClr val="tx2"/>
                </a:solidFill>
              </a:defRPr>
            </a:lvl7pPr>
            <a:lvl8pPr latinLnBrk="0">
              <a:defRPr lang="es-ES">
                <a:solidFill>
                  <a:schemeClr val="tx2"/>
                </a:solidFill>
              </a:defRPr>
            </a:lvl8pPr>
            <a:lvl9pPr latinLnBrk="0">
              <a:defRPr lang="es-ES">
                <a:solidFill>
                  <a:schemeClr val="tx2"/>
                </a:solidFill>
              </a:defRPr>
            </a:lvl9pPr>
          </a:lstStyle>
          <a:p>
            <a:pPr algn="r" fontAlgn="auto">
              <a:spcAft>
                <a:spcPts val="0"/>
              </a:spcAft>
              <a:defRPr/>
            </a:pPr>
            <a:r>
              <a:rPr sz="7200">
                <a:effectLst/>
                <a:latin typeface="+mn-lt"/>
                <a:cs typeface="+mn-cs"/>
              </a:rPr>
              <a:t>”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27856" y="609607"/>
            <a:ext cx="8718877" cy="3036061"/>
          </a:xfrm>
        </p:spPr>
        <p:txBody>
          <a:bodyPr/>
          <a:lstStyle>
            <a:lvl1pPr latinLnBrk="0">
              <a:defRPr lang="es-ES"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12" name="Marcador de posición de texto 3"/>
          <p:cNvSpPr>
            <a:spLocks noGrp="1"/>
          </p:cNvSpPr>
          <p:nvPr>
            <p:ph type="body" sz="half" idx="13"/>
          </p:nvPr>
        </p:nvSpPr>
        <p:spPr>
          <a:xfrm>
            <a:off x="1402289" y="3653379"/>
            <a:ext cx="8156579" cy="548968"/>
          </a:xfrm>
        </p:spPr>
        <p:txBody>
          <a:bodyPr>
            <a:normAutofit/>
          </a:bodyPr>
          <a:lstStyle>
            <a:lvl1pPr marL="0" indent="0" latinLnBrk="0">
              <a:buNone/>
              <a:defRPr lang="es-ES" sz="1400"/>
            </a:lvl1pPr>
            <a:lvl2pPr marL="457200" indent="0" latinLnBrk="0">
              <a:buNone/>
              <a:defRPr lang="es-ES" sz="1400"/>
            </a:lvl2pPr>
            <a:lvl3pPr marL="914400" indent="0" latinLnBrk="0">
              <a:buNone/>
              <a:defRPr lang="es-ES" sz="1200"/>
            </a:lvl3pPr>
            <a:lvl4pPr marL="1371600" indent="0" latinLnBrk="0">
              <a:buNone/>
              <a:defRPr lang="es-ES" sz="1000"/>
            </a:lvl4pPr>
            <a:lvl5pPr marL="1828800" indent="0" latinLnBrk="0">
              <a:buNone/>
              <a:defRPr lang="es-ES" sz="1000"/>
            </a:lvl5pPr>
            <a:lvl6pPr marL="2286000" indent="0" latinLnBrk="0">
              <a:buNone/>
              <a:defRPr lang="es-ES" sz="1000"/>
            </a:lvl6pPr>
            <a:lvl7pPr marL="2743200" indent="0" latinLnBrk="0">
              <a:buNone/>
              <a:defRPr lang="es-ES" sz="1000"/>
            </a:lvl7pPr>
            <a:lvl8pPr marL="3200400" indent="0" latinLnBrk="0">
              <a:buNone/>
              <a:defRPr lang="es-ES" sz="1000"/>
            </a:lvl8pPr>
            <a:lvl9pPr marL="3657600" indent="0" latinLnBrk="0">
              <a:buNone/>
              <a:defRPr lang="es-ES"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posición de texto 3"/>
          <p:cNvSpPr>
            <a:spLocks noGrp="1"/>
          </p:cNvSpPr>
          <p:nvPr>
            <p:ph type="body" sz="half" idx="2"/>
          </p:nvPr>
        </p:nvSpPr>
        <p:spPr>
          <a:xfrm>
            <a:off x="680325" y="4711629"/>
            <a:ext cx="9613859" cy="1090789"/>
          </a:xfrm>
        </p:spPr>
        <p:txBody>
          <a:bodyPr anchor="ctr">
            <a:normAutofit/>
          </a:bodyPr>
          <a:lstStyle>
            <a:lvl1pPr marL="0" indent="0" latinLnBrk="0">
              <a:buNone/>
              <a:defRPr lang="es-ES" sz="1600"/>
            </a:lvl1pPr>
            <a:lvl2pPr marL="457200" indent="0" latinLnBrk="0">
              <a:buNone/>
              <a:defRPr lang="es-ES" sz="1400"/>
            </a:lvl2pPr>
            <a:lvl3pPr marL="914400" indent="0" latinLnBrk="0">
              <a:buNone/>
              <a:defRPr lang="es-ES" sz="1200"/>
            </a:lvl3pPr>
            <a:lvl4pPr marL="1371600" indent="0" latinLnBrk="0">
              <a:buNone/>
              <a:defRPr lang="es-ES" sz="1000"/>
            </a:lvl4pPr>
            <a:lvl5pPr marL="1828800" indent="0" latinLnBrk="0">
              <a:buNone/>
              <a:defRPr lang="es-ES" sz="1000"/>
            </a:lvl5pPr>
            <a:lvl6pPr marL="2286000" indent="0" latinLnBrk="0">
              <a:buNone/>
              <a:defRPr lang="es-ES" sz="1000"/>
            </a:lvl6pPr>
            <a:lvl7pPr marL="2743200" indent="0" latinLnBrk="0">
              <a:buNone/>
              <a:defRPr lang="es-ES" sz="1000"/>
            </a:lvl7pPr>
            <a:lvl8pPr marL="3200400" indent="0" latinLnBrk="0">
              <a:buNone/>
              <a:defRPr lang="es-ES" sz="1000"/>
            </a:lvl8pPr>
            <a:lvl9pPr marL="3657600" indent="0" latinLnBrk="0">
              <a:buNone/>
              <a:defRPr lang="es-ES"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11" name="Marcador de posición de fecha 4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3" name="Marcador de posición de pie de página 5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Calidad de Sistemas de Software  - 2019</a:t>
            </a:r>
            <a:endParaRPr/>
          </a:p>
        </p:txBody>
      </p:sp>
      <p:sp>
        <p:nvSpPr>
          <p:cNvPr id="14" name="Marcador de posición de número de diapositiva 6"/>
          <p:cNvSpPr>
            <a:spLocks noGrp="1"/>
          </p:cNvSpPr>
          <p:nvPr>
            <p:ph type="sldNum" sz="quarter" idx="16"/>
          </p:nvPr>
        </p:nvSpPr>
        <p:spPr>
          <a:xfrm>
            <a:off x="10729913" y="4710113"/>
            <a:ext cx="1154112" cy="109061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C694C8C-C398-4534-94AE-B262270A6C49}" type="slidenum">
              <a:rPr/>
              <a:pPr>
                <a:defRPr/>
              </a:pPr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63213129"/>
      </p:ext>
    </p:extLst>
  </p:cSld>
  <p:clrMapOvr>
    <a:masterClrMapping/>
  </p:clrMapOvr>
  <p:transition spd="med">
    <p:fade/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8" descr="HD-ShadowLong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929321"/>
            <a:ext cx="10437813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Imagen 9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85455" y="5929313"/>
            <a:ext cx="1603375" cy="144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ángulo 10"/>
          <p:cNvSpPr/>
          <p:nvPr/>
        </p:nvSpPr>
        <p:spPr>
          <a:xfrm>
            <a:off x="0" y="4567246"/>
            <a:ext cx="10437813" cy="1368425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ángulo 11"/>
          <p:cNvSpPr/>
          <p:nvPr/>
        </p:nvSpPr>
        <p:spPr>
          <a:xfrm>
            <a:off x="10585455" y="4567246"/>
            <a:ext cx="1603375" cy="13684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80326" y="4711629"/>
            <a:ext cx="9613863" cy="588535"/>
          </a:xfrm>
        </p:spPr>
        <p:txBody>
          <a:bodyPr anchor="b"/>
          <a:lstStyle>
            <a:lvl1pPr latinLnBrk="0">
              <a:defRPr lang="es-ES"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4" name="Marcador de posición de texto 3"/>
          <p:cNvSpPr>
            <a:spLocks noGrp="1"/>
          </p:cNvSpPr>
          <p:nvPr>
            <p:ph type="body" sz="half" idx="2"/>
          </p:nvPr>
        </p:nvSpPr>
        <p:spPr>
          <a:xfrm>
            <a:off x="680326" y="5300163"/>
            <a:ext cx="9613863" cy="502255"/>
          </a:xfrm>
        </p:spPr>
        <p:txBody>
          <a:bodyPr/>
          <a:lstStyle>
            <a:lvl1pPr marL="0" indent="0" latinLnBrk="0">
              <a:buNone/>
              <a:defRPr lang="es-ES" sz="1600"/>
            </a:lvl1pPr>
            <a:lvl2pPr marL="457200" indent="0" latinLnBrk="0">
              <a:buNone/>
              <a:defRPr lang="es-ES" sz="1400"/>
            </a:lvl2pPr>
            <a:lvl3pPr marL="914400" indent="0" latinLnBrk="0">
              <a:buNone/>
              <a:defRPr lang="es-ES" sz="1200"/>
            </a:lvl3pPr>
            <a:lvl4pPr marL="1371600" indent="0" latinLnBrk="0">
              <a:buNone/>
              <a:defRPr lang="es-ES" sz="1000"/>
            </a:lvl4pPr>
            <a:lvl5pPr marL="1828800" indent="0" latinLnBrk="0">
              <a:buNone/>
              <a:defRPr lang="es-ES" sz="1000"/>
            </a:lvl5pPr>
            <a:lvl6pPr marL="2286000" indent="0" latinLnBrk="0">
              <a:buNone/>
              <a:defRPr lang="es-ES" sz="1000"/>
            </a:lvl6pPr>
            <a:lvl7pPr marL="2743200" indent="0" latinLnBrk="0">
              <a:buNone/>
              <a:defRPr lang="es-ES" sz="1000"/>
            </a:lvl7pPr>
            <a:lvl8pPr marL="3200400" indent="0" latinLnBrk="0">
              <a:buNone/>
              <a:defRPr lang="es-ES" sz="1000"/>
            </a:lvl8pPr>
            <a:lvl9pPr marL="3657600" indent="0" latinLnBrk="0">
              <a:buNone/>
              <a:defRPr lang="es-ES"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9" name="Marcador de posición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0" name="Marcador de posición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Calidad de Sistemas de Software  - 2019</a:t>
            </a:r>
            <a:endParaRPr/>
          </a:p>
        </p:txBody>
      </p:sp>
      <p:sp>
        <p:nvSpPr>
          <p:cNvPr id="11" name="Marcador de posición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10729913" y="4710113"/>
            <a:ext cx="1154112" cy="109061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AE510D-DC1B-4A38-AD56-66158B61CC63}" type="slidenum">
              <a:rPr/>
              <a:pPr>
                <a:defRPr/>
              </a:pPr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92874957"/>
      </p:ext>
    </p:extLst>
  </p:cSld>
  <p:clrMapOvr>
    <a:masterClrMapping/>
  </p:clrMapOvr>
  <p:transition spd="med">
    <p:fade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n 12" descr="HD-ShadowLong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70096"/>
            <a:ext cx="10437813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Imagen 13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85455" y="1971679"/>
            <a:ext cx="1603375" cy="144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Rectángulo 15"/>
          <p:cNvSpPr/>
          <p:nvPr/>
        </p:nvSpPr>
        <p:spPr>
          <a:xfrm>
            <a:off x="0" y="609608"/>
            <a:ext cx="10437813" cy="1368425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ángulo 16"/>
          <p:cNvSpPr/>
          <p:nvPr/>
        </p:nvSpPr>
        <p:spPr>
          <a:xfrm>
            <a:off x="10585455" y="609608"/>
            <a:ext cx="1603375" cy="13684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ítulo 1"/>
          <p:cNvSpPr>
            <a:spLocks noGrp="1"/>
          </p:cNvSpPr>
          <p:nvPr>
            <p:ph type="title"/>
          </p:nvPr>
        </p:nvSpPr>
        <p:spPr>
          <a:xfrm>
            <a:off x="669221" y="753228"/>
            <a:ext cx="9624960" cy="1080938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7" name="Marcador de posición de texto 2"/>
          <p:cNvSpPr>
            <a:spLocks noGrp="1"/>
          </p:cNvSpPr>
          <p:nvPr>
            <p:ph type="body" idx="1"/>
          </p:nvPr>
        </p:nvSpPr>
        <p:spPr>
          <a:xfrm>
            <a:off x="660945" y="2336873"/>
            <a:ext cx="3070035" cy="576262"/>
          </a:xfrm>
        </p:spPr>
        <p:txBody>
          <a:bodyPr anchor="b">
            <a:noAutofit/>
          </a:bodyPr>
          <a:lstStyle>
            <a:lvl1pPr marL="0" indent="0" latinLnBrk="0">
              <a:buNone/>
              <a:defRPr lang="es-ES" sz="2400" b="0">
                <a:solidFill>
                  <a:schemeClr val="tx1"/>
                </a:solidFill>
              </a:defRPr>
            </a:lvl1pPr>
            <a:lvl2pPr marL="457200" indent="0" latinLnBrk="0">
              <a:buNone/>
              <a:defRPr lang="es-ES" sz="2000" b="1"/>
            </a:lvl2pPr>
            <a:lvl3pPr marL="914400" indent="0" latinLnBrk="0">
              <a:buNone/>
              <a:defRPr lang="es-ES" sz="1800" b="1"/>
            </a:lvl3pPr>
            <a:lvl4pPr marL="1371600" indent="0" latinLnBrk="0">
              <a:buNone/>
              <a:defRPr lang="es-ES" sz="1600" b="1"/>
            </a:lvl4pPr>
            <a:lvl5pPr marL="1828800" indent="0" latinLnBrk="0">
              <a:buNone/>
              <a:defRPr lang="es-ES" sz="1600" b="1"/>
            </a:lvl5pPr>
            <a:lvl6pPr marL="2286000" indent="0" latinLnBrk="0">
              <a:buNone/>
              <a:defRPr lang="es-ES" sz="1600" b="1"/>
            </a:lvl6pPr>
            <a:lvl7pPr marL="2743200" indent="0" latinLnBrk="0">
              <a:buNone/>
              <a:defRPr lang="es-ES" sz="1600" b="1"/>
            </a:lvl7pPr>
            <a:lvl8pPr marL="3200400" indent="0" latinLnBrk="0">
              <a:buNone/>
              <a:defRPr lang="es-ES" sz="1600" b="1"/>
            </a:lvl8pPr>
            <a:lvl9pPr marL="3657600" indent="0" latinLnBrk="0">
              <a:buNone/>
              <a:defRPr lang="es-ES"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8" name="Marcador de posición de texto 3"/>
          <p:cNvSpPr>
            <a:spLocks noGrp="1"/>
          </p:cNvSpPr>
          <p:nvPr>
            <p:ph type="body" sz="half" idx="15"/>
          </p:nvPr>
        </p:nvSpPr>
        <p:spPr>
          <a:xfrm>
            <a:off x="680330" y="3022683"/>
            <a:ext cx="3049703" cy="2913513"/>
          </a:xfrm>
        </p:spPr>
        <p:txBody>
          <a:bodyPr>
            <a:normAutofit/>
          </a:bodyPr>
          <a:lstStyle>
            <a:lvl1pPr marL="0" indent="0" latinLnBrk="0">
              <a:buNone/>
              <a:defRPr lang="es-ES" sz="1400"/>
            </a:lvl1pPr>
            <a:lvl2pPr marL="457200" indent="0" latinLnBrk="0">
              <a:buNone/>
              <a:defRPr lang="es-ES" sz="1200"/>
            </a:lvl2pPr>
            <a:lvl3pPr marL="914400" indent="0" latinLnBrk="0">
              <a:buNone/>
              <a:defRPr lang="es-ES" sz="1000"/>
            </a:lvl3pPr>
            <a:lvl4pPr marL="1371600" indent="0" latinLnBrk="0">
              <a:buNone/>
              <a:defRPr lang="es-ES" sz="900"/>
            </a:lvl4pPr>
            <a:lvl5pPr marL="1828800" indent="0" latinLnBrk="0">
              <a:buNone/>
              <a:defRPr lang="es-ES" sz="900"/>
            </a:lvl5pPr>
            <a:lvl6pPr marL="2286000" indent="0" latinLnBrk="0">
              <a:buNone/>
              <a:defRPr lang="es-ES" sz="900"/>
            </a:lvl6pPr>
            <a:lvl7pPr marL="2743200" indent="0" latinLnBrk="0">
              <a:buNone/>
              <a:defRPr lang="es-ES" sz="900"/>
            </a:lvl7pPr>
            <a:lvl8pPr marL="3200400" indent="0" latinLnBrk="0">
              <a:buNone/>
              <a:defRPr lang="es-ES" sz="900"/>
            </a:lvl8pPr>
            <a:lvl9pPr marL="3657600" indent="0" latinLnBrk="0">
              <a:buNone/>
              <a:defRPr lang="es-ES"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9" name="Marcador de posición de texto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 latinLnBrk="0">
              <a:buNone/>
              <a:defRPr lang="es-ES" sz="2400" b="0">
                <a:solidFill>
                  <a:schemeClr val="tx1"/>
                </a:solidFill>
              </a:defRPr>
            </a:lvl1pPr>
            <a:lvl2pPr marL="457200" indent="0" latinLnBrk="0">
              <a:buNone/>
              <a:defRPr lang="es-ES" sz="2000" b="1"/>
            </a:lvl2pPr>
            <a:lvl3pPr marL="914400" indent="0" latinLnBrk="0">
              <a:buNone/>
              <a:defRPr lang="es-ES" sz="1800" b="1"/>
            </a:lvl3pPr>
            <a:lvl4pPr marL="1371600" indent="0" latinLnBrk="0">
              <a:buNone/>
              <a:defRPr lang="es-ES" sz="1600" b="1"/>
            </a:lvl4pPr>
            <a:lvl5pPr marL="1828800" indent="0" latinLnBrk="0">
              <a:buNone/>
              <a:defRPr lang="es-ES" sz="1600" b="1"/>
            </a:lvl5pPr>
            <a:lvl6pPr marL="2286000" indent="0" latinLnBrk="0">
              <a:buNone/>
              <a:defRPr lang="es-ES" sz="1600" b="1"/>
            </a:lvl6pPr>
            <a:lvl7pPr marL="2743200" indent="0" latinLnBrk="0">
              <a:buNone/>
              <a:defRPr lang="es-ES" sz="1600" b="1"/>
            </a:lvl7pPr>
            <a:lvl8pPr marL="3200400" indent="0" latinLnBrk="0">
              <a:buNone/>
              <a:defRPr lang="es-ES" sz="1600" b="1"/>
            </a:lvl8pPr>
            <a:lvl9pPr marL="3657600" indent="0" latinLnBrk="0">
              <a:buNone/>
              <a:defRPr lang="es-ES"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10" name="Marcador de posición de texto 3"/>
          <p:cNvSpPr>
            <a:spLocks noGrp="1"/>
          </p:cNvSpPr>
          <p:nvPr>
            <p:ph type="body" sz="half" idx="16"/>
          </p:nvPr>
        </p:nvSpPr>
        <p:spPr>
          <a:xfrm>
            <a:off x="3945471" y="3022683"/>
            <a:ext cx="3063240" cy="2913513"/>
          </a:xfrm>
        </p:spPr>
        <p:txBody>
          <a:bodyPr>
            <a:normAutofit/>
          </a:bodyPr>
          <a:lstStyle>
            <a:lvl1pPr marL="0" indent="0" latinLnBrk="0">
              <a:buNone/>
              <a:defRPr lang="es-ES" sz="1400"/>
            </a:lvl1pPr>
            <a:lvl2pPr marL="457200" indent="0" latinLnBrk="0">
              <a:buNone/>
              <a:defRPr lang="es-ES" sz="1200"/>
            </a:lvl2pPr>
            <a:lvl3pPr marL="914400" indent="0" latinLnBrk="0">
              <a:buNone/>
              <a:defRPr lang="es-ES" sz="1000"/>
            </a:lvl3pPr>
            <a:lvl4pPr marL="1371600" indent="0" latinLnBrk="0">
              <a:buNone/>
              <a:defRPr lang="es-ES" sz="900"/>
            </a:lvl4pPr>
            <a:lvl5pPr marL="1828800" indent="0" latinLnBrk="0">
              <a:buNone/>
              <a:defRPr lang="es-ES" sz="900"/>
            </a:lvl5pPr>
            <a:lvl6pPr marL="2286000" indent="0" latinLnBrk="0">
              <a:buNone/>
              <a:defRPr lang="es-ES" sz="900"/>
            </a:lvl6pPr>
            <a:lvl7pPr marL="2743200" indent="0" latinLnBrk="0">
              <a:buNone/>
              <a:defRPr lang="es-ES" sz="900"/>
            </a:lvl7pPr>
            <a:lvl8pPr marL="3200400" indent="0" latinLnBrk="0">
              <a:buNone/>
              <a:defRPr lang="es-ES" sz="900"/>
            </a:lvl8pPr>
            <a:lvl9pPr marL="3657600" indent="0" latinLnBrk="0">
              <a:buNone/>
              <a:defRPr lang="es-ES"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11" name="Marcador de posición de texto 4"/>
          <p:cNvSpPr>
            <a:spLocks noGrp="1"/>
          </p:cNvSpPr>
          <p:nvPr>
            <p:ph type="body" sz="quarter" idx="13"/>
          </p:nvPr>
        </p:nvSpPr>
        <p:spPr>
          <a:xfrm>
            <a:off x="7224165" y="2336873"/>
            <a:ext cx="3070025" cy="576262"/>
          </a:xfrm>
        </p:spPr>
        <p:txBody>
          <a:bodyPr anchor="b">
            <a:noAutofit/>
          </a:bodyPr>
          <a:lstStyle>
            <a:lvl1pPr marL="0" indent="0" latinLnBrk="0">
              <a:buNone/>
              <a:defRPr lang="es-ES" sz="2400" b="0">
                <a:solidFill>
                  <a:schemeClr val="tx1"/>
                </a:solidFill>
              </a:defRPr>
            </a:lvl1pPr>
            <a:lvl2pPr marL="457200" indent="0" latinLnBrk="0">
              <a:buNone/>
              <a:defRPr lang="es-ES" sz="2000" b="1"/>
            </a:lvl2pPr>
            <a:lvl3pPr marL="914400" indent="0" latinLnBrk="0">
              <a:buNone/>
              <a:defRPr lang="es-ES" sz="1800" b="1"/>
            </a:lvl3pPr>
            <a:lvl4pPr marL="1371600" indent="0" latinLnBrk="0">
              <a:buNone/>
              <a:defRPr lang="es-ES" sz="1600" b="1"/>
            </a:lvl4pPr>
            <a:lvl5pPr marL="1828800" indent="0" latinLnBrk="0">
              <a:buNone/>
              <a:defRPr lang="es-ES" sz="1600" b="1"/>
            </a:lvl5pPr>
            <a:lvl6pPr marL="2286000" indent="0" latinLnBrk="0">
              <a:buNone/>
              <a:defRPr lang="es-ES" sz="1600" b="1"/>
            </a:lvl6pPr>
            <a:lvl7pPr marL="2743200" indent="0" latinLnBrk="0">
              <a:buNone/>
              <a:defRPr lang="es-ES" sz="1600" b="1"/>
            </a:lvl7pPr>
            <a:lvl8pPr marL="3200400" indent="0" latinLnBrk="0">
              <a:buNone/>
              <a:defRPr lang="es-ES" sz="1600" b="1"/>
            </a:lvl8pPr>
            <a:lvl9pPr marL="3657600" indent="0" latinLnBrk="0">
              <a:buNone/>
              <a:defRPr lang="es-ES"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12" name="Marcador de posición de texto 3"/>
          <p:cNvSpPr>
            <a:spLocks noGrp="1"/>
          </p:cNvSpPr>
          <p:nvPr>
            <p:ph type="body" sz="half" idx="17"/>
          </p:nvPr>
        </p:nvSpPr>
        <p:spPr>
          <a:xfrm>
            <a:off x="7224165" y="3022683"/>
            <a:ext cx="3070025" cy="2913513"/>
          </a:xfrm>
        </p:spPr>
        <p:txBody>
          <a:bodyPr>
            <a:normAutofit/>
          </a:bodyPr>
          <a:lstStyle>
            <a:lvl1pPr marL="0" indent="0" latinLnBrk="0">
              <a:buNone/>
              <a:defRPr lang="es-ES" sz="1400"/>
            </a:lvl1pPr>
            <a:lvl2pPr marL="457200" indent="0" latinLnBrk="0">
              <a:buNone/>
              <a:defRPr lang="es-ES" sz="1200"/>
            </a:lvl2pPr>
            <a:lvl3pPr marL="914400" indent="0" latinLnBrk="0">
              <a:buNone/>
              <a:defRPr lang="es-ES" sz="1000"/>
            </a:lvl3pPr>
            <a:lvl4pPr marL="1371600" indent="0" latinLnBrk="0">
              <a:buNone/>
              <a:defRPr lang="es-ES" sz="900"/>
            </a:lvl4pPr>
            <a:lvl5pPr marL="1828800" indent="0" latinLnBrk="0">
              <a:buNone/>
              <a:defRPr lang="es-ES" sz="900"/>
            </a:lvl5pPr>
            <a:lvl6pPr marL="2286000" indent="0" latinLnBrk="0">
              <a:buNone/>
              <a:defRPr lang="es-ES" sz="900"/>
            </a:lvl6pPr>
            <a:lvl7pPr marL="2743200" indent="0" latinLnBrk="0">
              <a:buNone/>
              <a:defRPr lang="es-ES" sz="900"/>
            </a:lvl7pPr>
            <a:lvl8pPr marL="3200400" indent="0" latinLnBrk="0">
              <a:buNone/>
              <a:defRPr lang="es-ES" sz="900"/>
            </a:lvl8pPr>
            <a:lvl9pPr marL="3657600" indent="0" latinLnBrk="0">
              <a:buNone/>
              <a:defRPr lang="es-ES"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18" name="Marcador de posición de fecha 2"/>
          <p:cNvSpPr>
            <a:spLocks noGrp="1"/>
          </p:cNvSpPr>
          <p:nvPr>
            <p:ph type="dt" sz="half" idx="1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9" name="Marcador de posición de pie de página 3"/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Calidad de Sistemas de Software  - 2019</a:t>
            </a:r>
            <a:endParaRPr/>
          </a:p>
        </p:txBody>
      </p:sp>
      <p:sp>
        <p:nvSpPr>
          <p:cNvPr id="20" name="Marcador de posición de número de diapositiva 4"/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4E97C5-A54D-4637-87DC-EAEF6EB498D5}" type="slidenum">
              <a:rPr/>
              <a:pPr>
                <a:defRPr/>
              </a:pPr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63867259"/>
      </p:ext>
    </p:extLst>
  </p:cSld>
  <p:clrMapOvr>
    <a:masterClrMapping/>
  </p:clrMapOvr>
  <p:transition spd="med">
    <p:fade/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3 imáge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n 14" descr="HD-ShadowLong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70096"/>
            <a:ext cx="10437813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Imagen 15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85455" y="1971679"/>
            <a:ext cx="1603375" cy="144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Rectángulo 16"/>
          <p:cNvSpPr/>
          <p:nvPr/>
        </p:nvSpPr>
        <p:spPr>
          <a:xfrm>
            <a:off x="0" y="609608"/>
            <a:ext cx="10437813" cy="1368425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ángulo 17"/>
          <p:cNvSpPr/>
          <p:nvPr/>
        </p:nvSpPr>
        <p:spPr>
          <a:xfrm>
            <a:off x="10585455" y="609608"/>
            <a:ext cx="1603375" cy="13684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ítulo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60" cy="1080938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19" name="Marcador de posición de texto 2"/>
          <p:cNvSpPr>
            <a:spLocks noGrp="1"/>
          </p:cNvSpPr>
          <p:nvPr>
            <p:ph type="body" idx="1"/>
          </p:nvPr>
        </p:nvSpPr>
        <p:spPr>
          <a:xfrm>
            <a:off x="680328" y="4297503"/>
            <a:ext cx="3049705" cy="576262"/>
          </a:xfrm>
        </p:spPr>
        <p:txBody>
          <a:bodyPr anchor="b">
            <a:noAutofit/>
          </a:bodyPr>
          <a:lstStyle>
            <a:lvl1pPr marL="0" indent="0" latinLnBrk="0">
              <a:buNone/>
              <a:defRPr lang="es-ES" sz="2400" b="0">
                <a:solidFill>
                  <a:schemeClr val="tx1"/>
                </a:solidFill>
              </a:defRPr>
            </a:lvl1pPr>
            <a:lvl2pPr marL="457200" indent="0" latinLnBrk="0">
              <a:buNone/>
              <a:defRPr lang="es-ES" sz="2000" b="1"/>
            </a:lvl2pPr>
            <a:lvl3pPr marL="914400" indent="0" latinLnBrk="0">
              <a:buNone/>
              <a:defRPr lang="es-ES" sz="1800" b="1"/>
            </a:lvl3pPr>
            <a:lvl4pPr marL="1371600" indent="0" latinLnBrk="0">
              <a:buNone/>
              <a:defRPr lang="es-ES" sz="1600" b="1"/>
            </a:lvl4pPr>
            <a:lvl5pPr marL="1828800" indent="0" latinLnBrk="0">
              <a:buNone/>
              <a:defRPr lang="es-ES" sz="1600" b="1"/>
            </a:lvl5pPr>
            <a:lvl6pPr marL="2286000" indent="0" latinLnBrk="0">
              <a:buNone/>
              <a:defRPr lang="es-ES" sz="1600" b="1"/>
            </a:lvl6pPr>
            <a:lvl7pPr marL="2743200" indent="0" latinLnBrk="0">
              <a:buNone/>
              <a:defRPr lang="es-ES" sz="1600" b="1"/>
            </a:lvl7pPr>
            <a:lvl8pPr marL="3200400" indent="0" latinLnBrk="0">
              <a:buNone/>
              <a:defRPr lang="es-ES" sz="1600" b="1"/>
            </a:lvl8pPr>
            <a:lvl9pPr marL="3657600" indent="0" latinLnBrk="0">
              <a:buNone/>
              <a:defRPr lang="es-ES"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20" name="Marcador de posición de imagen 2"/>
          <p:cNvSpPr>
            <a:spLocks noGrp="1" noChangeAspect="1"/>
          </p:cNvSpPr>
          <p:nvPr>
            <p:ph type="pic" idx="15"/>
          </p:nvPr>
        </p:nvSpPr>
        <p:spPr>
          <a:xfrm>
            <a:off x="68032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rtlCol="0">
            <a:normAutofit/>
          </a:bodyPr>
          <a:lstStyle>
            <a:lvl1pPr marL="0" indent="0" algn="ctr" latinLnBrk="0">
              <a:buNone/>
              <a:defRPr lang="es-ES" sz="1600"/>
            </a:lvl1pPr>
            <a:lvl2pPr marL="457200" indent="0" latinLnBrk="0">
              <a:buNone/>
              <a:defRPr lang="es-ES" sz="1600"/>
            </a:lvl2pPr>
            <a:lvl3pPr marL="914400" indent="0" latinLnBrk="0">
              <a:buNone/>
              <a:defRPr lang="es-ES" sz="1600"/>
            </a:lvl3pPr>
            <a:lvl4pPr marL="1371600" indent="0" latinLnBrk="0">
              <a:buNone/>
              <a:defRPr lang="es-ES" sz="1600"/>
            </a:lvl4pPr>
            <a:lvl5pPr marL="1828800" indent="0" latinLnBrk="0">
              <a:buNone/>
              <a:defRPr lang="es-ES" sz="1600"/>
            </a:lvl5pPr>
            <a:lvl6pPr marL="2286000" indent="0" latinLnBrk="0">
              <a:buNone/>
              <a:defRPr lang="es-ES" sz="1600"/>
            </a:lvl6pPr>
            <a:lvl7pPr marL="2743200" indent="0" latinLnBrk="0">
              <a:buNone/>
              <a:defRPr lang="es-ES" sz="1600"/>
            </a:lvl7pPr>
            <a:lvl8pPr marL="3200400" indent="0" latinLnBrk="0">
              <a:buNone/>
              <a:defRPr lang="es-ES" sz="1600"/>
            </a:lvl8pPr>
            <a:lvl9pPr marL="3657600" indent="0" latinLnBrk="0">
              <a:buNone/>
              <a:defRPr lang="es-ES" sz="1600"/>
            </a:lvl9pPr>
          </a:lstStyle>
          <a:p>
            <a:pPr lvl="0"/>
            <a:r>
              <a:rPr lang="es-ES" noProof="0"/>
              <a:t>Haga clic en el icono para agregar una imagen</a:t>
            </a:r>
          </a:p>
        </p:txBody>
      </p:sp>
      <p:sp>
        <p:nvSpPr>
          <p:cNvPr id="21" name="Marcador de posición de texto 3"/>
          <p:cNvSpPr>
            <a:spLocks noGrp="1"/>
          </p:cNvSpPr>
          <p:nvPr>
            <p:ph type="body" sz="half" idx="18"/>
          </p:nvPr>
        </p:nvSpPr>
        <p:spPr>
          <a:xfrm>
            <a:off x="680328" y="4873765"/>
            <a:ext cx="3049705" cy="1062422"/>
          </a:xfrm>
        </p:spPr>
        <p:txBody>
          <a:bodyPr>
            <a:normAutofit/>
          </a:bodyPr>
          <a:lstStyle>
            <a:lvl1pPr marL="0" indent="0" latinLnBrk="0">
              <a:buNone/>
              <a:defRPr lang="es-ES" sz="1400"/>
            </a:lvl1pPr>
            <a:lvl2pPr marL="457200" indent="0" latinLnBrk="0">
              <a:buNone/>
              <a:defRPr lang="es-ES" sz="1200"/>
            </a:lvl2pPr>
            <a:lvl3pPr marL="914400" indent="0" latinLnBrk="0">
              <a:buNone/>
              <a:defRPr lang="es-ES" sz="1000"/>
            </a:lvl3pPr>
            <a:lvl4pPr marL="1371600" indent="0" latinLnBrk="0">
              <a:buNone/>
              <a:defRPr lang="es-ES" sz="900"/>
            </a:lvl4pPr>
            <a:lvl5pPr marL="1828800" indent="0" latinLnBrk="0">
              <a:buNone/>
              <a:defRPr lang="es-ES" sz="900"/>
            </a:lvl5pPr>
            <a:lvl6pPr marL="2286000" indent="0" latinLnBrk="0">
              <a:buNone/>
              <a:defRPr lang="es-ES" sz="900"/>
            </a:lvl6pPr>
            <a:lvl7pPr marL="2743200" indent="0" latinLnBrk="0">
              <a:buNone/>
              <a:defRPr lang="es-ES" sz="900"/>
            </a:lvl7pPr>
            <a:lvl8pPr marL="3200400" indent="0" latinLnBrk="0">
              <a:buNone/>
              <a:defRPr lang="es-ES" sz="900"/>
            </a:lvl8pPr>
            <a:lvl9pPr marL="3657600" indent="0" latinLnBrk="0">
              <a:buNone/>
              <a:defRPr lang="es-ES"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22" name="Marcador de posición de texto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 latinLnBrk="0">
              <a:buNone/>
              <a:defRPr lang="es-ES" sz="2400" b="0">
                <a:solidFill>
                  <a:schemeClr val="tx1"/>
                </a:solidFill>
              </a:defRPr>
            </a:lvl1pPr>
            <a:lvl2pPr marL="457200" indent="0" latinLnBrk="0">
              <a:buNone/>
              <a:defRPr lang="es-ES" sz="2000" b="1"/>
            </a:lvl2pPr>
            <a:lvl3pPr marL="914400" indent="0" latinLnBrk="0">
              <a:buNone/>
              <a:defRPr lang="es-ES" sz="1800" b="1"/>
            </a:lvl3pPr>
            <a:lvl4pPr marL="1371600" indent="0" latinLnBrk="0">
              <a:buNone/>
              <a:defRPr lang="es-ES" sz="1600" b="1"/>
            </a:lvl4pPr>
            <a:lvl5pPr marL="1828800" indent="0" latinLnBrk="0">
              <a:buNone/>
              <a:defRPr lang="es-ES" sz="1600" b="1"/>
            </a:lvl5pPr>
            <a:lvl6pPr marL="2286000" indent="0" latinLnBrk="0">
              <a:buNone/>
              <a:defRPr lang="es-ES" sz="1600" b="1"/>
            </a:lvl6pPr>
            <a:lvl7pPr marL="2743200" indent="0" latinLnBrk="0">
              <a:buNone/>
              <a:defRPr lang="es-ES" sz="1600" b="1"/>
            </a:lvl7pPr>
            <a:lvl8pPr marL="3200400" indent="0" latinLnBrk="0">
              <a:buNone/>
              <a:defRPr lang="es-ES" sz="1600" b="1"/>
            </a:lvl8pPr>
            <a:lvl9pPr marL="3657600" indent="0" latinLnBrk="0">
              <a:buNone/>
              <a:defRPr lang="es-ES"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23" name="Marcador de posición de imagen 2"/>
          <p:cNvSpPr>
            <a:spLocks noGrp="1" noChangeAspect="1"/>
          </p:cNvSpPr>
          <p:nvPr>
            <p:ph type="pic" idx="21"/>
          </p:nvPr>
        </p:nvSpPr>
        <p:spPr>
          <a:xfrm>
            <a:off x="3945471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rtlCol="0">
            <a:normAutofit/>
          </a:bodyPr>
          <a:lstStyle>
            <a:lvl1pPr marL="0" indent="0" algn="ctr" latinLnBrk="0">
              <a:buNone/>
              <a:defRPr lang="es-ES" sz="1600"/>
            </a:lvl1pPr>
            <a:lvl2pPr marL="457200" indent="0" latinLnBrk="0">
              <a:buNone/>
              <a:defRPr lang="es-ES" sz="1600"/>
            </a:lvl2pPr>
            <a:lvl3pPr marL="914400" indent="0" latinLnBrk="0">
              <a:buNone/>
              <a:defRPr lang="es-ES" sz="1600"/>
            </a:lvl3pPr>
            <a:lvl4pPr marL="1371600" indent="0" latinLnBrk="0">
              <a:buNone/>
              <a:defRPr lang="es-ES" sz="1600"/>
            </a:lvl4pPr>
            <a:lvl5pPr marL="1828800" indent="0" latinLnBrk="0">
              <a:buNone/>
              <a:defRPr lang="es-ES" sz="1600"/>
            </a:lvl5pPr>
            <a:lvl6pPr marL="2286000" indent="0" latinLnBrk="0">
              <a:buNone/>
              <a:defRPr lang="es-ES" sz="1600"/>
            </a:lvl6pPr>
            <a:lvl7pPr marL="2743200" indent="0" latinLnBrk="0">
              <a:buNone/>
              <a:defRPr lang="es-ES" sz="1600"/>
            </a:lvl7pPr>
            <a:lvl8pPr marL="3200400" indent="0" latinLnBrk="0">
              <a:buNone/>
              <a:defRPr lang="es-ES" sz="1600"/>
            </a:lvl8pPr>
            <a:lvl9pPr marL="3657600" indent="0" latinLnBrk="0">
              <a:buNone/>
              <a:defRPr lang="es-ES" sz="1600"/>
            </a:lvl9pPr>
          </a:lstStyle>
          <a:p>
            <a:pPr lvl="0"/>
            <a:r>
              <a:rPr lang="es-ES" noProof="0"/>
              <a:t>Haga clic en el icono para agregar una imagen</a:t>
            </a:r>
          </a:p>
        </p:txBody>
      </p:sp>
      <p:sp>
        <p:nvSpPr>
          <p:cNvPr id="24" name="Marcador de posición de texto 3"/>
          <p:cNvSpPr>
            <a:spLocks noGrp="1"/>
          </p:cNvSpPr>
          <p:nvPr>
            <p:ph type="body" sz="half" idx="19"/>
          </p:nvPr>
        </p:nvSpPr>
        <p:spPr>
          <a:xfrm>
            <a:off x="3944126" y="4873764"/>
            <a:ext cx="3067297" cy="1062422"/>
          </a:xfrm>
        </p:spPr>
        <p:txBody>
          <a:bodyPr>
            <a:normAutofit/>
          </a:bodyPr>
          <a:lstStyle>
            <a:lvl1pPr marL="0" indent="0" latinLnBrk="0">
              <a:buNone/>
              <a:defRPr lang="es-ES" sz="1400"/>
            </a:lvl1pPr>
            <a:lvl2pPr marL="457200" indent="0" latinLnBrk="0">
              <a:buNone/>
              <a:defRPr lang="es-ES" sz="1200"/>
            </a:lvl2pPr>
            <a:lvl3pPr marL="914400" indent="0" latinLnBrk="0">
              <a:buNone/>
              <a:defRPr lang="es-ES" sz="1000"/>
            </a:lvl3pPr>
            <a:lvl4pPr marL="1371600" indent="0" latinLnBrk="0">
              <a:buNone/>
              <a:defRPr lang="es-ES" sz="900"/>
            </a:lvl4pPr>
            <a:lvl5pPr marL="1828800" indent="0" latinLnBrk="0">
              <a:buNone/>
              <a:defRPr lang="es-ES" sz="900"/>
            </a:lvl5pPr>
            <a:lvl6pPr marL="2286000" indent="0" latinLnBrk="0">
              <a:buNone/>
              <a:defRPr lang="es-ES" sz="900"/>
            </a:lvl6pPr>
            <a:lvl7pPr marL="2743200" indent="0" latinLnBrk="0">
              <a:buNone/>
              <a:defRPr lang="es-ES" sz="900"/>
            </a:lvl7pPr>
            <a:lvl8pPr marL="3200400" indent="0" latinLnBrk="0">
              <a:buNone/>
              <a:defRPr lang="es-ES" sz="900"/>
            </a:lvl8pPr>
            <a:lvl9pPr marL="3657600" indent="0" latinLnBrk="0">
              <a:buNone/>
              <a:defRPr lang="es-ES"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25" name="Marcador de posición de texto 4"/>
          <p:cNvSpPr>
            <a:spLocks noGrp="1"/>
          </p:cNvSpPr>
          <p:nvPr>
            <p:ph type="body" sz="quarter" idx="13"/>
          </p:nvPr>
        </p:nvSpPr>
        <p:spPr>
          <a:xfrm>
            <a:off x="7230688" y="4297503"/>
            <a:ext cx="3063505" cy="576262"/>
          </a:xfrm>
        </p:spPr>
        <p:txBody>
          <a:bodyPr anchor="b">
            <a:noAutofit/>
          </a:bodyPr>
          <a:lstStyle>
            <a:lvl1pPr marL="0" indent="0" latinLnBrk="0">
              <a:buNone/>
              <a:defRPr lang="es-ES" sz="2400" b="0">
                <a:solidFill>
                  <a:schemeClr val="tx1"/>
                </a:solidFill>
              </a:defRPr>
            </a:lvl1pPr>
            <a:lvl2pPr marL="457200" indent="0" latinLnBrk="0">
              <a:buNone/>
              <a:defRPr lang="es-ES" sz="2000" b="1"/>
            </a:lvl2pPr>
            <a:lvl3pPr marL="914400" indent="0" latinLnBrk="0">
              <a:buNone/>
              <a:defRPr lang="es-ES" sz="1800" b="1"/>
            </a:lvl3pPr>
            <a:lvl4pPr marL="1371600" indent="0" latinLnBrk="0">
              <a:buNone/>
              <a:defRPr lang="es-ES" sz="1600" b="1"/>
            </a:lvl4pPr>
            <a:lvl5pPr marL="1828800" indent="0" latinLnBrk="0">
              <a:buNone/>
              <a:defRPr lang="es-ES" sz="1600" b="1"/>
            </a:lvl5pPr>
            <a:lvl6pPr marL="2286000" indent="0" latinLnBrk="0">
              <a:buNone/>
              <a:defRPr lang="es-ES" sz="1600" b="1"/>
            </a:lvl6pPr>
            <a:lvl7pPr marL="2743200" indent="0" latinLnBrk="0">
              <a:buNone/>
              <a:defRPr lang="es-ES" sz="1600" b="1"/>
            </a:lvl7pPr>
            <a:lvl8pPr marL="3200400" indent="0" latinLnBrk="0">
              <a:buNone/>
              <a:defRPr lang="es-ES" sz="1600" b="1"/>
            </a:lvl8pPr>
            <a:lvl9pPr marL="3657600" indent="0" latinLnBrk="0">
              <a:buNone/>
              <a:defRPr lang="es-ES"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26" name="Marcador de posición de imagen 2"/>
          <p:cNvSpPr>
            <a:spLocks noGrp="1" noChangeAspect="1"/>
          </p:cNvSpPr>
          <p:nvPr>
            <p:ph type="pic" idx="22"/>
          </p:nvPr>
        </p:nvSpPr>
        <p:spPr>
          <a:xfrm>
            <a:off x="7230686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rtlCol="0">
            <a:normAutofit/>
          </a:bodyPr>
          <a:lstStyle>
            <a:lvl1pPr marL="0" indent="0" algn="ctr" latinLnBrk="0">
              <a:buNone/>
              <a:defRPr lang="es-ES" sz="1600"/>
            </a:lvl1pPr>
            <a:lvl2pPr marL="457200" indent="0" latinLnBrk="0">
              <a:buNone/>
              <a:defRPr lang="es-ES" sz="1600"/>
            </a:lvl2pPr>
            <a:lvl3pPr marL="914400" indent="0" latinLnBrk="0">
              <a:buNone/>
              <a:defRPr lang="es-ES" sz="1600"/>
            </a:lvl3pPr>
            <a:lvl4pPr marL="1371600" indent="0" latinLnBrk="0">
              <a:buNone/>
              <a:defRPr lang="es-ES" sz="1600"/>
            </a:lvl4pPr>
            <a:lvl5pPr marL="1828800" indent="0" latinLnBrk="0">
              <a:buNone/>
              <a:defRPr lang="es-ES" sz="1600"/>
            </a:lvl5pPr>
            <a:lvl6pPr marL="2286000" indent="0" latinLnBrk="0">
              <a:buNone/>
              <a:defRPr lang="es-ES" sz="1600"/>
            </a:lvl6pPr>
            <a:lvl7pPr marL="2743200" indent="0" latinLnBrk="0">
              <a:buNone/>
              <a:defRPr lang="es-ES" sz="1600"/>
            </a:lvl7pPr>
            <a:lvl8pPr marL="3200400" indent="0" latinLnBrk="0">
              <a:buNone/>
              <a:defRPr lang="es-ES" sz="1600"/>
            </a:lvl8pPr>
            <a:lvl9pPr marL="3657600" indent="0" latinLnBrk="0">
              <a:buNone/>
              <a:defRPr lang="es-ES" sz="1600"/>
            </a:lvl9pPr>
          </a:lstStyle>
          <a:p>
            <a:pPr lvl="0"/>
            <a:r>
              <a:rPr lang="es-ES" noProof="0"/>
              <a:t>Haga clic en el icono para agregar una imagen</a:t>
            </a:r>
          </a:p>
        </p:txBody>
      </p:sp>
      <p:sp>
        <p:nvSpPr>
          <p:cNvPr id="27" name="Marcador de posición de texto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>
            <a:normAutofit/>
          </a:bodyPr>
          <a:lstStyle>
            <a:lvl1pPr marL="0" indent="0" latinLnBrk="0">
              <a:buNone/>
              <a:defRPr lang="es-ES" sz="1400"/>
            </a:lvl1pPr>
            <a:lvl2pPr marL="457200" indent="0" latinLnBrk="0">
              <a:buNone/>
              <a:defRPr lang="es-ES" sz="1200"/>
            </a:lvl2pPr>
            <a:lvl3pPr marL="914400" indent="0" latinLnBrk="0">
              <a:buNone/>
              <a:defRPr lang="es-ES" sz="1000"/>
            </a:lvl3pPr>
            <a:lvl4pPr marL="1371600" indent="0" latinLnBrk="0">
              <a:buNone/>
              <a:defRPr lang="es-ES" sz="900"/>
            </a:lvl4pPr>
            <a:lvl5pPr marL="1828800" indent="0" latinLnBrk="0">
              <a:buNone/>
              <a:defRPr lang="es-ES" sz="900"/>
            </a:lvl5pPr>
            <a:lvl6pPr marL="2286000" indent="0" latinLnBrk="0">
              <a:buNone/>
              <a:defRPr lang="es-ES" sz="900"/>
            </a:lvl6pPr>
            <a:lvl7pPr marL="2743200" indent="0" latinLnBrk="0">
              <a:buNone/>
              <a:defRPr lang="es-ES" sz="900"/>
            </a:lvl7pPr>
            <a:lvl8pPr marL="3200400" indent="0" latinLnBrk="0">
              <a:buNone/>
              <a:defRPr lang="es-ES" sz="900"/>
            </a:lvl8pPr>
            <a:lvl9pPr marL="3657600" indent="0" latinLnBrk="0">
              <a:buNone/>
              <a:defRPr lang="es-ES"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16" name="Marcador de posición de fecha 2"/>
          <p:cNvSpPr>
            <a:spLocks noGrp="1"/>
          </p:cNvSpPr>
          <p:nvPr>
            <p:ph type="dt" sz="half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7" name="Marcador de posición de pie de página 3"/>
          <p:cNvSpPr>
            <a:spLocks noGrp="1"/>
          </p:cNvSpPr>
          <p:nvPr>
            <p:ph type="ftr" sz="quarter" idx="2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Calidad de Sistemas de Software  - 2019</a:t>
            </a:r>
            <a:endParaRPr/>
          </a:p>
        </p:txBody>
      </p:sp>
      <p:sp>
        <p:nvSpPr>
          <p:cNvPr id="18" name="Marcador de posición de número de diapositiva 4"/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9E7158-3B53-4849-A887-65E9BDF58355}" type="slidenum">
              <a:rPr/>
              <a:pPr>
                <a:defRPr/>
              </a:pPr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79135080"/>
      </p:ext>
    </p:extLst>
  </p:cSld>
  <p:clrMapOvr>
    <a:masterClrMapping/>
  </p:clrMapOvr>
  <p:transition spd="med">
    <p:fade/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6" descr="HD-ShadowLong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70096"/>
            <a:ext cx="10437813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Imagen 7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85455" y="1971679"/>
            <a:ext cx="1603375" cy="144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ángulo 8"/>
          <p:cNvSpPr/>
          <p:nvPr/>
        </p:nvSpPr>
        <p:spPr>
          <a:xfrm>
            <a:off x="0" y="609608"/>
            <a:ext cx="10437813" cy="1368425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Rectángulo 9"/>
          <p:cNvSpPr/>
          <p:nvPr/>
        </p:nvSpPr>
        <p:spPr>
          <a:xfrm>
            <a:off x="10585455" y="609608"/>
            <a:ext cx="1603375" cy="13684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 latinLnBrk="0">
              <a:defRPr lang="es-ES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8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9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Calidad de Sistemas de Software  - 2019</a:t>
            </a:r>
            <a:endParaRPr/>
          </a:p>
        </p:txBody>
      </p:sp>
      <p:sp>
        <p:nvSpPr>
          <p:cNvPr id="10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3D67A5-90E8-4B48-8233-BDB289E70A88}" type="slidenum">
              <a:rPr/>
              <a:pPr>
                <a:defRPr/>
              </a:pPr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98759137"/>
      </p:ext>
    </p:extLst>
  </p:cSld>
  <p:clrMapOvr>
    <a:masterClrMapping/>
  </p:clrMapOvr>
  <p:transition spd="med">
    <p:fade/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y texto vertica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6"/>
          <p:cNvSpPr/>
          <p:nvPr/>
        </p:nvSpPr>
        <p:spPr>
          <a:xfrm rot="5400000">
            <a:off x="8116094" y="1869289"/>
            <a:ext cx="5106988" cy="1368425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Rectángulo 7"/>
          <p:cNvSpPr/>
          <p:nvPr/>
        </p:nvSpPr>
        <p:spPr>
          <a:xfrm rot="5400000">
            <a:off x="9867906" y="5372108"/>
            <a:ext cx="1603375" cy="13684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10129233" y="609597"/>
            <a:ext cx="1073803" cy="4353760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texto vertical 2"/>
          <p:cNvSpPr>
            <a:spLocks noGrp="1"/>
          </p:cNvSpPr>
          <p:nvPr>
            <p:ph type="body" orient="vert" idx="1"/>
          </p:nvPr>
        </p:nvSpPr>
        <p:spPr>
          <a:xfrm>
            <a:off x="680322" y="609608"/>
            <a:ext cx="8870004" cy="5326589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osición de fecha 3"/>
          <p:cNvSpPr>
            <a:spLocks noGrp="1"/>
          </p:cNvSpPr>
          <p:nvPr>
            <p:ph type="dt" sz="half" idx="10"/>
          </p:nvPr>
        </p:nvSpPr>
        <p:spPr>
          <a:xfrm>
            <a:off x="6807200" y="5935671"/>
            <a:ext cx="27432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7" name="Marcador de posición de pie de página 4"/>
          <p:cNvSpPr>
            <a:spLocks noGrp="1"/>
          </p:cNvSpPr>
          <p:nvPr>
            <p:ph type="ftr" sz="quarter" idx="11"/>
          </p:nvPr>
        </p:nvSpPr>
        <p:spPr>
          <a:xfrm>
            <a:off x="681037" y="5935671"/>
            <a:ext cx="6126163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Calidad de Sistemas de Software  - 2019</a:t>
            </a:r>
            <a:endParaRPr/>
          </a:p>
        </p:txBody>
      </p:sp>
      <p:sp>
        <p:nvSpPr>
          <p:cNvPr id="8" name="Marcador de posición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10098088" y="5399088"/>
            <a:ext cx="1154112" cy="1090612"/>
          </a:xfrm>
        </p:spPr>
        <p:txBody>
          <a:bodyPr anchor="t"/>
          <a:lstStyle>
            <a:lvl1pPr algn="ctr" latinLnBrk="0">
              <a:defRPr lang="es-ES"/>
            </a:lvl1pPr>
          </a:lstStyle>
          <a:p>
            <a:pPr>
              <a:defRPr/>
            </a:pPr>
            <a:fld id="{BA39E182-5622-49E2-B219-C94A496064CE}" type="slidenum">
              <a:rPr/>
              <a:pPr>
                <a:defRPr/>
              </a:pPr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62907332"/>
      </p:ext>
    </p:extLst>
  </p:cSld>
  <p:clrMapOvr>
    <a:masterClrMapping/>
  </p:clrMapOvr>
  <p:transition spd="med">
    <p:fade/>
  </p:transition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16" name="15 Marcador de texto"/>
          <p:cNvSpPr>
            <a:spLocks noGrp="1"/>
          </p:cNvSpPr>
          <p:nvPr>
            <p:ph type="body" sz="quarter" idx="14"/>
          </p:nvPr>
        </p:nvSpPr>
        <p:spPr>
          <a:xfrm>
            <a:off x="4438" y="6451617"/>
            <a:ext cx="4190993" cy="357190"/>
          </a:xfrm>
        </p:spPr>
        <p:txBody>
          <a:bodyPr>
            <a:noAutofit/>
          </a:bodyPr>
          <a:lstStyle>
            <a:lvl1pPr>
              <a:buNone/>
              <a:defRPr sz="1400">
                <a:solidFill>
                  <a:schemeClr val="bg1"/>
                </a:solidFill>
              </a:defRPr>
            </a:lvl1pPr>
            <a:lvl2pPr>
              <a:buNone/>
              <a:defRPr sz="1400"/>
            </a:lvl2pPr>
            <a:lvl3pPr>
              <a:buNone/>
              <a:defRPr sz="1400"/>
            </a:lvl3pPr>
            <a:lvl4pPr>
              <a:buNone/>
              <a:defRPr sz="1400"/>
            </a:lvl4pPr>
            <a:lvl5pPr>
              <a:buNone/>
              <a:defRPr sz="1400"/>
            </a:lvl5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1097279" y="1845734"/>
            <a:ext cx="10058401" cy="402336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3 Marcador de pie de página"/>
          <p:cNvSpPr>
            <a:spLocks noGrp="1"/>
          </p:cNvSpPr>
          <p:nvPr>
            <p:ph type="ftr" sz="quarter" idx="15"/>
          </p:nvPr>
        </p:nvSpPr>
        <p:spPr>
          <a:xfrm>
            <a:off x="4241803" y="6459546"/>
            <a:ext cx="5183188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Calidad de Sistemas de Software  - 2019</a:t>
            </a:r>
            <a:endParaRPr/>
          </a:p>
        </p:txBody>
      </p:sp>
      <p:sp>
        <p:nvSpPr>
          <p:cNvPr id="6" name="4 Marcador de número de diapositiva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F1FCF6D-C8CF-4BAD-97EB-E2ED6555196C}" type="slidenum">
              <a:rPr/>
              <a:pPr>
                <a:defRPr/>
              </a:pPr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4216114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6" descr="HD-ShadowLong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" y="4243398"/>
            <a:ext cx="89677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Imagen 7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2257" y="4243388"/>
            <a:ext cx="3076575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ángulo 8"/>
          <p:cNvSpPr/>
          <p:nvPr/>
        </p:nvSpPr>
        <p:spPr>
          <a:xfrm>
            <a:off x="3" y="2590800"/>
            <a:ext cx="8967788" cy="165893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Rectángulo 9"/>
          <p:cNvSpPr/>
          <p:nvPr/>
        </p:nvSpPr>
        <p:spPr>
          <a:xfrm>
            <a:off x="9112257" y="2590800"/>
            <a:ext cx="3076575" cy="16589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0331" y="2733709"/>
            <a:ext cx="8144135" cy="1373070"/>
          </a:xfrm>
        </p:spPr>
        <p:txBody>
          <a:bodyPr anchor="b">
            <a:noAutofit/>
          </a:bodyPr>
          <a:lstStyle>
            <a:lvl1pPr algn="r" latinLnBrk="0">
              <a:defRPr lang="es-ES" sz="54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680331" y="4394057"/>
            <a:ext cx="8144135" cy="1117687"/>
          </a:xfrm>
        </p:spPr>
        <p:txBody>
          <a:bodyPr>
            <a:normAutofit/>
          </a:bodyPr>
          <a:lstStyle>
            <a:lvl1pPr marL="0" indent="0" algn="r" latinLnBrk="0">
              <a:buNone/>
              <a:defRPr lang="es-ES" sz="2000"/>
            </a:lvl1pPr>
            <a:lvl2pPr marL="457200" indent="0" algn="ctr" latinLnBrk="0">
              <a:buNone/>
              <a:defRPr lang="es-ES" sz="2000"/>
            </a:lvl2pPr>
            <a:lvl3pPr marL="914400" indent="0" algn="ctr" latinLnBrk="0">
              <a:buNone/>
              <a:defRPr lang="es-ES" sz="1800"/>
            </a:lvl3pPr>
            <a:lvl4pPr marL="1371600" indent="0" algn="ctr" latinLnBrk="0">
              <a:buNone/>
              <a:defRPr lang="es-ES" sz="1600"/>
            </a:lvl4pPr>
            <a:lvl5pPr marL="1828800" indent="0" algn="ctr" latinLnBrk="0">
              <a:buNone/>
              <a:defRPr lang="es-ES" sz="1600"/>
            </a:lvl5pPr>
            <a:lvl6pPr marL="2286000" indent="0" algn="ctr" latinLnBrk="0">
              <a:buNone/>
              <a:defRPr lang="es-ES" sz="1600"/>
            </a:lvl6pPr>
            <a:lvl7pPr marL="2743200" indent="0" algn="ctr" latinLnBrk="0">
              <a:buNone/>
              <a:defRPr lang="es-ES" sz="1600"/>
            </a:lvl7pPr>
            <a:lvl8pPr marL="3200400" indent="0" algn="ctr" latinLnBrk="0">
              <a:buNone/>
              <a:defRPr lang="es-ES" sz="1600"/>
            </a:lvl8pPr>
            <a:lvl9pPr marL="3657600" indent="0" algn="ctr" latinLnBrk="0">
              <a:buNone/>
              <a:defRPr lang="es-ES"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8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9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Calidad de Sistemas de Software  - 2019</a:t>
            </a:r>
            <a:endParaRPr/>
          </a:p>
        </p:txBody>
      </p:sp>
      <p:sp>
        <p:nvSpPr>
          <p:cNvPr id="10" name="Marcador de posición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9255131" y="2749560"/>
            <a:ext cx="1171575" cy="1357313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AABE43-61EB-424F-910D-9B2AE6C84A41}" type="slidenum">
              <a:rPr/>
              <a:pPr>
                <a:defRPr/>
              </a:pPr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91258764"/>
      </p:ext>
    </p:extLst>
  </p:cSld>
  <p:clrMapOvr>
    <a:masterClrMapping/>
  </p:clrMapOvr>
  <p:transition spd="med">
    <p:fade/>
  </p:transition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14" descr="HD-ShadowLong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70098"/>
            <a:ext cx="10437813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Imagen 15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85457" y="1971679"/>
            <a:ext cx="1603375" cy="144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ángulo 16"/>
          <p:cNvSpPr/>
          <p:nvPr/>
        </p:nvSpPr>
        <p:spPr>
          <a:xfrm>
            <a:off x="0" y="609610"/>
            <a:ext cx="10437813" cy="1368425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Rectángulo 17"/>
          <p:cNvSpPr/>
          <p:nvPr/>
        </p:nvSpPr>
        <p:spPr>
          <a:xfrm>
            <a:off x="10585457" y="609610"/>
            <a:ext cx="1603375" cy="13684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8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9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Calidad de Sistemas de Software  - 2019</a:t>
            </a:r>
            <a:endParaRPr/>
          </a:p>
        </p:txBody>
      </p:sp>
      <p:sp>
        <p:nvSpPr>
          <p:cNvPr id="10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678578-A093-48DD-9C55-21A58DDC1691}" type="slidenum">
              <a:rPr/>
              <a:pPr>
                <a:defRPr/>
              </a:pPr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04396414"/>
      </p:ext>
    </p:extLst>
  </p:cSld>
  <p:clrMapOvr>
    <a:masterClrMapping/>
  </p:clrMapOvr>
  <p:transition spd="med">
    <p:fade/>
  </p:transition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6" descr="HD-ShadowLong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086235"/>
            <a:ext cx="10437813" cy="32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Imagen 7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85457" y="4087813"/>
            <a:ext cx="1603375" cy="144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ángulo 8"/>
          <p:cNvSpPr/>
          <p:nvPr/>
        </p:nvSpPr>
        <p:spPr>
          <a:xfrm>
            <a:off x="0" y="2725748"/>
            <a:ext cx="10437813" cy="1368425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Rectángulo 9"/>
          <p:cNvSpPr/>
          <p:nvPr/>
        </p:nvSpPr>
        <p:spPr>
          <a:xfrm>
            <a:off x="10585457" y="2725748"/>
            <a:ext cx="1603375" cy="13684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80323" y="2869895"/>
            <a:ext cx="9613860" cy="1090788"/>
          </a:xfrm>
        </p:spPr>
        <p:txBody>
          <a:bodyPr>
            <a:normAutofit/>
          </a:bodyPr>
          <a:lstStyle>
            <a:lvl1pPr algn="r" latinLnBrk="0">
              <a:defRPr lang="es-ES" sz="36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texto 2"/>
          <p:cNvSpPr>
            <a:spLocks noGrp="1"/>
          </p:cNvSpPr>
          <p:nvPr>
            <p:ph type="body" idx="1"/>
          </p:nvPr>
        </p:nvSpPr>
        <p:spPr>
          <a:xfrm>
            <a:off x="680323" y="4232189"/>
            <a:ext cx="9613860" cy="1704017"/>
          </a:xfrm>
        </p:spPr>
        <p:txBody>
          <a:bodyPr>
            <a:normAutofit/>
          </a:bodyPr>
          <a:lstStyle>
            <a:lvl1pPr marL="0" indent="0" algn="r" latinLnBrk="0">
              <a:buNone/>
              <a:defRPr lang="es-ES"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latinLnBrk="0">
              <a:buNone/>
              <a:defRPr lang="es-ES"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latinLnBrk="0">
              <a:buNone/>
              <a:defRPr lang="es-ES"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latinLnBrk="0">
              <a:buNone/>
              <a:defRPr lang="es-ES"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latinLnBrk="0">
              <a:buNone/>
              <a:defRPr lang="es-ES"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latinLnBrk="0">
              <a:buNone/>
              <a:defRPr lang="es-ES"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latinLnBrk="0">
              <a:buNone/>
              <a:defRPr lang="es-ES"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latinLnBrk="0">
              <a:buNone/>
              <a:defRPr lang="es-ES"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latinLnBrk="0">
              <a:buNone/>
              <a:defRPr lang="es-ES"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8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9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Calidad de Sistemas de Software  - 2019</a:t>
            </a:r>
            <a:endParaRPr/>
          </a:p>
        </p:txBody>
      </p:sp>
      <p:sp>
        <p:nvSpPr>
          <p:cNvPr id="10" name="Marcador de posición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10729913" y="2870210"/>
            <a:ext cx="1154112" cy="1090613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2F981A-13DB-446B-8600-4608DE14842A}" type="slidenum">
              <a:rPr/>
              <a:pPr>
                <a:defRPr/>
              </a:pPr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91984101"/>
      </p:ext>
    </p:extLst>
  </p:cSld>
  <p:clrMapOvr>
    <a:masterClrMapping/>
  </p:clrMapOvr>
  <p:transition spd="med">
    <p:fade/>
  </p:transition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 de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7" descr="HD-ShadowLong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70098"/>
            <a:ext cx="10437813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Imagen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85457" y="1971679"/>
            <a:ext cx="1603375" cy="144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ángulo 9"/>
          <p:cNvSpPr/>
          <p:nvPr/>
        </p:nvSpPr>
        <p:spPr>
          <a:xfrm>
            <a:off x="0" y="609610"/>
            <a:ext cx="10437813" cy="1368425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ángulo 10"/>
          <p:cNvSpPr/>
          <p:nvPr/>
        </p:nvSpPr>
        <p:spPr>
          <a:xfrm>
            <a:off x="10585457" y="609610"/>
            <a:ext cx="1603375" cy="13684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contenido 2"/>
          <p:cNvSpPr>
            <a:spLocks noGrp="1"/>
          </p:cNvSpPr>
          <p:nvPr>
            <p:ph sz="half" idx="1"/>
          </p:nvPr>
        </p:nvSpPr>
        <p:spPr>
          <a:xfrm>
            <a:off x="680331" y="2336873"/>
            <a:ext cx="4698359" cy="3599316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posición de contenido 3"/>
          <p:cNvSpPr>
            <a:spLocks noGrp="1"/>
          </p:cNvSpPr>
          <p:nvPr>
            <p:ph sz="half" idx="2"/>
          </p:nvPr>
        </p:nvSpPr>
        <p:spPr>
          <a:xfrm>
            <a:off x="5594125" y="2336873"/>
            <a:ext cx="4700059" cy="3599316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9" name="Marcador de posición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0" name="Marcador de posición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Calidad de Sistemas de Software  - 2019</a:t>
            </a:r>
            <a:endParaRPr/>
          </a:p>
        </p:txBody>
      </p:sp>
      <p:sp>
        <p:nvSpPr>
          <p:cNvPr id="11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C45ECC-8308-4F7B-A9B4-1B67259588A1}" type="slidenum">
              <a:rPr/>
              <a:pPr>
                <a:defRPr/>
              </a:pPr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07411678"/>
      </p:ext>
    </p:extLst>
  </p:cSld>
  <p:clrMapOvr>
    <a:masterClrMapping/>
  </p:clrMapOvr>
  <p:transition spd="med">
    <p:fade/>
  </p:transition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9" descr="HD-ShadowLong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70098"/>
            <a:ext cx="10437813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Imagen 10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85457" y="1971679"/>
            <a:ext cx="1603375" cy="144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ángulo 11"/>
          <p:cNvSpPr/>
          <p:nvPr/>
        </p:nvSpPr>
        <p:spPr>
          <a:xfrm>
            <a:off x="0" y="609610"/>
            <a:ext cx="10437813" cy="1368425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ángulo 12"/>
          <p:cNvSpPr/>
          <p:nvPr/>
        </p:nvSpPr>
        <p:spPr>
          <a:xfrm>
            <a:off x="10585457" y="609610"/>
            <a:ext cx="1603375" cy="13684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80327" y="753243"/>
            <a:ext cx="9613863" cy="108093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texto 2"/>
          <p:cNvSpPr>
            <a:spLocks noGrp="1"/>
          </p:cNvSpPr>
          <p:nvPr>
            <p:ph type="body" idx="1"/>
          </p:nvPr>
        </p:nvSpPr>
        <p:spPr>
          <a:xfrm>
            <a:off x="906360" y="2336891"/>
            <a:ext cx="4472327" cy="693135"/>
          </a:xfrm>
        </p:spPr>
        <p:txBody>
          <a:bodyPr anchor="b"/>
          <a:lstStyle>
            <a:lvl1pPr marL="0" indent="0" latinLnBrk="0">
              <a:buNone/>
              <a:defRPr lang="es-ES" sz="2400" b="1"/>
            </a:lvl1pPr>
            <a:lvl2pPr marL="457200" indent="0" latinLnBrk="0">
              <a:buNone/>
              <a:defRPr lang="es-ES" sz="2000" b="1"/>
            </a:lvl2pPr>
            <a:lvl3pPr marL="914400" indent="0" latinLnBrk="0">
              <a:buNone/>
              <a:defRPr lang="es-ES" sz="1800" b="1"/>
            </a:lvl3pPr>
            <a:lvl4pPr marL="1371600" indent="0" latinLnBrk="0">
              <a:buNone/>
              <a:defRPr lang="es-ES" sz="1600" b="1"/>
            </a:lvl4pPr>
            <a:lvl5pPr marL="1828800" indent="0" latinLnBrk="0">
              <a:buNone/>
              <a:defRPr lang="es-ES" sz="1600" b="1"/>
            </a:lvl5pPr>
            <a:lvl6pPr marL="2286000" indent="0" latinLnBrk="0">
              <a:buNone/>
              <a:defRPr lang="es-ES" sz="1600" b="1"/>
            </a:lvl6pPr>
            <a:lvl7pPr marL="2743200" indent="0" latinLnBrk="0">
              <a:buNone/>
              <a:defRPr lang="es-ES" sz="1600" b="1"/>
            </a:lvl7pPr>
            <a:lvl8pPr marL="3200400" indent="0" latinLnBrk="0">
              <a:buNone/>
              <a:defRPr lang="es-ES" sz="1600" b="1"/>
            </a:lvl8pPr>
            <a:lvl9pPr marL="3657600" indent="0" latinLnBrk="0">
              <a:buNone/>
              <a:defRPr lang="es-ES"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posición de contenido 3"/>
          <p:cNvSpPr>
            <a:spLocks noGrp="1"/>
          </p:cNvSpPr>
          <p:nvPr>
            <p:ph sz="half" idx="2"/>
          </p:nvPr>
        </p:nvSpPr>
        <p:spPr>
          <a:xfrm>
            <a:off x="680325" y="3030022"/>
            <a:ext cx="4698355" cy="2906179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posición de texto 4"/>
          <p:cNvSpPr>
            <a:spLocks noGrp="1"/>
          </p:cNvSpPr>
          <p:nvPr>
            <p:ph type="body" sz="quarter" idx="3"/>
          </p:nvPr>
        </p:nvSpPr>
        <p:spPr>
          <a:xfrm>
            <a:off x="5820155" y="2336873"/>
            <a:ext cx="4474028" cy="692076"/>
          </a:xfrm>
        </p:spPr>
        <p:txBody>
          <a:bodyPr anchor="b"/>
          <a:lstStyle>
            <a:lvl1pPr marL="0" indent="0" latinLnBrk="0">
              <a:buNone/>
              <a:defRPr lang="es-ES" sz="2400" b="1"/>
            </a:lvl1pPr>
            <a:lvl2pPr marL="457200" indent="0" latinLnBrk="0">
              <a:buNone/>
              <a:defRPr lang="es-ES" sz="2000" b="1"/>
            </a:lvl2pPr>
            <a:lvl3pPr marL="914400" indent="0" latinLnBrk="0">
              <a:buNone/>
              <a:defRPr lang="es-ES" sz="1800" b="1"/>
            </a:lvl3pPr>
            <a:lvl4pPr marL="1371600" indent="0" latinLnBrk="0">
              <a:buNone/>
              <a:defRPr lang="es-ES" sz="1600" b="1"/>
            </a:lvl4pPr>
            <a:lvl5pPr marL="1828800" indent="0" latinLnBrk="0">
              <a:buNone/>
              <a:defRPr lang="es-ES" sz="1600" b="1"/>
            </a:lvl5pPr>
            <a:lvl6pPr marL="2286000" indent="0" latinLnBrk="0">
              <a:buNone/>
              <a:defRPr lang="es-ES" sz="1600" b="1"/>
            </a:lvl6pPr>
            <a:lvl7pPr marL="2743200" indent="0" latinLnBrk="0">
              <a:buNone/>
              <a:defRPr lang="es-ES" sz="1600" b="1"/>
            </a:lvl7pPr>
            <a:lvl8pPr marL="3200400" indent="0" latinLnBrk="0">
              <a:buNone/>
              <a:defRPr lang="es-ES" sz="1600" b="1"/>
            </a:lvl8pPr>
            <a:lvl9pPr marL="3657600" indent="0" latinLnBrk="0">
              <a:buNone/>
              <a:defRPr lang="es-ES"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posición de contenido 5"/>
          <p:cNvSpPr>
            <a:spLocks noGrp="1"/>
          </p:cNvSpPr>
          <p:nvPr>
            <p:ph sz="quarter" idx="4"/>
          </p:nvPr>
        </p:nvSpPr>
        <p:spPr>
          <a:xfrm>
            <a:off x="5594125" y="3030022"/>
            <a:ext cx="4700059" cy="2906179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11" name="Marcador de posición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2" name="Marcador de posición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Calidad de Sistemas de Software  - 2019</a:t>
            </a:r>
            <a:endParaRPr/>
          </a:p>
        </p:txBody>
      </p:sp>
      <p:sp>
        <p:nvSpPr>
          <p:cNvPr id="13" name="Marcador de posición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7AF7C5-C2C4-4B5E-841B-D44A638AFCE4}" type="slidenum">
              <a:rPr/>
              <a:pPr>
                <a:defRPr/>
              </a:pPr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3053838"/>
      </p:ext>
    </p:extLst>
  </p:cSld>
  <p:clrMapOvr>
    <a:masterClrMapping/>
  </p:clrMapOvr>
  <p:transition spd="med">
    <p:fade/>
  </p:transition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5" descr="HD-ShadowLong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70098"/>
            <a:ext cx="10437813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Imagen 6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85457" y="1971679"/>
            <a:ext cx="1603375" cy="144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ángulo 7"/>
          <p:cNvSpPr/>
          <p:nvPr/>
        </p:nvSpPr>
        <p:spPr>
          <a:xfrm>
            <a:off x="0" y="609610"/>
            <a:ext cx="10437813" cy="1368425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ángulo 8"/>
          <p:cNvSpPr/>
          <p:nvPr/>
        </p:nvSpPr>
        <p:spPr>
          <a:xfrm>
            <a:off x="10585457" y="609610"/>
            <a:ext cx="1603375" cy="13684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7" name="Marcador de posición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8" name="Marcador de posición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Calidad de Sistemas de Software  - 2019</a:t>
            </a:r>
            <a:endParaRPr/>
          </a:p>
        </p:txBody>
      </p:sp>
      <p:sp>
        <p:nvSpPr>
          <p:cNvPr id="9" name="Marcador de posición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A798FF-0B47-40EE-8865-1D74C78E06CF}" type="slidenum">
              <a:rPr/>
              <a:pPr>
                <a:defRPr/>
              </a:pPr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17924391"/>
      </p:ext>
    </p:extLst>
  </p:cSld>
  <p:clrMapOvr>
    <a:masterClrMapping/>
  </p:clrMapOvr>
  <p:transition spd="med">
    <p:fade/>
  </p:transition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4" descr="HD-ShadowShort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85457" y="1971679"/>
            <a:ext cx="1603375" cy="144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ángulo 5"/>
          <p:cNvSpPr/>
          <p:nvPr/>
        </p:nvSpPr>
        <p:spPr>
          <a:xfrm>
            <a:off x="10585457" y="609610"/>
            <a:ext cx="1603375" cy="13684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Marcador de posición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5" name="Marcador de posición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Calidad de Sistemas de Software  - 2019</a:t>
            </a:r>
            <a:endParaRPr/>
          </a:p>
        </p:txBody>
      </p:sp>
      <p:sp>
        <p:nvSpPr>
          <p:cNvPr id="6" name="Marcador de posición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929D50-D02C-4555-B61E-B102DF90EC46}" type="slidenum">
              <a:rPr/>
              <a:pPr>
                <a:defRPr/>
              </a:pPr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85051250"/>
      </p:ext>
    </p:extLst>
  </p:cSld>
  <p:clrMapOvr>
    <a:masterClrMapping/>
  </p:clrMapOvr>
  <p:transition spd="med">
    <p:fade/>
  </p:transition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7" descr="HD-ShadowLong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70098"/>
            <a:ext cx="10437813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Imagen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85457" y="1971679"/>
            <a:ext cx="1603375" cy="144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ángulo 9"/>
          <p:cNvSpPr/>
          <p:nvPr/>
        </p:nvSpPr>
        <p:spPr>
          <a:xfrm>
            <a:off x="0" y="609610"/>
            <a:ext cx="10437813" cy="1368425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ángulo 10"/>
          <p:cNvSpPr/>
          <p:nvPr/>
        </p:nvSpPr>
        <p:spPr>
          <a:xfrm>
            <a:off x="10585457" y="609610"/>
            <a:ext cx="1603375" cy="13684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>
            <a:normAutofit/>
          </a:bodyPr>
          <a:lstStyle>
            <a:lvl1pPr latinLnBrk="0">
              <a:defRPr lang="es-ES" sz="36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/>
          </p:nvPr>
        </p:nvSpPr>
        <p:spPr>
          <a:xfrm>
            <a:off x="4685847" y="2336880"/>
            <a:ext cx="5608336" cy="3599313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posición de texto 3"/>
          <p:cNvSpPr>
            <a:spLocks noGrp="1"/>
          </p:cNvSpPr>
          <p:nvPr>
            <p:ph type="body" sz="half" idx="2"/>
          </p:nvPr>
        </p:nvSpPr>
        <p:spPr>
          <a:xfrm>
            <a:off x="680331" y="2336878"/>
            <a:ext cx="3790079" cy="3599317"/>
          </a:xfrm>
        </p:spPr>
        <p:txBody>
          <a:bodyPr anchor="ctr"/>
          <a:lstStyle>
            <a:lvl1pPr marL="0" indent="0" latinLnBrk="0">
              <a:buNone/>
              <a:defRPr lang="es-ES" sz="1600"/>
            </a:lvl1pPr>
            <a:lvl2pPr marL="457200" indent="0" latinLnBrk="0">
              <a:buNone/>
              <a:defRPr lang="es-ES" sz="1400"/>
            </a:lvl2pPr>
            <a:lvl3pPr marL="914400" indent="0" latinLnBrk="0">
              <a:buNone/>
              <a:defRPr lang="es-ES" sz="1200"/>
            </a:lvl3pPr>
            <a:lvl4pPr marL="1371600" indent="0" latinLnBrk="0">
              <a:buNone/>
              <a:defRPr lang="es-ES" sz="1000"/>
            </a:lvl4pPr>
            <a:lvl5pPr marL="1828800" indent="0" latinLnBrk="0">
              <a:buNone/>
              <a:defRPr lang="es-ES" sz="1000"/>
            </a:lvl5pPr>
            <a:lvl6pPr marL="2286000" indent="0" latinLnBrk="0">
              <a:buNone/>
              <a:defRPr lang="es-ES" sz="1000"/>
            </a:lvl6pPr>
            <a:lvl7pPr marL="2743200" indent="0" latinLnBrk="0">
              <a:buNone/>
              <a:defRPr lang="es-ES" sz="1000"/>
            </a:lvl7pPr>
            <a:lvl8pPr marL="3200400" indent="0" latinLnBrk="0">
              <a:buNone/>
              <a:defRPr lang="es-ES" sz="1000"/>
            </a:lvl8pPr>
            <a:lvl9pPr marL="3657600" indent="0" latinLnBrk="0">
              <a:buNone/>
              <a:defRPr lang="es-ES"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9" name="Marcador de posición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0" name="Marcador de posición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Calidad de Sistemas de Software  - 2019</a:t>
            </a:r>
            <a:endParaRPr/>
          </a:p>
        </p:txBody>
      </p:sp>
      <p:sp>
        <p:nvSpPr>
          <p:cNvPr id="11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56AF8F-C93D-4712-B38B-12AAB9C8090A}" type="slidenum">
              <a:rPr/>
              <a:pPr>
                <a:defRPr/>
              </a:pPr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89881093"/>
      </p:ext>
    </p:extLst>
  </p:cSld>
  <p:clrMapOvr>
    <a:masterClrMapping/>
  </p:clrMapOvr>
  <p:transition spd="med">
    <p:fade/>
  </p:transition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7" descr="HD-ShadowLong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70098"/>
            <a:ext cx="10437813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Imagen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85457" y="1971679"/>
            <a:ext cx="1603375" cy="144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ángulo 9"/>
          <p:cNvSpPr/>
          <p:nvPr/>
        </p:nvSpPr>
        <p:spPr>
          <a:xfrm>
            <a:off x="0" y="609610"/>
            <a:ext cx="10437813" cy="1368425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ángulo 10"/>
          <p:cNvSpPr/>
          <p:nvPr/>
        </p:nvSpPr>
        <p:spPr>
          <a:xfrm>
            <a:off x="10585457" y="609610"/>
            <a:ext cx="1603375" cy="13684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80330" y="753228"/>
            <a:ext cx="9613857" cy="1080938"/>
          </a:xfrm>
        </p:spPr>
        <p:txBody>
          <a:bodyPr>
            <a:normAutofit/>
          </a:bodyPr>
          <a:lstStyle>
            <a:lvl1pPr latinLnBrk="0">
              <a:defRPr lang="es-ES" sz="36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 noChangeAspect="1"/>
          </p:cNvSpPr>
          <p:nvPr>
            <p:ph type="pic" idx="1"/>
          </p:nvPr>
        </p:nvSpPr>
        <p:spPr>
          <a:xfrm>
            <a:off x="4868345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rtlCol="0">
            <a:normAutofit/>
          </a:bodyPr>
          <a:lstStyle>
            <a:lvl1pPr marL="0" indent="0" latinLnBrk="0">
              <a:buNone/>
              <a:defRPr lang="es-ES" sz="3200"/>
            </a:lvl1pPr>
            <a:lvl2pPr marL="457200" indent="0" latinLnBrk="0">
              <a:buNone/>
              <a:defRPr lang="es-ES" sz="2800"/>
            </a:lvl2pPr>
            <a:lvl3pPr marL="914400" indent="0" latinLnBrk="0">
              <a:buNone/>
              <a:defRPr lang="es-ES" sz="2400"/>
            </a:lvl3pPr>
            <a:lvl4pPr marL="1371600" indent="0" latinLnBrk="0">
              <a:buNone/>
              <a:defRPr lang="es-ES" sz="2000"/>
            </a:lvl4pPr>
            <a:lvl5pPr marL="1828800" indent="0" latinLnBrk="0">
              <a:buNone/>
              <a:defRPr lang="es-ES" sz="2000"/>
            </a:lvl5pPr>
            <a:lvl6pPr marL="2286000" indent="0" latinLnBrk="0">
              <a:buNone/>
              <a:defRPr lang="es-ES" sz="2000"/>
            </a:lvl6pPr>
            <a:lvl7pPr marL="2743200" indent="0" latinLnBrk="0">
              <a:buNone/>
              <a:defRPr lang="es-ES" sz="2000"/>
            </a:lvl7pPr>
            <a:lvl8pPr marL="3200400" indent="0" latinLnBrk="0">
              <a:buNone/>
              <a:defRPr lang="es-ES" sz="2000"/>
            </a:lvl8pPr>
            <a:lvl9pPr marL="3657600" indent="0" latinLnBrk="0">
              <a:buNone/>
              <a:defRPr lang="es-ES" sz="2000"/>
            </a:lvl9pPr>
          </a:lstStyle>
          <a:p>
            <a:pPr lvl="0"/>
            <a:r>
              <a:rPr lang="es-ES" noProof="0"/>
              <a:t>Haga clic en el icono para agregar una imagen</a:t>
            </a:r>
          </a:p>
        </p:txBody>
      </p:sp>
      <p:sp>
        <p:nvSpPr>
          <p:cNvPr id="4" name="Marcador de posición de texto 3"/>
          <p:cNvSpPr>
            <a:spLocks noGrp="1"/>
          </p:cNvSpPr>
          <p:nvPr>
            <p:ph type="body" sz="half" idx="2"/>
          </p:nvPr>
        </p:nvSpPr>
        <p:spPr>
          <a:xfrm>
            <a:off x="680323" y="2336879"/>
            <a:ext cx="3876256" cy="3599315"/>
          </a:xfrm>
        </p:spPr>
        <p:txBody>
          <a:bodyPr anchor="ctr"/>
          <a:lstStyle>
            <a:lvl1pPr marL="0" indent="0" latinLnBrk="0">
              <a:buNone/>
              <a:defRPr lang="es-ES" sz="1600"/>
            </a:lvl1pPr>
            <a:lvl2pPr marL="457200" indent="0" latinLnBrk="0">
              <a:buNone/>
              <a:defRPr lang="es-ES" sz="1400"/>
            </a:lvl2pPr>
            <a:lvl3pPr marL="914400" indent="0" latinLnBrk="0">
              <a:buNone/>
              <a:defRPr lang="es-ES" sz="1200"/>
            </a:lvl3pPr>
            <a:lvl4pPr marL="1371600" indent="0" latinLnBrk="0">
              <a:buNone/>
              <a:defRPr lang="es-ES" sz="1000"/>
            </a:lvl4pPr>
            <a:lvl5pPr marL="1828800" indent="0" latinLnBrk="0">
              <a:buNone/>
              <a:defRPr lang="es-ES" sz="1000"/>
            </a:lvl5pPr>
            <a:lvl6pPr marL="2286000" indent="0" latinLnBrk="0">
              <a:buNone/>
              <a:defRPr lang="es-ES" sz="1000"/>
            </a:lvl6pPr>
            <a:lvl7pPr marL="2743200" indent="0" latinLnBrk="0">
              <a:buNone/>
              <a:defRPr lang="es-ES" sz="1000"/>
            </a:lvl7pPr>
            <a:lvl8pPr marL="3200400" indent="0" latinLnBrk="0">
              <a:buNone/>
              <a:defRPr lang="es-ES" sz="1000"/>
            </a:lvl8pPr>
            <a:lvl9pPr marL="3657600" indent="0" latinLnBrk="0">
              <a:buNone/>
              <a:defRPr lang="es-ES"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9" name="Marcador de posición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0" name="Marcador de posición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Calidad de Sistemas de Software  - 2019</a:t>
            </a:r>
            <a:endParaRPr/>
          </a:p>
        </p:txBody>
      </p:sp>
      <p:sp>
        <p:nvSpPr>
          <p:cNvPr id="11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6E6245-CC72-497E-B06D-339BF9331F84}" type="slidenum">
              <a:rPr/>
              <a:pPr>
                <a:defRPr/>
              </a:pPr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67087827"/>
      </p:ext>
    </p:extLst>
  </p:cSld>
  <p:clrMapOvr>
    <a:masterClrMapping/>
  </p:clrMapOvr>
  <p:transition spd="med">
    <p:fade/>
  </p:transition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ista panorámica con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7" descr="HD-ShadowLong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929323"/>
            <a:ext cx="10437813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Imagen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85457" y="5929313"/>
            <a:ext cx="1603375" cy="144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ángulo 9"/>
          <p:cNvSpPr/>
          <p:nvPr/>
        </p:nvSpPr>
        <p:spPr>
          <a:xfrm>
            <a:off x="0" y="4567248"/>
            <a:ext cx="10437813" cy="1368425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ángulo 10"/>
          <p:cNvSpPr/>
          <p:nvPr/>
        </p:nvSpPr>
        <p:spPr>
          <a:xfrm>
            <a:off x="10585457" y="4567248"/>
            <a:ext cx="1603375" cy="13684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80325" y="4711634"/>
            <a:ext cx="9613859" cy="453051"/>
          </a:xfrm>
        </p:spPr>
        <p:txBody>
          <a:bodyPr anchor="b">
            <a:normAutofit/>
          </a:bodyPr>
          <a:lstStyle>
            <a:lvl1pPr latinLnBrk="0">
              <a:defRPr lang="es-ES" sz="24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 noChangeAspect="1"/>
          </p:cNvSpPr>
          <p:nvPr>
            <p:ph type="pic" idx="1"/>
          </p:nvPr>
        </p:nvSpPr>
        <p:spPr>
          <a:xfrm>
            <a:off x="680325" y="609611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rtlCol="0">
            <a:normAutofit/>
          </a:bodyPr>
          <a:lstStyle>
            <a:lvl1pPr marL="0" indent="0" latinLnBrk="0">
              <a:buNone/>
              <a:defRPr lang="es-ES" sz="3200"/>
            </a:lvl1pPr>
            <a:lvl2pPr marL="457200" indent="0" latinLnBrk="0">
              <a:buNone/>
              <a:defRPr lang="es-ES" sz="2800"/>
            </a:lvl2pPr>
            <a:lvl3pPr marL="914400" indent="0" latinLnBrk="0">
              <a:buNone/>
              <a:defRPr lang="es-ES" sz="2400"/>
            </a:lvl3pPr>
            <a:lvl4pPr marL="1371600" indent="0" latinLnBrk="0">
              <a:buNone/>
              <a:defRPr lang="es-ES" sz="2000"/>
            </a:lvl4pPr>
            <a:lvl5pPr marL="1828800" indent="0" latinLnBrk="0">
              <a:buNone/>
              <a:defRPr lang="es-ES" sz="2000"/>
            </a:lvl5pPr>
            <a:lvl6pPr marL="2286000" indent="0" latinLnBrk="0">
              <a:buNone/>
              <a:defRPr lang="es-ES" sz="2000"/>
            </a:lvl6pPr>
            <a:lvl7pPr marL="2743200" indent="0" latinLnBrk="0">
              <a:buNone/>
              <a:defRPr lang="es-ES" sz="2000"/>
            </a:lvl7pPr>
            <a:lvl8pPr marL="3200400" indent="0" latinLnBrk="0">
              <a:buNone/>
              <a:defRPr lang="es-ES" sz="2000"/>
            </a:lvl8pPr>
            <a:lvl9pPr marL="3657600" indent="0" latinLnBrk="0">
              <a:buNone/>
              <a:defRPr lang="es-ES" sz="2000"/>
            </a:lvl9pPr>
          </a:lstStyle>
          <a:p>
            <a:pPr lvl="0"/>
            <a:r>
              <a:rPr lang="es-ES" noProof="0"/>
              <a:t>Haga clic en el icono para agregar una imagen</a:t>
            </a:r>
          </a:p>
        </p:txBody>
      </p:sp>
      <p:sp>
        <p:nvSpPr>
          <p:cNvPr id="4" name="Marcador de posición de texto 3"/>
          <p:cNvSpPr>
            <a:spLocks noGrp="1"/>
          </p:cNvSpPr>
          <p:nvPr>
            <p:ph type="body" sz="half" idx="2"/>
          </p:nvPr>
        </p:nvSpPr>
        <p:spPr>
          <a:xfrm>
            <a:off x="680327" y="5169601"/>
            <a:ext cx="9613863" cy="622971"/>
          </a:xfrm>
        </p:spPr>
        <p:txBody>
          <a:bodyPr/>
          <a:lstStyle>
            <a:lvl1pPr marL="0" indent="0" latinLnBrk="0">
              <a:buNone/>
              <a:defRPr lang="es-ES" sz="1600"/>
            </a:lvl1pPr>
            <a:lvl2pPr marL="457200" indent="0" latinLnBrk="0">
              <a:buNone/>
              <a:defRPr lang="es-ES" sz="1400"/>
            </a:lvl2pPr>
            <a:lvl3pPr marL="914400" indent="0" latinLnBrk="0">
              <a:buNone/>
              <a:defRPr lang="es-ES" sz="1200"/>
            </a:lvl3pPr>
            <a:lvl4pPr marL="1371600" indent="0" latinLnBrk="0">
              <a:buNone/>
              <a:defRPr lang="es-ES" sz="1000"/>
            </a:lvl4pPr>
            <a:lvl5pPr marL="1828800" indent="0" latinLnBrk="0">
              <a:buNone/>
              <a:defRPr lang="es-ES" sz="1000"/>
            </a:lvl5pPr>
            <a:lvl6pPr marL="2286000" indent="0" latinLnBrk="0">
              <a:buNone/>
              <a:defRPr lang="es-ES" sz="1000"/>
            </a:lvl6pPr>
            <a:lvl7pPr marL="2743200" indent="0" latinLnBrk="0">
              <a:buNone/>
              <a:defRPr lang="es-ES" sz="1000"/>
            </a:lvl7pPr>
            <a:lvl8pPr marL="3200400" indent="0" latinLnBrk="0">
              <a:buNone/>
              <a:defRPr lang="es-ES" sz="1000"/>
            </a:lvl8pPr>
            <a:lvl9pPr marL="3657600" indent="0" latinLnBrk="0">
              <a:buNone/>
              <a:defRPr lang="es-ES"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9" name="Marcador de posición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0" name="Marcador de posición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Calidad de Sistemas de Software  - 2019</a:t>
            </a:r>
            <a:endParaRPr/>
          </a:p>
        </p:txBody>
      </p:sp>
      <p:sp>
        <p:nvSpPr>
          <p:cNvPr id="11" name="Marcador de posición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10729913" y="4711710"/>
            <a:ext cx="1154112" cy="1090613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E80042-76C6-41FC-BF44-33D5205B2AB3}" type="slidenum">
              <a:rPr/>
              <a:pPr>
                <a:defRPr/>
              </a:pPr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72612336"/>
      </p:ext>
    </p:extLst>
  </p:cSld>
  <p:clrMapOvr>
    <a:masterClrMapping/>
  </p:clrMapOvr>
  <p:transition spd="med">
    <p:fade/>
  </p:transition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7" descr="HD-ShadowLong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929323"/>
            <a:ext cx="10437813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Imagen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85457" y="5929313"/>
            <a:ext cx="1603375" cy="144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ángulo 9"/>
          <p:cNvSpPr/>
          <p:nvPr/>
        </p:nvSpPr>
        <p:spPr>
          <a:xfrm>
            <a:off x="0" y="4567248"/>
            <a:ext cx="10437813" cy="1368425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ángulo 10"/>
          <p:cNvSpPr/>
          <p:nvPr/>
        </p:nvSpPr>
        <p:spPr>
          <a:xfrm>
            <a:off x="10585457" y="4567248"/>
            <a:ext cx="1603375" cy="13684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80321" y="609597"/>
            <a:ext cx="9613859" cy="3592750"/>
          </a:xfrm>
        </p:spPr>
        <p:txBody>
          <a:bodyPr/>
          <a:lstStyle>
            <a:lvl1pPr latinLnBrk="0">
              <a:defRPr lang="es-ES"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4" name="Marcador de posición de texto 3"/>
          <p:cNvSpPr>
            <a:spLocks noGrp="1"/>
          </p:cNvSpPr>
          <p:nvPr>
            <p:ph type="body" sz="half" idx="2"/>
          </p:nvPr>
        </p:nvSpPr>
        <p:spPr>
          <a:xfrm>
            <a:off x="680325" y="4711633"/>
            <a:ext cx="9613859" cy="1090789"/>
          </a:xfrm>
        </p:spPr>
        <p:txBody>
          <a:bodyPr anchor="ctr"/>
          <a:lstStyle>
            <a:lvl1pPr marL="0" indent="0" latinLnBrk="0">
              <a:buNone/>
              <a:defRPr lang="es-ES" sz="1600"/>
            </a:lvl1pPr>
            <a:lvl2pPr marL="457200" indent="0" latinLnBrk="0">
              <a:buNone/>
              <a:defRPr lang="es-ES" sz="1400"/>
            </a:lvl2pPr>
            <a:lvl3pPr marL="914400" indent="0" latinLnBrk="0">
              <a:buNone/>
              <a:defRPr lang="es-ES" sz="1200"/>
            </a:lvl3pPr>
            <a:lvl4pPr marL="1371600" indent="0" latinLnBrk="0">
              <a:buNone/>
              <a:defRPr lang="es-ES" sz="1000"/>
            </a:lvl4pPr>
            <a:lvl5pPr marL="1828800" indent="0" latinLnBrk="0">
              <a:buNone/>
              <a:defRPr lang="es-ES" sz="1000"/>
            </a:lvl5pPr>
            <a:lvl6pPr marL="2286000" indent="0" latinLnBrk="0">
              <a:buNone/>
              <a:defRPr lang="es-ES" sz="1000"/>
            </a:lvl6pPr>
            <a:lvl7pPr marL="2743200" indent="0" latinLnBrk="0">
              <a:buNone/>
              <a:defRPr lang="es-ES" sz="1000"/>
            </a:lvl7pPr>
            <a:lvl8pPr marL="3200400" indent="0" latinLnBrk="0">
              <a:buNone/>
              <a:defRPr lang="es-ES" sz="1000"/>
            </a:lvl8pPr>
            <a:lvl9pPr marL="3657600" indent="0" latinLnBrk="0">
              <a:buNone/>
              <a:defRPr lang="es-ES"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9" name="Marcador de posición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0" name="Marcador de posición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Calidad de Sistemas de Software  - 2019</a:t>
            </a:r>
            <a:endParaRPr/>
          </a:p>
        </p:txBody>
      </p:sp>
      <p:sp>
        <p:nvSpPr>
          <p:cNvPr id="11" name="Marcador de posición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10729913" y="4711710"/>
            <a:ext cx="1154112" cy="1090613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6B6497-6B85-4E5B-8D32-902F4AFBB83A}" type="slidenum">
              <a:rPr/>
              <a:pPr>
                <a:defRPr/>
              </a:pPr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68628735"/>
      </p:ext>
    </p:extLst>
  </p:cSld>
  <p:clrMapOvr>
    <a:masterClrMapping/>
  </p:clrMapOvr>
  <p:transition spd="med">
    <p:fade/>
  </p:transition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10" descr="HD-ShadowLong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929323"/>
            <a:ext cx="10437813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Imagen 12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85457" y="5929313"/>
            <a:ext cx="1603375" cy="144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ángulo 13"/>
          <p:cNvSpPr/>
          <p:nvPr/>
        </p:nvSpPr>
        <p:spPr>
          <a:xfrm>
            <a:off x="0" y="4567248"/>
            <a:ext cx="10437813" cy="1368425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ángulo 14"/>
          <p:cNvSpPr/>
          <p:nvPr/>
        </p:nvSpPr>
        <p:spPr>
          <a:xfrm>
            <a:off x="10585457" y="4567248"/>
            <a:ext cx="1603375" cy="13684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Cuadro de texto 15"/>
          <p:cNvSpPr txBox="1"/>
          <p:nvPr/>
        </p:nvSpPr>
        <p:spPr>
          <a:xfrm>
            <a:off x="584200" y="747717"/>
            <a:ext cx="609600" cy="585787"/>
          </a:xfrm>
          <a:prstGeom prst="rect">
            <a:avLst/>
          </a:prstGeom>
        </p:spPr>
        <p:txBody>
          <a:bodyPr anchor="ctr"/>
          <a:lstStyle>
            <a:lvl1pPr latinLnBrk="0">
              <a:spcBef>
                <a:spcPct val="0"/>
              </a:spcBef>
              <a:buNone/>
              <a:defRPr lang="es-ES"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 latinLnBrk="0">
              <a:defRPr lang="es-ES">
                <a:solidFill>
                  <a:schemeClr val="tx2"/>
                </a:solidFill>
              </a:defRPr>
            </a:lvl2pPr>
            <a:lvl3pPr latinLnBrk="0">
              <a:defRPr lang="es-ES">
                <a:solidFill>
                  <a:schemeClr val="tx2"/>
                </a:solidFill>
              </a:defRPr>
            </a:lvl3pPr>
            <a:lvl4pPr latinLnBrk="0">
              <a:defRPr lang="es-ES">
                <a:solidFill>
                  <a:schemeClr val="tx2"/>
                </a:solidFill>
              </a:defRPr>
            </a:lvl4pPr>
            <a:lvl5pPr latinLnBrk="0">
              <a:defRPr lang="es-ES">
                <a:solidFill>
                  <a:schemeClr val="tx2"/>
                </a:solidFill>
              </a:defRPr>
            </a:lvl5pPr>
            <a:lvl6pPr latinLnBrk="0">
              <a:defRPr lang="es-ES">
                <a:solidFill>
                  <a:schemeClr val="tx2"/>
                </a:solidFill>
              </a:defRPr>
            </a:lvl6pPr>
            <a:lvl7pPr latinLnBrk="0">
              <a:defRPr lang="es-ES">
                <a:solidFill>
                  <a:schemeClr val="tx2"/>
                </a:solidFill>
              </a:defRPr>
            </a:lvl7pPr>
            <a:lvl8pPr latinLnBrk="0">
              <a:defRPr lang="es-ES">
                <a:solidFill>
                  <a:schemeClr val="tx2"/>
                </a:solidFill>
              </a:defRPr>
            </a:lvl8pPr>
            <a:lvl9pPr latinLnBrk="0">
              <a:defRPr lang="es-ES">
                <a:solidFill>
                  <a:schemeClr val="tx2"/>
                </a:solidFill>
              </a:defRPr>
            </a:lvl9pPr>
          </a:lstStyle>
          <a:p>
            <a:pPr fontAlgn="auto">
              <a:spcAft>
                <a:spcPts val="0"/>
              </a:spcAft>
              <a:defRPr/>
            </a:pPr>
            <a:r>
              <a:rPr sz="7200">
                <a:effectLst/>
                <a:latin typeface="+mn-lt"/>
                <a:cs typeface="+mn-cs"/>
              </a:rPr>
              <a:t>“</a:t>
            </a:r>
          </a:p>
        </p:txBody>
      </p:sp>
      <p:sp>
        <p:nvSpPr>
          <p:cNvPr id="10" name="Cuadro de texto 16"/>
          <p:cNvSpPr txBox="1"/>
          <p:nvPr/>
        </p:nvSpPr>
        <p:spPr>
          <a:xfrm>
            <a:off x="9663113" y="3033713"/>
            <a:ext cx="609600" cy="584200"/>
          </a:xfrm>
          <a:prstGeom prst="rect">
            <a:avLst/>
          </a:prstGeom>
        </p:spPr>
        <p:txBody>
          <a:bodyPr anchor="ctr"/>
          <a:lstStyle>
            <a:lvl1pPr latinLnBrk="0">
              <a:spcBef>
                <a:spcPct val="0"/>
              </a:spcBef>
              <a:buNone/>
              <a:defRPr lang="es-ES"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 latinLnBrk="0">
              <a:defRPr lang="es-ES">
                <a:solidFill>
                  <a:schemeClr val="tx2"/>
                </a:solidFill>
              </a:defRPr>
            </a:lvl2pPr>
            <a:lvl3pPr latinLnBrk="0">
              <a:defRPr lang="es-ES">
                <a:solidFill>
                  <a:schemeClr val="tx2"/>
                </a:solidFill>
              </a:defRPr>
            </a:lvl3pPr>
            <a:lvl4pPr latinLnBrk="0">
              <a:defRPr lang="es-ES">
                <a:solidFill>
                  <a:schemeClr val="tx2"/>
                </a:solidFill>
              </a:defRPr>
            </a:lvl4pPr>
            <a:lvl5pPr latinLnBrk="0">
              <a:defRPr lang="es-ES">
                <a:solidFill>
                  <a:schemeClr val="tx2"/>
                </a:solidFill>
              </a:defRPr>
            </a:lvl5pPr>
            <a:lvl6pPr latinLnBrk="0">
              <a:defRPr lang="es-ES">
                <a:solidFill>
                  <a:schemeClr val="tx2"/>
                </a:solidFill>
              </a:defRPr>
            </a:lvl6pPr>
            <a:lvl7pPr latinLnBrk="0">
              <a:defRPr lang="es-ES">
                <a:solidFill>
                  <a:schemeClr val="tx2"/>
                </a:solidFill>
              </a:defRPr>
            </a:lvl7pPr>
            <a:lvl8pPr latinLnBrk="0">
              <a:defRPr lang="es-ES">
                <a:solidFill>
                  <a:schemeClr val="tx2"/>
                </a:solidFill>
              </a:defRPr>
            </a:lvl8pPr>
            <a:lvl9pPr latinLnBrk="0">
              <a:defRPr lang="es-ES">
                <a:solidFill>
                  <a:schemeClr val="tx2"/>
                </a:solidFill>
              </a:defRPr>
            </a:lvl9pPr>
          </a:lstStyle>
          <a:p>
            <a:pPr algn="r" fontAlgn="auto">
              <a:spcAft>
                <a:spcPts val="0"/>
              </a:spcAft>
              <a:defRPr/>
            </a:pPr>
            <a:r>
              <a:rPr sz="7200">
                <a:effectLst/>
                <a:latin typeface="+mn-lt"/>
                <a:cs typeface="+mn-cs"/>
              </a:rPr>
              <a:t>”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27856" y="609609"/>
            <a:ext cx="8718877" cy="3036061"/>
          </a:xfrm>
        </p:spPr>
        <p:txBody>
          <a:bodyPr/>
          <a:lstStyle>
            <a:lvl1pPr latinLnBrk="0">
              <a:defRPr lang="es-ES"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12" name="Marcador de posición de texto 3"/>
          <p:cNvSpPr>
            <a:spLocks noGrp="1"/>
          </p:cNvSpPr>
          <p:nvPr>
            <p:ph type="body" sz="half" idx="13"/>
          </p:nvPr>
        </p:nvSpPr>
        <p:spPr>
          <a:xfrm>
            <a:off x="1402289" y="3653379"/>
            <a:ext cx="8156579" cy="548968"/>
          </a:xfrm>
        </p:spPr>
        <p:txBody>
          <a:bodyPr>
            <a:normAutofit/>
          </a:bodyPr>
          <a:lstStyle>
            <a:lvl1pPr marL="0" indent="0" latinLnBrk="0">
              <a:buNone/>
              <a:defRPr lang="es-ES" sz="1400"/>
            </a:lvl1pPr>
            <a:lvl2pPr marL="457200" indent="0" latinLnBrk="0">
              <a:buNone/>
              <a:defRPr lang="es-ES" sz="1400"/>
            </a:lvl2pPr>
            <a:lvl3pPr marL="914400" indent="0" latinLnBrk="0">
              <a:buNone/>
              <a:defRPr lang="es-ES" sz="1200"/>
            </a:lvl3pPr>
            <a:lvl4pPr marL="1371600" indent="0" latinLnBrk="0">
              <a:buNone/>
              <a:defRPr lang="es-ES" sz="1000"/>
            </a:lvl4pPr>
            <a:lvl5pPr marL="1828800" indent="0" latinLnBrk="0">
              <a:buNone/>
              <a:defRPr lang="es-ES" sz="1000"/>
            </a:lvl5pPr>
            <a:lvl6pPr marL="2286000" indent="0" latinLnBrk="0">
              <a:buNone/>
              <a:defRPr lang="es-ES" sz="1000"/>
            </a:lvl6pPr>
            <a:lvl7pPr marL="2743200" indent="0" latinLnBrk="0">
              <a:buNone/>
              <a:defRPr lang="es-ES" sz="1000"/>
            </a:lvl7pPr>
            <a:lvl8pPr marL="3200400" indent="0" latinLnBrk="0">
              <a:buNone/>
              <a:defRPr lang="es-ES" sz="1000"/>
            </a:lvl8pPr>
            <a:lvl9pPr marL="3657600" indent="0" latinLnBrk="0">
              <a:buNone/>
              <a:defRPr lang="es-ES"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posición de texto 3"/>
          <p:cNvSpPr>
            <a:spLocks noGrp="1"/>
          </p:cNvSpPr>
          <p:nvPr>
            <p:ph type="body" sz="half" idx="2"/>
          </p:nvPr>
        </p:nvSpPr>
        <p:spPr>
          <a:xfrm>
            <a:off x="680325" y="4711633"/>
            <a:ext cx="9613859" cy="1090789"/>
          </a:xfrm>
        </p:spPr>
        <p:txBody>
          <a:bodyPr anchor="ctr">
            <a:normAutofit/>
          </a:bodyPr>
          <a:lstStyle>
            <a:lvl1pPr marL="0" indent="0" latinLnBrk="0">
              <a:buNone/>
              <a:defRPr lang="es-ES" sz="1600"/>
            </a:lvl1pPr>
            <a:lvl2pPr marL="457200" indent="0" latinLnBrk="0">
              <a:buNone/>
              <a:defRPr lang="es-ES" sz="1400"/>
            </a:lvl2pPr>
            <a:lvl3pPr marL="914400" indent="0" latinLnBrk="0">
              <a:buNone/>
              <a:defRPr lang="es-ES" sz="1200"/>
            </a:lvl3pPr>
            <a:lvl4pPr marL="1371600" indent="0" latinLnBrk="0">
              <a:buNone/>
              <a:defRPr lang="es-ES" sz="1000"/>
            </a:lvl4pPr>
            <a:lvl5pPr marL="1828800" indent="0" latinLnBrk="0">
              <a:buNone/>
              <a:defRPr lang="es-ES" sz="1000"/>
            </a:lvl5pPr>
            <a:lvl6pPr marL="2286000" indent="0" latinLnBrk="0">
              <a:buNone/>
              <a:defRPr lang="es-ES" sz="1000"/>
            </a:lvl6pPr>
            <a:lvl7pPr marL="2743200" indent="0" latinLnBrk="0">
              <a:buNone/>
              <a:defRPr lang="es-ES" sz="1000"/>
            </a:lvl7pPr>
            <a:lvl8pPr marL="3200400" indent="0" latinLnBrk="0">
              <a:buNone/>
              <a:defRPr lang="es-ES" sz="1000"/>
            </a:lvl8pPr>
            <a:lvl9pPr marL="3657600" indent="0" latinLnBrk="0">
              <a:buNone/>
              <a:defRPr lang="es-ES"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11" name="Marcador de posición de fecha 4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3" name="Marcador de posición de pie de página 5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Calidad de Sistemas de Software  - 2019</a:t>
            </a:r>
            <a:endParaRPr/>
          </a:p>
        </p:txBody>
      </p:sp>
      <p:sp>
        <p:nvSpPr>
          <p:cNvPr id="14" name="Marcador de posición de número de diapositiva 6"/>
          <p:cNvSpPr>
            <a:spLocks noGrp="1"/>
          </p:cNvSpPr>
          <p:nvPr>
            <p:ph type="sldNum" sz="quarter" idx="16"/>
          </p:nvPr>
        </p:nvSpPr>
        <p:spPr>
          <a:xfrm>
            <a:off x="10729913" y="4710113"/>
            <a:ext cx="1154112" cy="109061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AB3A27-6F16-40A3-9B18-962185A2649A}" type="slidenum">
              <a:rPr/>
              <a:pPr>
                <a:defRPr/>
              </a:pPr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64802014"/>
      </p:ext>
    </p:extLst>
  </p:cSld>
  <p:clrMapOvr>
    <a:masterClrMapping/>
  </p:clrMapOvr>
  <p:transition spd="med">
    <p:fade/>
  </p:transition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8" descr="HD-ShadowLong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929323"/>
            <a:ext cx="10437813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Imagen 9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85457" y="5929313"/>
            <a:ext cx="1603375" cy="144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ángulo 10"/>
          <p:cNvSpPr/>
          <p:nvPr/>
        </p:nvSpPr>
        <p:spPr>
          <a:xfrm>
            <a:off x="0" y="4567248"/>
            <a:ext cx="10437813" cy="1368425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ángulo 11"/>
          <p:cNvSpPr/>
          <p:nvPr/>
        </p:nvSpPr>
        <p:spPr>
          <a:xfrm>
            <a:off x="10585457" y="4567248"/>
            <a:ext cx="1603375" cy="13684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80327" y="4711633"/>
            <a:ext cx="9613863" cy="588535"/>
          </a:xfrm>
        </p:spPr>
        <p:txBody>
          <a:bodyPr anchor="b"/>
          <a:lstStyle>
            <a:lvl1pPr latinLnBrk="0">
              <a:defRPr lang="es-ES"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4" name="Marcador de posición de texto 3"/>
          <p:cNvSpPr>
            <a:spLocks noGrp="1"/>
          </p:cNvSpPr>
          <p:nvPr>
            <p:ph type="body" sz="half" idx="2"/>
          </p:nvPr>
        </p:nvSpPr>
        <p:spPr>
          <a:xfrm>
            <a:off x="680327" y="5300167"/>
            <a:ext cx="9613863" cy="502255"/>
          </a:xfrm>
        </p:spPr>
        <p:txBody>
          <a:bodyPr/>
          <a:lstStyle>
            <a:lvl1pPr marL="0" indent="0" latinLnBrk="0">
              <a:buNone/>
              <a:defRPr lang="es-ES" sz="1600"/>
            </a:lvl1pPr>
            <a:lvl2pPr marL="457200" indent="0" latinLnBrk="0">
              <a:buNone/>
              <a:defRPr lang="es-ES" sz="1400"/>
            </a:lvl2pPr>
            <a:lvl3pPr marL="914400" indent="0" latinLnBrk="0">
              <a:buNone/>
              <a:defRPr lang="es-ES" sz="1200"/>
            </a:lvl3pPr>
            <a:lvl4pPr marL="1371600" indent="0" latinLnBrk="0">
              <a:buNone/>
              <a:defRPr lang="es-ES" sz="1000"/>
            </a:lvl4pPr>
            <a:lvl5pPr marL="1828800" indent="0" latinLnBrk="0">
              <a:buNone/>
              <a:defRPr lang="es-ES" sz="1000"/>
            </a:lvl5pPr>
            <a:lvl6pPr marL="2286000" indent="0" latinLnBrk="0">
              <a:buNone/>
              <a:defRPr lang="es-ES" sz="1000"/>
            </a:lvl6pPr>
            <a:lvl7pPr marL="2743200" indent="0" latinLnBrk="0">
              <a:buNone/>
              <a:defRPr lang="es-ES" sz="1000"/>
            </a:lvl7pPr>
            <a:lvl8pPr marL="3200400" indent="0" latinLnBrk="0">
              <a:buNone/>
              <a:defRPr lang="es-ES" sz="1000"/>
            </a:lvl8pPr>
            <a:lvl9pPr marL="3657600" indent="0" latinLnBrk="0">
              <a:buNone/>
              <a:defRPr lang="es-ES"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9" name="Marcador de posición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0" name="Marcador de posición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Calidad de Sistemas de Software  - 2019</a:t>
            </a:r>
            <a:endParaRPr/>
          </a:p>
        </p:txBody>
      </p:sp>
      <p:sp>
        <p:nvSpPr>
          <p:cNvPr id="11" name="Marcador de posición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10729913" y="4710113"/>
            <a:ext cx="1154112" cy="109061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6BE68C-05F6-44A8-97CB-CB187B432D2A}" type="slidenum">
              <a:rPr/>
              <a:pPr>
                <a:defRPr/>
              </a:pPr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97950824"/>
      </p:ext>
    </p:extLst>
  </p:cSld>
  <p:clrMapOvr>
    <a:masterClrMapping/>
  </p:clrMapOvr>
  <p:transition spd="med">
    <p:fade/>
  </p:transition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n 12" descr="HD-ShadowLong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70098"/>
            <a:ext cx="10437813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Imagen 13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85457" y="1971679"/>
            <a:ext cx="1603375" cy="144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Rectángulo 15"/>
          <p:cNvSpPr/>
          <p:nvPr/>
        </p:nvSpPr>
        <p:spPr>
          <a:xfrm>
            <a:off x="0" y="609610"/>
            <a:ext cx="10437813" cy="1368425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ángulo 16"/>
          <p:cNvSpPr/>
          <p:nvPr/>
        </p:nvSpPr>
        <p:spPr>
          <a:xfrm>
            <a:off x="10585457" y="609610"/>
            <a:ext cx="1603375" cy="13684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ítulo 1"/>
          <p:cNvSpPr>
            <a:spLocks noGrp="1"/>
          </p:cNvSpPr>
          <p:nvPr>
            <p:ph type="title"/>
          </p:nvPr>
        </p:nvSpPr>
        <p:spPr>
          <a:xfrm>
            <a:off x="669221" y="753228"/>
            <a:ext cx="9624960" cy="1080938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7" name="Marcador de posición de texto 2"/>
          <p:cNvSpPr>
            <a:spLocks noGrp="1"/>
          </p:cNvSpPr>
          <p:nvPr>
            <p:ph type="body" idx="1"/>
          </p:nvPr>
        </p:nvSpPr>
        <p:spPr>
          <a:xfrm>
            <a:off x="660945" y="2336873"/>
            <a:ext cx="3070035" cy="576262"/>
          </a:xfrm>
        </p:spPr>
        <p:txBody>
          <a:bodyPr anchor="b">
            <a:noAutofit/>
          </a:bodyPr>
          <a:lstStyle>
            <a:lvl1pPr marL="0" indent="0" latinLnBrk="0">
              <a:buNone/>
              <a:defRPr lang="es-ES" sz="2400" b="0">
                <a:solidFill>
                  <a:schemeClr val="tx1"/>
                </a:solidFill>
              </a:defRPr>
            </a:lvl1pPr>
            <a:lvl2pPr marL="457200" indent="0" latinLnBrk="0">
              <a:buNone/>
              <a:defRPr lang="es-ES" sz="2000" b="1"/>
            </a:lvl2pPr>
            <a:lvl3pPr marL="914400" indent="0" latinLnBrk="0">
              <a:buNone/>
              <a:defRPr lang="es-ES" sz="1800" b="1"/>
            </a:lvl3pPr>
            <a:lvl4pPr marL="1371600" indent="0" latinLnBrk="0">
              <a:buNone/>
              <a:defRPr lang="es-ES" sz="1600" b="1"/>
            </a:lvl4pPr>
            <a:lvl5pPr marL="1828800" indent="0" latinLnBrk="0">
              <a:buNone/>
              <a:defRPr lang="es-ES" sz="1600" b="1"/>
            </a:lvl5pPr>
            <a:lvl6pPr marL="2286000" indent="0" latinLnBrk="0">
              <a:buNone/>
              <a:defRPr lang="es-ES" sz="1600" b="1"/>
            </a:lvl6pPr>
            <a:lvl7pPr marL="2743200" indent="0" latinLnBrk="0">
              <a:buNone/>
              <a:defRPr lang="es-ES" sz="1600" b="1"/>
            </a:lvl7pPr>
            <a:lvl8pPr marL="3200400" indent="0" latinLnBrk="0">
              <a:buNone/>
              <a:defRPr lang="es-ES" sz="1600" b="1"/>
            </a:lvl8pPr>
            <a:lvl9pPr marL="3657600" indent="0" latinLnBrk="0">
              <a:buNone/>
              <a:defRPr lang="es-ES"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8" name="Marcador de posición de texto 3"/>
          <p:cNvSpPr>
            <a:spLocks noGrp="1"/>
          </p:cNvSpPr>
          <p:nvPr>
            <p:ph type="body" sz="half" idx="15"/>
          </p:nvPr>
        </p:nvSpPr>
        <p:spPr>
          <a:xfrm>
            <a:off x="680333" y="3022685"/>
            <a:ext cx="3049703" cy="2913513"/>
          </a:xfrm>
        </p:spPr>
        <p:txBody>
          <a:bodyPr>
            <a:normAutofit/>
          </a:bodyPr>
          <a:lstStyle>
            <a:lvl1pPr marL="0" indent="0" latinLnBrk="0">
              <a:buNone/>
              <a:defRPr lang="es-ES" sz="1400"/>
            </a:lvl1pPr>
            <a:lvl2pPr marL="457200" indent="0" latinLnBrk="0">
              <a:buNone/>
              <a:defRPr lang="es-ES" sz="1200"/>
            </a:lvl2pPr>
            <a:lvl3pPr marL="914400" indent="0" latinLnBrk="0">
              <a:buNone/>
              <a:defRPr lang="es-ES" sz="1000"/>
            </a:lvl3pPr>
            <a:lvl4pPr marL="1371600" indent="0" latinLnBrk="0">
              <a:buNone/>
              <a:defRPr lang="es-ES" sz="900"/>
            </a:lvl4pPr>
            <a:lvl5pPr marL="1828800" indent="0" latinLnBrk="0">
              <a:buNone/>
              <a:defRPr lang="es-ES" sz="900"/>
            </a:lvl5pPr>
            <a:lvl6pPr marL="2286000" indent="0" latinLnBrk="0">
              <a:buNone/>
              <a:defRPr lang="es-ES" sz="900"/>
            </a:lvl6pPr>
            <a:lvl7pPr marL="2743200" indent="0" latinLnBrk="0">
              <a:buNone/>
              <a:defRPr lang="es-ES" sz="900"/>
            </a:lvl7pPr>
            <a:lvl8pPr marL="3200400" indent="0" latinLnBrk="0">
              <a:buNone/>
              <a:defRPr lang="es-ES" sz="900"/>
            </a:lvl8pPr>
            <a:lvl9pPr marL="3657600" indent="0" latinLnBrk="0">
              <a:buNone/>
              <a:defRPr lang="es-ES"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9" name="Marcador de posición de texto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 latinLnBrk="0">
              <a:buNone/>
              <a:defRPr lang="es-ES" sz="2400" b="0">
                <a:solidFill>
                  <a:schemeClr val="tx1"/>
                </a:solidFill>
              </a:defRPr>
            </a:lvl1pPr>
            <a:lvl2pPr marL="457200" indent="0" latinLnBrk="0">
              <a:buNone/>
              <a:defRPr lang="es-ES" sz="2000" b="1"/>
            </a:lvl2pPr>
            <a:lvl3pPr marL="914400" indent="0" latinLnBrk="0">
              <a:buNone/>
              <a:defRPr lang="es-ES" sz="1800" b="1"/>
            </a:lvl3pPr>
            <a:lvl4pPr marL="1371600" indent="0" latinLnBrk="0">
              <a:buNone/>
              <a:defRPr lang="es-ES" sz="1600" b="1"/>
            </a:lvl4pPr>
            <a:lvl5pPr marL="1828800" indent="0" latinLnBrk="0">
              <a:buNone/>
              <a:defRPr lang="es-ES" sz="1600" b="1"/>
            </a:lvl5pPr>
            <a:lvl6pPr marL="2286000" indent="0" latinLnBrk="0">
              <a:buNone/>
              <a:defRPr lang="es-ES" sz="1600" b="1"/>
            </a:lvl6pPr>
            <a:lvl7pPr marL="2743200" indent="0" latinLnBrk="0">
              <a:buNone/>
              <a:defRPr lang="es-ES" sz="1600" b="1"/>
            </a:lvl7pPr>
            <a:lvl8pPr marL="3200400" indent="0" latinLnBrk="0">
              <a:buNone/>
              <a:defRPr lang="es-ES" sz="1600" b="1"/>
            </a:lvl8pPr>
            <a:lvl9pPr marL="3657600" indent="0" latinLnBrk="0">
              <a:buNone/>
              <a:defRPr lang="es-ES"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10" name="Marcador de posición de texto 3"/>
          <p:cNvSpPr>
            <a:spLocks noGrp="1"/>
          </p:cNvSpPr>
          <p:nvPr>
            <p:ph type="body" sz="half" idx="16"/>
          </p:nvPr>
        </p:nvSpPr>
        <p:spPr>
          <a:xfrm>
            <a:off x="3945471" y="3022685"/>
            <a:ext cx="3063240" cy="2913513"/>
          </a:xfrm>
        </p:spPr>
        <p:txBody>
          <a:bodyPr>
            <a:normAutofit/>
          </a:bodyPr>
          <a:lstStyle>
            <a:lvl1pPr marL="0" indent="0" latinLnBrk="0">
              <a:buNone/>
              <a:defRPr lang="es-ES" sz="1400"/>
            </a:lvl1pPr>
            <a:lvl2pPr marL="457200" indent="0" latinLnBrk="0">
              <a:buNone/>
              <a:defRPr lang="es-ES" sz="1200"/>
            </a:lvl2pPr>
            <a:lvl3pPr marL="914400" indent="0" latinLnBrk="0">
              <a:buNone/>
              <a:defRPr lang="es-ES" sz="1000"/>
            </a:lvl3pPr>
            <a:lvl4pPr marL="1371600" indent="0" latinLnBrk="0">
              <a:buNone/>
              <a:defRPr lang="es-ES" sz="900"/>
            </a:lvl4pPr>
            <a:lvl5pPr marL="1828800" indent="0" latinLnBrk="0">
              <a:buNone/>
              <a:defRPr lang="es-ES" sz="900"/>
            </a:lvl5pPr>
            <a:lvl6pPr marL="2286000" indent="0" latinLnBrk="0">
              <a:buNone/>
              <a:defRPr lang="es-ES" sz="900"/>
            </a:lvl6pPr>
            <a:lvl7pPr marL="2743200" indent="0" latinLnBrk="0">
              <a:buNone/>
              <a:defRPr lang="es-ES" sz="900"/>
            </a:lvl7pPr>
            <a:lvl8pPr marL="3200400" indent="0" latinLnBrk="0">
              <a:buNone/>
              <a:defRPr lang="es-ES" sz="900"/>
            </a:lvl8pPr>
            <a:lvl9pPr marL="3657600" indent="0" latinLnBrk="0">
              <a:buNone/>
              <a:defRPr lang="es-ES"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11" name="Marcador de posición de texto 4"/>
          <p:cNvSpPr>
            <a:spLocks noGrp="1"/>
          </p:cNvSpPr>
          <p:nvPr>
            <p:ph type="body" sz="quarter" idx="13"/>
          </p:nvPr>
        </p:nvSpPr>
        <p:spPr>
          <a:xfrm>
            <a:off x="7224168" y="2336873"/>
            <a:ext cx="3070025" cy="576262"/>
          </a:xfrm>
        </p:spPr>
        <p:txBody>
          <a:bodyPr anchor="b">
            <a:noAutofit/>
          </a:bodyPr>
          <a:lstStyle>
            <a:lvl1pPr marL="0" indent="0" latinLnBrk="0">
              <a:buNone/>
              <a:defRPr lang="es-ES" sz="2400" b="0">
                <a:solidFill>
                  <a:schemeClr val="tx1"/>
                </a:solidFill>
              </a:defRPr>
            </a:lvl1pPr>
            <a:lvl2pPr marL="457200" indent="0" latinLnBrk="0">
              <a:buNone/>
              <a:defRPr lang="es-ES" sz="2000" b="1"/>
            </a:lvl2pPr>
            <a:lvl3pPr marL="914400" indent="0" latinLnBrk="0">
              <a:buNone/>
              <a:defRPr lang="es-ES" sz="1800" b="1"/>
            </a:lvl3pPr>
            <a:lvl4pPr marL="1371600" indent="0" latinLnBrk="0">
              <a:buNone/>
              <a:defRPr lang="es-ES" sz="1600" b="1"/>
            </a:lvl4pPr>
            <a:lvl5pPr marL="1828800" indent="0" latinLnBrk="0">
              <a:buNone/>
              <a:defRPr lang="es-ES" sz="1600" b="1"/>
            </a:lvl5pPr>
            <a:lvl6pPr marL="2286000" indent="0" latinLnBrk="0">
              <a:buNone/>
              <a:defRPr lang="es-ES" sz="1600" b="1"/>
            </a:lvl6pPr>
            <a:lvl7pPr marL="2743200" indent="0" latinLnBrk="0">
              <a:buNone/>
              <a:defRPr lang="es-ES" sz="1600" b="1"/>
            </a:lvl7pPr>
            <a:lvl8pPr marL="3200400" indent="0" latinLnBrk="0">
              <a:buNone/>
              <a:defRPr lang="es-ES" sz="1600" b="1"/>
            </a:lvl8pPr>
            <a:lvl9pPr marL="3657600" indent="0" latinLnBrk="0">
              <a:buNone/>
              <a:defRPr lang="es-ES"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12" name="Marcador de posición de texto 3"/>
          <p:cNvSpPr>
            <a:spLocks noGrp="1"/>
          </p:cNvSpPr>
          <p:nvPr>
            <p:ph type="body" sz="half" idx="17"/>
          </p:nvPr>
        </p:nvSpPr>
        <p:spPr>
          <a:xfrm>
            <a:off x="7224168" y="3022685"/>
            <a:ext cx="3070025" cy="2913513"/>
          </a:xfrm>
        </p:spPr>
        <p:txBody>
          <a:bodyPr>
            <a:normAutofit/>
          </a:bodyPr>
          <a:lstStyle>
            <a:lvl1pPr marL="0" indent="0" latinLnBrk="0">
              <a:buNone/>
              <a:defRPr lang="es-ES" sz="1400"/>
            </a:lvl1pPr>
            <a:lvl2pPr marL="457200" indent="0" latinLnBrk="0">
              <a:buNone/>
              <a:defRPr lang="es-ES" sz="1200"/>
            </a:lvl2pPr>
            <a:lvl3pPr marL="914400" indent="0" latinLnBrk="0">
              <a:buNone/>
              <a:defRPr lang="es-ES" sz="1000"/>
            </a:lvl3pPr>
            <a:lvl4pPr marL="1371600" indent="0" latinLnBrk="0">
              <a:buNone/>
              <a:defRPr lang="es-ES" sz="900"/>
            </a:lvl4pPr>
            <a:lvl5pPr marL="1828800" indent="0" latinLnBrk="0">
              <a:buNone/>
              <a:defRPr lang="es-ES" sz="900"/>
            </a:lvl5pPr>
            <a:lvl6pPr marL="2286000" indent="0" latinLnBrk="0">
              <a:buNone/>
              <a:defRPr lang="es-ES" sz="900"/>
            </a:lvl6pPr>
            <a:lvl7pPr marL="2743200" indent="0" latinLnBrk="0">
              <a:buNone/>
              <a:defRPr lang="es-ES" sz="900"/>
            </a:lvl7pPr>
            <a:lvl8pPr marL="3200400" indent="0" latinLnBrk="0">
              <a:buNone/>
              <a:defRPr lang="es-ES" sz="900"/>
            </a:lvl8pPr>
            <a:lvl9pPr marL="3657600" indent="0" latinLnBrk="0">
              <a:buNone/>
              <a:defRPr lang="es-ES"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18" name="Marcador de posición de fecha 2"/>
          <p:cNvSpPr>
            <a:spLocks noGrp="1"/>
          </p:cNvSpPr>
          <p:nvPr>
            <p:ph type="dt" sz="half" idx="1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9" name="Marcador de posición de pie de página 3"/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Calidad de Sistemas de Software  - 2019</a:t>
            </a:r>
            <a:endParaRPr/>
          </a:p>
        </p:txBody>
      </p:sp>
      <p:sp>
        <p:nvSpPr>
          <p:cNvPr id="20" name="Marcador de posición de número de diapositiva 4"/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058561-E4D9-47A1-9982-14C1BFC47660}" type="slidenum">
              <a:rPr/>
              <a:pPr>
                <a:defRPr/>
              </a:pPr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81778966"/>
      </p:ext>
    </p:extLst>
  </p:cSld>
  <p:clrMapOvr>
    <a:masterClrMapping/>
  </p:clrMapOvr>
  <p:transition spd="med">
    <p:fade/>
  </p:transition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3 imáge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n 14" descr="HD-ShadowLong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70098"/>
            <a:ext cx="10437813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Imagen 15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85457" y="1971679"/>
            <a:ext cx="1603375" cy="144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Rectángulo 16"/>
          <p:cNvSpPr/>
          <p:nvPr/>
        </p:nvSpPr>
        <p:spPr>
          <a:xfrm>
            <a:off x="0" y="609610"/>
            <a:ext cx="10437813" cy="1368425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ángulo 17"/>
          <p:cNvSpPr/>
          <p:nvPr/>
        </p:nvSpPr>
        <p:spPr>
          <a:xfrm>
            <a:off x="10585457" y="609610"/>
            <a:ext cx="1603375" cy="13684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ítulo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60" cy="1080938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19" name="Marcador de posición de texto 2"/>
          <p:cNvSpPr>
            <a:spLocks noGrp="1"/>
          </p:cNvSpPr>
          <p:nvPr>
            <p:ph type="body" idx="1"/>
          </p:nvPr>
        </p:nvSpPr>
        <p:spPr>
          <a:xfrm>
            <a:off x="680330" y="4297503"/>
            <a:ext cx="3049705" cy="576262"/>
          </a:xfrm>
        </p:spPr>
        <p:txBody>
          <a:bodyPr anchor="b">
            <a:noAutofit/>
          </a:bodyPr>
          <a:lstStyle>
            <a:lvl1pPr marL="0" indent="0" latinLnBrk="0">
              <a:buNone/>
              <a:defRPr lang="es-ES" sz="2400" b="0">
                <a:solidFill>
                  <a:schemeClr val="tx1"/>
                </a:solidFill>
              </a:defRPr>
            </a:lvl1pPr>
            <a:lvl2pPr marL="457200" indent="0" latinLnBrk="0">
              <a:buNone/>
              <a:defRPr lang="es-ES" sz="2000" b="1"/>
            </a:lvl2pPr>
            <a:lvl3pPr marL="914400" indent="0" latinLnBrk="0">
              <a:buNone/>
              <a:defRPr lang="es-ES" sz="1800" b="1"/>
            </a:lvl3pPr>
            <a:lvl4pPr marL="1371600" indent="0" latinLnBrk="0">
              <a:buNone/>
              <a:defRPr lang="es-ES" sz="1600" b="1"/>
            </a:lvl4pPr>
            <a:lvl5pPr marL="1828800" indent="0" latinLnBrk="0">
              <a:buNone/>
              <a:defRPr lang="es-ES" sz="1600" b="1"/>
            </a:lvl5pPr>
            <a:lvl6pPr marL="2286000" indent="0" latinLnBrk="0">
              <a:buNone/>
              <a:defRPr lang="es-ES" sz="1600" b="1"/>
            </a:lvl6pPr>
            <a:lvl7pPr marL="2743200" indent="0" latinLnBrk="0">
              <a:buNone/>
              <a:defRPr lang="es-ES" sz="1600" b="1"/>
            </a:lvl7pPr>
            <a:lvl8pPr marL="3200400" indent="0" latinLnBrk="0">
              <a:buNone/>
              <a:defRPr lang="es-ES" sz="1600" b="1"/>
            </a:lvl8pPr>
            <a:lvl9pPr marL="3657600" indent="0" latinLnBrk="0">
              <a:buNone/>
              <a:defRPr lang="es-ES"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20" name="Marcador de posición de imagen 2"/>
          <p:cNvSpPr>
            <a:spLocks noGrp="1" noChangeAspect="1"/>
          </p:cNvSpPr>
          <p:nvPr>
            <p:ph type="pic" idx="15"/>
          </p:nvPr>
        </p:nvSpPr>
        <p:spPr>
          <a:xfrm>
            <a:off x="680330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rtlCol="0">
            <a:normAutofit/>
          </a:bodyPr>
          <a:lstStyle>
            <a:lvl1pPr marL="0" indent="0" algn="ctr" latinLnBrk="0">
              <a:buNone/>
              <a:defRPr lang="es-ES" sz="1600"/>
            </a:lvl1pPr>
            <a:lvl2pPr marL="457200" indent="0" latinLnBrk="0">
              <a:buNone/>
              <a:defRPr lang="es-ES" sz="1600"/>
            </a:lvl2pPr>
            <a:lvl3pPr marL="914400" indent="0" latinLnBrk="0">
              <a:buNone/>
              <a:defRPr lang="es-ES" sz="1600"/>
            </a:lvl3pPr>
            <a:lvl4pPr marL="1371600" indent="0" latinLnBrk="0">
              <a:buNone/>
              <a:defRPr lang="es-ES" sz="1600"/>
            </a:lvl4pPr>
            <a:lvl5pPr marL="1828800" indent="0" latinLnBrk="0">
              <a:buNone/>
              <a:defRPr lang="es-ES" sz="1600"/>
            </a:lvl5pPr>
            <a:lvl6pPr marL="2286000" indent="0" latinLnBrk="0">
              <a:buNone/>
              <a:defRPr lang="es-ES" sz="1600"/>
            </a:lvl6pPr>
            <a:lvl7pPr marL="2743200" indent="0" latinLnBrk="0">
              <a:buNone/>
              <a:defRPr lang="es-ES" sz="1600"/>
            </a:lvl7pPr>
            <a:lvl8pPr marL="3200400" indent="0" latinLnBrk="0">
              <a:buNone/>
              <a:defRPr lang="es-ES" sz="1600"/>
            </a:lvl8pPr>
            <a:lvl9pPr marL="3657600" indent="0" latinLnBrk="0">
              <a:buNone/>
              <a:defRPr lang="es-ES" sz="1600"/>
            </a:lvl9pPr>
          </a:lstStyle>
          <a:p>
            <a:pPr lvl="0"/>
            <a:r>
              <a:rPr lang="es-ES" noProof="0"/>
              <a:t>Haga clic en el icono para agregar una imagen</a:t>
            </a:r>
          </a:p>
        </p:txBody>
      </p:sp>
      <p:sp>
        <p:nvSpPr>
          <p:cNvPr id="21" name="Marcador de posición de texto 3"/>
          <p:cNvSpPr>
            <a:spLocks noGrp="1"/>
          </p:cNvSpPr>
          <p:nvPr>
            <p:ph type="body" sz="half" idx="18"/>
          </p:nvPr>
        </p:nvSpPr>
        <p:spPr>
          <a:xfrm>
            <a:off x="680330" y="4873765"/>
            <a:ext cx="3049705" cy="1062422"/>
          </a:xfrm>
        </p:spPr>
        <p:txBody>
          <a:bodyPr>
            <a:normAutofit/>
          </a:bodyPr>
          <a:lstStyle>
            <a:lvl1pPr marL="0" indent="0" latinLnBrk="0">
              <a:buNone/>
              <a:defRPr lang="es-ES" sz="1400"/>
            </a:lvl1pPr>
            <a:lvl2pPr marL="457200" indent="0" latinLnBrk="0">
              <a:buNone/>
              <a:defRPr lang="es-ES" sz="1200"/>
            </a:lvl2pPr>
            <a:lvl3pPr marL="914400" indent="0" latinLnBrk="0">
              <a:buNone/>
              <a:defRPr lang="es-ES" sz="1000"/>
            </a:lvl3pPr>
            <a:lvl4pPr marL="1371600" indent="0" latinLnBrk="0">
              <a:buNone/>
              <a:defRPr lang="es-ES" sz="900"/>
            </a:lvl4pPr>
            <a:lvl5pPr marL="1828800" indent="0" latinLnBrk="0">
              <a:buNone/>
              <a:defRPr lang="es-ES" sz="900"/>
            </a:lvl5pPr>
            <a:lvl6pPr marL="2286000" indent="0" latinLnBrk="0">
              <a:buNone/>
              <a:defRPr lang="es-ES" sz="900"/>
            </a:lvl6pPr>
            <a:lvl7pPr marL="2743200" indent="0" latinLnBrk="0">
              <a:buNone/>
              <a:defRPr lang="es-ES" sz="900"/>
            </a:lvl7pPr>
            <a:lvl8pPr marL="3200400" indent="0" latinLnBrk="0">
              <a:buNone/>
              <a:defRPr lang="es-ES" sz="900"/>
            </a:lvl8pPr>
            <a:lvl9pPr marL="3657600" indent="0" latinLnBrk="0">
              <a:buNone/>
              <a:defRPr lang="es-ES"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22" name="Marcador de posición de texto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 latinLnBrk="0">
              <a:buNone/>
              <a:defRPr lang="es-ES" sz="2400" b="0">
                <a:solidFill>
                  <a:schemeClr val="tx1"/>
                </a:solidFill>
              </a:defRPr>
            </a:lvl1pPr>
            <a:lvl2pPr marL="457200" indent="0" latinLnBrk="0">
              <a:buNone/>
              <a:defRPr lang="es-ES" sz="2000" b="1"/>
            </a:lvl2pPr>
            <a:lvl3pPr marL="914400" indent="0" latinLnBrk="0">
              <a:buNone/>
              <a:defRPr lang="es-ES" sz="1800" b="1"/>
            </a:lvl3pPr>
            <a:lvl4pPr marL="1371600" indent="0" latinLnBrk="0">
              <a:buNone/>
              <a:defRPr lang="es-ES" sz="1600" b="1"/>
            </a:lvl4pPr>
            <a:lvl5pPr marL="1828800" indent="0" latinLnBrk="0">
              <a:buNone/>
              <a:defRPr lang="es-ES" sz="1600" b="1"/>
            </a:lvl5pPr>
            <a:lvl6pPr marL="2286000" indent="0" latinLnBrk="0">
              <a:buNone/>
              <a:defRPr lang="es-ES" sz="1600" b="1"/>
            </a:lvl6pPr>
            <a:lvl7pPr marL="2743200" indent="0" latinLnBrk="0">
              <a:buNone/>
              <a:defRPr lang="es-ES" sz="1600" b="1"/>
            </a:lvl7pPr>
            <a:lvl8pPr marL="3200400" indent="0" latinLnBrk="0">
              <a:buNone/>
              <a:defRPr lang="es-ES" sz="1600" b="1"/>
            </a:lvl8pPr>
            <a:lvl9pPr marL="3657600" indent="0" latinLnBrk="0">
              <a:buNone/>
              <a:defRPr lang="es-ES"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23" name="Marcador de posición de imagen 2"/>
          <p:cNvSpPr>
            <a:spLocks noGrp="1" noChangeAspect="1"/>
          </p:cNvSpPr>
          <p:nvPr>
            <p:ph type="pic" idx="21"/>
          </p:nvPr>
        </p:nvSpPr>
        <p:spPr>
          <a:xfrm>
            <a:off x="3945471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rtlCol="0">
            <a:normAutofit/>
          </a:bodyPr>
          <a:lstStyle>
            <a:lvl1pPr marL="0" indent="0" algn="ctr" latinLnBrk="0">
              <a:buNone/>
              <a:defRPr lang="es-ES" sz="1600"/>
            </a:lvl1pPr>
            <a:lvl2pPr marL="457200" indent="0" latinLnBrk="0">
              <a:buNone/>
              <a:defRPr lang="es-ES" sz="1600"/>
            </a:lvl2pPr>
            <a:lvl3pPr marL="914400" indent="0" latinLnBrk="0">
              <a:buNone/>
              <a:defRPr lang="es-ES" sz="1600"/>
            </a:lvl3pPr>
            <a:lvl4pPr marL="1371600" indent="0" latinLnBrk="0">
              <a:buNone/>
              <a:defRPr lang="es-ES" sz="1600"/>
            </a:lvl4pPr>
            <a:lvl5pPr marL="1828800" indent="0" latinLnBrk="0">
              <a:buNone/>
              <a:defRPr lang="es-ES" sz="1600"/>
            </a:lvl5pPr>
            <a:lvl6pPr marL="2286000" indent="0" latinLnBrk="0">
              <a:buNone/>
              <a:defRPr lang="es-ES" sz="1600"/>
            </a:lvl6pPr>
            <a:lvl7pPr marL="2743200" indent="0" latinLnBrk="0">
              <a:buNone/>
              <a:defRPr lang="es-ES" sz="1600"/>
            </a:lvl7pPr>
            <a:lvl8pPr marL="3200400" indent="0" latinLnBrk="0">
              <a:buNone/>
              <a:defRPr lang="es-ES" sz="1600"/>
            </a:lvl8pPr>
            <a:lvl9pPr marL="3657600" indent="0" latinLnBrk="0">
              <a:buNone/>
              <a:defRPr lang="es-ES" sz="1600"/>
            </a:lvl9pPr>
          </a:lstStyle>
          <a:p>
            <a:pPr lvl="0"/>
            <a:r>
              <a:rPr lang="es-ES" noProof="0"/>
              <a:t>Haga clic en el icono para agregar una imagen</a:t>
            </a:r>
          </a:p>
        </p:txBody>
      </p:sp>
      <p:sp>
        <p:nvSpPr>
          <p:cNvPr id="24" name="Marcador de posición de texto 3"/>
          <p:cNvSpPr>
            <a:spLocks noGrp="1"/>
          </p:cNvSpPr>
          <p:nvPr>
            <p:ph type="body" sz="half" idx="19"/>
          </p:nvPr>
        </p:nvSpPr>
        <p:spPr>
          <a:xfrm>
            <a:off x="3944129" y="4873764"/>
            <a:ext cx="3067297" cy="1062422"/>
          </a:xfrm>
        </p:spPr>
        <p:txBody>
          <a:bodyPr>
            <a:normAutofit/>
          </a:bodyPr>
          <a:lstStyle>
            <a:lvl1pPr marL="0" indent="0" latinLnBrk="0">
              <a:buNone/>
              <a:defRPr lang="es-ES" sz="1400"/>
            </a:lvl1pPr>
            <a:lvl2pPr marL="457200" indent="0" latinLnBrk="0">
              <a:buNone/>
              <a:defRPr lang="es-ES" sz="1200"/>
            </a:lvl2pPr>
            <a:lvl3pPr marL="914400" indent="0" latinLnBrk="0">
              <a:buNone/>
              <a:defRPr lang="es-ES" sz="1000"/>
            </a:lvl3pPr>
            <a:lvl4pPr marL="1371600" indent="0" latinLnBrk="0">
              <a:buNone/>
              <a:defRPr lang="es-ES" sz="900"/>
            </a:lvl4pPr>
            <a:lvl5pPr marL="1828800" indent="0" latinLnBrk="0">
              <a:buNone/>
              <a:defRPr lang="es-ES" sz="900"/>
            </a:lvl5pPr>
            <a:lvl6pPr marL="2286000" indent="0" latinLnBrk="0">
              <a:buNone/>
              <a:defRPr lang="es-ES" sz="900"/>
            </a:lvl6pPr>
            <a:lvl7pPr marL="2743200" indent="0" latinLnBrk="0">
              <a:buNone/>
              <a:defRPr lang="es-ES" sz="900"/>
            </a:lvl7pPr>
            <a:lvl8pPr marL="3200400" indent="0" latinLnBrk="0">
              <a:buNone/>
              <a:defRPr lang="es-ES" sz="900"/>
            </a:lvl8pPr>
            <a:lvl9pPr marL="3657600" indent="0" latinLnBrk="0">
              <a:buNone/>
              <a:defRPr lang="es-ES"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25" name="Marcador de posición de texto 4"/>
          <p:cNvSpPr>
            <a:spLocks noGrp="1"/>
          </p:cNvSpPr>
          <p:nvPr>
            <p:ph type="body" sz="quarter" idx="13"/>
          </p:nvPr>
        </p:nvSpPr>
        <p:spPr>
          <a:xfrm>
            <a:off x="7230690" y="4297503"/>
            <a:ext cx="3063505" cy="576262"/>
          </a:xfrm>
        </p:spPr>
        <p:txBody>
          <a:bodyPr anchor="b">
            <a:noAutofit/>
          </a:bodyPr>
          <a:lstStyle>
            <a:lvl1pPr marL="0" indent="0" latinLnBrk="0">
              <a:buNone/>
              <a:defRPr lang="es-ES" sz="2400" b="0">
                <a:solidFill>
                  <a:schemeClr val="tx1"/>
                </a:solidFill>
              </a:defRPr>
            </a:lvl1pPr>
            <a:lvl2pPr marL="457200" indent="0" latinLnBrk="0">
              <a:buNone/>
              <a:defRPr lang="es-ES" sz="2000" b="1"/>
            </a:lvl2pPr>
            <a:lvl3pPr marL="914400" indent="0" latinLnBrk="0">
              <a:buNone/>
              <a:defRPr lang="es-ES" sz="1800" b="1"/>
            </a:lvl3pPr>
            <a:lvl4pPr marL="1371600" indent="0" latinLnBrk="0">
              <a:buNone/>
              <a:defRPr lang="es-ES" sz="1600" b="1"/>
            </a:lvl4pPr>
            <a:lvl5pPr marL="1828800" indent="0" latinLnBrk="0">
              <a:buNone/>
              <a:defRPr lang="es-ES" sz="1600" b="1"/>
            </a:lvl5pPr>
            <a:lvl6pPr marL="2286000" indent="0" latinLnBrk="0">
              <a:buNone/>
              <a:defRPr lang="es-ES" sz="1600" b="1"/>
            </a:lvl6pPr>
            <a:lvl7pPr marL="2743200" indent="0" latinLnBrk="0">
              <a:buNone/>
              <a:defRPr lang="es-ES" sz="1600" b="1"/>
            </a:lvl7pPr>
            <a:lvl8pPr marL="3200400" indent="0" latinLnBrk="0">
              <a:buNone/>
              <a:defRPr lang="es-ES" sz="1600" b="1"/>
            </a:lvl8pPr>
            <a:lvl9pPr marL="3657600" indent="0" latinLnBrk="0">
              <a:buNone/>
              <a:defRPr lang="es-ES"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26" name="Marcador de posición de imagen 2"/>
          <p:cNvSpPr>
            <a:spLocks noGrp="1" noChangeAspect="1"/>
          </p:cNvSpPr>
          <p:nvPr>
            <p:ph type="pic" idx="22"/>
          </p:nvPr>
        </p:nvSpPr>
        <p:spPr>
          <a:xfrm>
            <a:off x="7230689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rtlCol="0">
            <a:normAutofit/>
          </a:bodyPr>
          <a:lstStyle>
            <a:lvl1pPr marL="0" indent="0" algn="ctr" latinLnBrk="0">
              <a:buNone/>
              <a:defRPr lang="es-ES" sz="1600"/>
            </a:lvl1pPr>
            <a:lvl2pPr marL="457200" indent="0" latinLnBrk="0">
              <a:buNone/>
              <a:defRPr lang="es-ES" sz="1600"/>
            </a:lvl2pPr>
            <a:lvl3pPr marL="914400" indent="0" latinLnBrk="0">
              <a:buNone/>
              <a:defRPr lang="es-ES" sz="1600"/>
            </a:lvl3pPr>
            <a:lvl4pPr marL="1371600" indent="0" latinLnBrk="0">
              <a:buNone/>
              <a:defRPr lang="es-ES" sz="1600"/>
            </a:lvl4pPr>
            <a:lvl5pPr marL="1828800" indent="0" latinLnBrk="0">
              <a:buNone/>
              <a:defRPr lang="es-ES" sz="1600"/>
            </a:lvl5pPr>
            <a:lvl6pPr marL="2286000" indent="0" latinLnBrk="0">
              <a:buNone/>
              <a:defRPr lang="es-ES" sz="1600"/>
            </a:lvl6pPr>
            <a:lvl7pPr marL="2743200" indent="0" latinLnBrk="0">
              <a:buNone/>
              <a:defRPr lang="es-ES" sz="1600"/>
            </a:lvl7pPr>
            <a:lvl8pPr marL="3200400" indent="0" latinLnBrk="0">
              <a:buNone/>
              <a:defRPr lang="es-ES" sz="1600"/>
            </a:lvl8pPr>
            <a:lvl9pPr marL="3657600" indent="0" latinLnBrk="0">
              <a:buNone/>
              <a:defRPr lang="es-ES" sz="1600"/>
            </a:lvl9pPr>
          </a:lstStyle>
          <a:p>
            <a:pPr lvl="0"/>
            <a:r>
              <a:rPr lang="es-ES" noProof="0"/>
              <a:t>Haga clic en el icono para agregar una imagen</a:t>
            </a:r>
          </a:p>
        </p:txBody>
      </p:sp>
      <p:sp>
        <p:nvSpPr>
          <p:cNvPr id="27" name="Marcador de posición de texto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>
            <a:normAutofit/>
          </a:bodyPr>
          <a:lstStyle>
            <a:lvl1pPr marL="0" indent="0" latinLnBrk="0">
              <a:buNone/>
              <a:defRPr lang="es-ES" sz="1400"/>
            </a:lvl1pPr>
            <a:lvl2pPr marL="457200" indent="0" latinLnBrk="0">
              <a:buNone/>
              <a:defRPr lang="es-ES" sz="1200"/>
            </a:lvl2pPr>
            <a:lvl3pPr marL="914400" indent="0" latinLnBrk="0">
              <a:buNone/>
              <a:defRPr lang="es-ES" sz="1000"/>
            </a:lvl3pPr>
            <a:lvl4pPr marL="1371600" indent="0" latinLnBrk="0">
              <a:buNone/>
              <a:defRPr lang="es-ES" sz="900"/>
            </a:lvl4pPr>
            <a:lvl5pPr marL="1828800" indent="0" latinLnBrk="0">
              <a:buNone/>
              <a:defRPr lang="es-ES" sz="900"/>
            </a:lvl5pPr>
            <a:lvl6pPr marL="2286000" indent="0" latinLnBrk="0">
              <a:buNone/>
              <a:defRPr lang="es-ES" sz="900"/>
            </a:lvl6pPr>
            <a:lvl7pPr marL="2743200" indent="0" latinLnBrk="0">
              <a:buNone/>
              <a:defRPr lang="es-ES" sz="900"/>
            </a:lvl7pPr>
            <a:lvl8pPr marL="3200400" indent="0" latinLnBrk="0">
              <a:buNone/>
              <a:defRPr lang="es-ES" sz="900"/>
            </a:lvl8pPr>
            <a:lvl9pPr marL="3657600" indent="0" latinLnBrk="0">
              <a:buNone/>
              <a:defRPr lang="es-ES"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16" name="Marcador de posición de fecha 2"/>
          <p:cNvSpPr>
            <a:spLocks noGrp="1"/>
          </p:cNvSpPr>
          <p:nvPr>
            <p:ph type="dt" sz="half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7" name="Marcador de posición de pie de página 3"/>
          <p:cNvSpPr>
            <a:spLocks noGrp="1"/>
          </p:cNvSpPr>
          <p:nvPr>
            <p:ph type="ftr" sz="quarter" idx="2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Calidad de Sistemas de Software  - 2019</a:t>
            </a:r>
            <a:endParaRPr/>
          </a:p>
        </p:txBody>
      </p:sp>
      <p:sp>
        <p:nvSpPr>
          <p:cNvPr id="18" name="Marcador de posición de número de diapositiva 4"/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C4411B-3C72-4C25-8B72-97051BD17E72}" type="slidenum">
              <a:rPr/>
              <a:pPr>
                <a:defRPr/>
              </a:pPr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13760616"/>
      </p:ext>
    </p:extLst>
  </p:cSld>
  <p:clrMapOvr>
    <a:masterClrMapping/>
  </p:clrMapOvr>
  <p:transition spd="med">
    <p:fade/>
  </p:transition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6" descr="HD-ShadowLong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70098"/>
            <a:ext cx="10437813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Imagen 7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85457" y="1971679"/>
            <a:ext cx="1603375" cy="144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ángulo 8"/>
          <p:cNvSpPr/>
          <p:nvPr/>
        </p:nvSpPr>
        <p:spPr>
          <a:xfrm>
            <a:off x="0" y="609610"/>
            <a:ext cx="10437813" cy="1368425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Rectángulo 9"/>
          <p:cNvSpPr/>
          <p:nvPr/>
        </p:nvSpPr>
        <p:spPr>
          <a:xfrm>
            <a:off x="10585457" y="609610"/>
            <a:ext cx="1603375" cy="13684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 latinLnBrk="0">
              <a:defRPr lang="es-ES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8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9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Calidad de Sistemas de Software  - 2019</a:t>
            </a:r>
            <a:endParaRPr/>
          </a:p>
        </p:txBody>
      </p:sp>
      <p:sp>
        <p:nvSpPr>
          <p:cNvPr id="10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21DDE5-34EF-417E-972E-57D0712AB794}" type="slidenum">
              <a:rPr/>
              <a:pPr>
                <a:defRPr/>
              </a:pPr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83040618"/>
      </p:ext>
    </p:extLst>
  </p:cSld>
  <p:clrMapOvr>
    <a:masterClrMapping/>
  </p:clrMapOvr>
  <p:transition spd="med">
    <p:fade/>
  </p:transition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y texto vertica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6"/>
          <p:cNvSpPr/>
          <p:nvPr/>
        </p:nvSpPr>
        <p:spPr>
          <a:xfrm rot="5400000">
            <a:off x="8116094" y="1869291"/>
            <a:ext cx="5106988" cy="1368425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Rectángulo 7"/>
          <p:cNvSpPr/>
          <p:nvPr/>
        </p:nvSpPr>
        <p:spPr>
          <a:xfrm rot="5400000">
            <a:off x="9867907" y="5372110"/>
            <a:ext cx="1603375" cy="13684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10129233" y="609597"/>
            <a:ext cx="1073803" cy="4353760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texto vertical 2"/>
          <p:cNvSpPr>
            <a:spLocks noGrp="1"/>
          </p:cNvSpPr>
          <p:nvPr>
            <p:ph type="body" orient="vert" idx="1"/>
          </p:nvPr>
        </p:nvSpPr>
        <p:spPr>
          <a:xfrm>
            <a:off x="680322" y="609610"/>
            <a:ext cx="8870004" cy="5326589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osición de fecha 3"/>
          <p:cNvSpPr>
            <a:spLocks noGrp="1"/>
          </p:cNvSpPr>
          <p:nvPr>
            <p:ph type="dt" sz="half" idx="10"/>
          </p:nvPr>
        </p:nvSpPr>
        <p:spPr>
          <a:xfrm>
            <a:off x="6807200" y="5935673"/>
            <a:ext cx="27432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7" name="Marcador de posición de pie de página 4"/>
          <p:cNvSpPr>
            <a:spLocks noGrp="1"/>
          </p:cNvSpPr>
          <p:nvPr>
            <p:ph type="ftr" sz="quarter" idx="11"/>
          </p:nvPr>
        </p:nvSpPr>
        <p:spPr>
          <a:xfrm>
            <a:off x="681037" y="5935673"/>
            <a:ext cx="6126163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Calidad de Sistemas de Software  - 2019</a:t>
            </a:r>
            <a:endParaRPr/>
          </a:p>
        </p:txBody>
      </p:sp>
      <p:sp>
        <p:nvSpPr>
          <p:cNvPr id="8" name="Marcador de posición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10098088" y="5399088"/>
            <a:ext cx="1154112" cy="1090612"/>
          </a:xfrm>
        </p:spPr>
        <p:txBody>
          <a:bodyPr anchor="t"/>
          <a:lstStyle>
            <a:lvl1pPr algn="ctr" latinLnBrk="0">
              <a:defRPr lang="es-ES"/>
            </a:lvl1pPr>
          </a:lstStyle>
          <a:p>
            <a:pPr>
              <a:defRPr/>
            </a:pPr>
            <a:fld id="{CF69B87C-F83B-424F-9833-9E37E594C0DD}" type="slidenum">
              <a:rPr/>
              <a:pPr>
                <a:defRPr/>
              </a:pPr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33333210"/>
      </p:ext>
    </p:extLst>
  </p:cSld>
  <p:clrMapOvr>
    <a:masterClrMapping/>
  </p:clrMapOvr>
  <p:transition spd="med">
    <p:fade/>
  </p:transition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16" name="15 Marcador de texto"/>
          <p:cNvSpPr>
            <a:spLocks noGrp="1"/>
          </p:cNvSpPr>
          <p:nvPr>
            <p:ph type="body" sz="quarter" idx="14"/>
          </p:nvPr>
        </p:nvSpPr>
        <p:spPr>
          <a:xfrm>
            <a:off x="4440" y="6451617"/>
            <a:ext cx="4190993" cy="357190"/>
          </a:xfrm>
        </p:spPr>
        <p:txBody>
          <a:bodyPr>
            <a:noAutofit/>
          </a:bodyPr>
          <a:lstStyle>
            <a:lvl1pPr>
              <a:buNone/>
              <a:defRPr sz="1400">
                <a:solidFill>
                  <a:schemeClr val="bg1"/>
                </a:solidFill>
              </a:defRPr>
            </a:lvl1pPr>
            <a:lvl2pPr>
              <a:buNone/>
              <a:defRPr sz="1400"/>
            </a:lvl2pPr>
            <a:lvl3pPr>
              <a:buNone/>
              <a:defRPr sz="1400"/>
            </a:lvl3pPr>
            <a:lvl4pPr>
              <a:buNone/>
              <a:defRPr sz="1400"/>
            </a:lvl4pPr>
            <a:lvl5pPr>
              <a:buNone/>
              <a:defRPr sz="1400"/>
            </a:lvl5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1097279" y="1845734"/>
            <a:ext cx="10058401" cy="402336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3 Marcador de pie de página"/>
          <p:cNvSpPr>
            <a:spLocks noGrp="1"/>
          </p:cNvSpPr>
          <p:nvPr>
            <p:ph type="ftr" sz="quarter" idx="15"/>
          </p:nvPr>
        </p:nvSpPr>
        <p:spPr>
          <a:xfrm>
            <a:off x="4241803" y="6459548"/>
            <a:ext cx="5183188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Calidad de Sistemas de Software  - 2019</a:t>
            </a:r>
            <a:endParaRPr/>
          </a:p>
        </p:txBody>
      </p:sp>
      <p:sp>
        <p:nvSpPr>
          <p:cNvPr id="6" name="4 Marcador de número de diapositiva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5D28BA0E-65A1-4689-818F-78C8F46BC9AB}" type="slidenum">
              <a:rPr/>
              <a:pPr>
                <a:defRPr/>
              </a:pPr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48324825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6" descr="HD-ShadowLong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" y="4243400"/>
            <a:ext cx="89677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Imagen 7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2258" y="4243388"/>
            <a:ext cx="3076575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ángulo 8"/>
          <p:cNvSpPr/>
          <p:nvPr/>
        </p:nvSpPr>
        <p:spPr>
          <a:xfrm>
            <a:off x="3" y="2590800"/>
            <a:ext cx="8967788" cy="165893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Rectángulo 9"/>
          <p:cNvSpPr/>
          <p:nvPr/>
        </p:nvSpPr>
        <p:spPr>
          <a:xfrm>
            <a:off x="9112258" y="2590800"/>
            <a:ext cx="3076575" cy="16589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0333" y="2733709"/>
            <a:ext cx="8144135" cy="1373070"/>
          </a:xfrm>
        </p:spPr>
        <p:txBody>
          <a:bodyPr anchor="b">
            <a:noAutofit/>
          </a:bodyPr>
          <a:lstStyle>
            <a:lvl1pPr algn="r" latinLnBrk="0">
              <a:defRPr lang="es-ES" sz="54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680333" y="4394061"/>
            <a:ext cx="8144135" cy="1117687"/>
          </a:xfrm>
        </p:spPr>
        <p:txBody>
          <a:bodyPr>
            <a:normAutofit/>
          </a:bodyPr>
          <a:lstStyle>
            <a:lvl1pPr marL="0" indent="0" algn="r" latinLnBrk="0">
              <a:buNone/>
              <a:defRPr lang="es-ES" sz="2000"/>
            </a:lvl1pPr>
            <a:lvl2pPr marL="457200" indent="0" algn="ctr" latinLnBrk="0">
              <a:buNone/>
              <a:defRPr lang="es-ES" sz="2000"/>
            </a:lvl2pPr>
            <a:lvl3pPr marL="914400" indent="0" algn="ctr" latinLnBrk="0">
              <a:buNone/>
              <a:defRPr lang="es-ES" sz="1800"/>
            </a:lvl3pPr>
            <a:lvl4pPr marL="1371600" indent="0" algn="ctr" latinLnBrk="0">
              <a:buNone/>
              <a:defRPr lang="es-ES" sz="1600"/>
            </a:lvl4pPr>
            <a:lvl5pPr marL="1828800" indent="0" algn="ctr" latinLnBrk="0">
              <a:buNone/>
              <a:defRPr lang="es-ES" sz="1600"/>
            </a:lvl5pPr>
            <a:lvl6pPr marL="2286000" indent="0" algn="ctr" latinLnBrk="0">
              <a:buNone/>
              <a:defRPr lang="es-ES" sz="1600"/>
            </a:lvl6pPr>
            <a:lvl7pPr marL="2743200" indent="0" algn="ctr" latinLnBrk="0">
              <a:buNone/>
              <a:defRPr lang="es-ES" sz="1600"/>
            </a:lvl7pPr>
            <a:lvl8pPr marL="3200400" indent="0" algn="ctr" latinLnBrk="0">
              <a:buNone/>
              <a:defRPr lang="es-ES" sz="1600"/>
            </a:lvl8pPr>
            <a:lvl9pPr marL="3657600" indent="0" algn="ctr" latinLnBrk="0">
              <a:buNone/>
              <a:defRPr lang="es-ES"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8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9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Calidad de Sistemas de Software  - 2019</a:t>
            </a:r>
            <a:endParaRPr/>
          </a:p>
        </p:txBody>
      </p:sp>
      <p:sp>
        <p:nvSpPr>
          <p:cNvPr id="10" name="Marcador de posición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9255133" y="2749562"/>
            <a:ext cx="1171575" cy="1357313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479542-B7A9-4772-8FC1-CD550942CE44}" type="slidenum">
              <a:rPr/>
              <a:pPr>
                <a:defRPr/>
              </a:pPr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9671432"/>
      </p:ext>
    </p:extLst>
  </p:cSld>
  <p:clrMapOvr>
    <a:masterClrMapping/>
  </p:clrMapOvr>
  <p:transition spd="med">
    <p:fade/>
  </p:transition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14" descr="HD-ShadowLong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70100"/>
            <a:ext cx="10437813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Imagen 15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85458" y="1971679"/>
            <a:ext cx="1603375" cy="144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ángulo 16"/>
          <p:cNvSpPr/>
          <p:nvPr/>
        </p:nvSpPr>
        <p:spPr>
          <a:xfrm>
            <a:off x="0" y="609612"/>
            <a:ext cx="10437813" cy="1368425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Rectángulo 17"/>
          <p:cNvSpPr/>
          <p:nvPr/>
        </p:nvSpPr>
        <p:spPr>
          <a:xfrm>
            <a:off x="10585458" y="609612"/>
            <a:ext cx="1603375" cy="13684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8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9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Calidad de Sistemas de Software  - 2019</a:t>
            </a:r>
            <a:endParaRPr/>
          </a:p>
        </p:txBody>
      </p:sp>
      <p:sp>
        <p:nvSpPr>
          <p:cNvPr id="10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6918E0-580C-4FC9-A224-2FA36F9CB582}" type="slidenum">
              <a:rPr/>
              <a:pPr>
                <a:defRPr/>
              </a:pPr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24938227"/>
      </p:ext>
    </p:extLst>
  </p:cSld>
  <p:clrMapOvr>
    <a:masterClrMapping/>
  </p:clrMapOvr>
  <p:transition spd="med">
    <p:fade/>
  </p:transition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6" descr="HD-ShadowLong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086237"/>
            <a:ext cx="10437813" cy="32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Imagen 7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85458" y="4087813"/>
            <a:ext cx="1603375" cy="144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ángulo 8"/>
          <p:cNvSpPr/>
          <p:nvPr/>
        </p:nvSpPr>
        <p:spPr>
          <a:xfrm>
            <a:off x="0" y="2725750"/>
            <a:ext cx="10437813" cy="1368425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Rectángulo 9"/>
          <p:cNvSpPr/>
          <p:nvPr/>
        </p:nvSpPr>
        <p:spPr>
          <a:xfrm>
            <a:off x="10585458" y="2725750"/>
            <a:ext cx="1603375" cy="13684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80323" y="2869895"/>
            <a:ext cx="9613860" cy="1090788"/>
          </a:xfrm>
        </p:spPr>
        <p:txBody>
          <a:bodyPr>
            <a:normAutofit/>
          </a:bodyPr>
          <a:lstStyle>
            <a:lvl1pPr algn="r" latinLnBrk="0">
              <a:defRPr lang="es-ES" sz="36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texto 2"/>
          <p:cNvSpPr>
            <a:spLocks noGrp="1"/>
          </p:cNvSpPr>
          <p:nvPr>
            <p:ph type="body" idx="1"/>
          </p:nvPr>
        </p:nvSpPr>
        <p:spPr>
          <a:xfrm>
            <a:off x="680323" y="4232193"/>
            <a:ext cx="9613860" cy="1704017"/>
          </a:xfrm>
        </p:spPr>
        <p:txBody>
          <a:bodyPr>
            <a:normAutofit/>
          </a:bodyPr>
          <a:lstStyle>
            <a:lvl1pPr marL="0" indent="0" algn="r" latinLnBrk="0">
              <a:buNone/>
              <a:defRPr lang="es-ES"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latinLnBrk="0">
              <a:buNone/>
              <a:defRPr lang="es-ES"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latinLnBrk="0">
              <a:buNone/>
              <a:defRPr lang="es-ES"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latinLnBrk="0">
              <a:buNone/>
              <a:defRPr lang="es-ES"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latinLnBrk="0">
              <a:buNone/>
              <a:defRPr lang="es-ES"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latinLnBrk="0">
              <a:buNone/>
              <a:defRPr lang="es-ES"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latinLnBrk="0">
              <a:buNone/>
              <a:defRPr lang="es-ES"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latinLnBrk="0">
              <a:buNone/>
              <a:defRPr lang="es-ES"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latinLnBrk="0">
              <a:buNone/>
              <a:defRPr lang="es-ES"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8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9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Calidad de Sistemas de Software  - 2019</a:t>
            </a:r>
            <a:endParaRPr/>
          </a:p>
        </p:txBody>
      </p:sp>
      <p:sp>
        <p:nvSpPr>
          <p:cNvPr id="10" name="Marcador de posición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10729913" y="2870212"/>
            <a:ext cx="1154112" cy="1090613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706A0C-DE8D-4AA6-A565-54AAF2E0D89F}" type="slidenum">
              <a:rPr/>
              <a:pPr>
                <a:defRPr/>
              </a:pPr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51962079"/>
      </p:ext>
    </p:extLst>
  </p:cSld>
  <p:clrMapOvr>
    <a:masterClrMapping/>
  </p:clrMapOvr>
  <p:transition spd="med">
    <p:fade/>
  </p:transition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 de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7" descr="HD-ShadowLong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70100"/>
            <a:ext cx="10437813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Imagen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85458" y="1971679"/>
            <a:ext cx="1603375" cy="144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ángulo 9"/>
          <p:cNvSpPr/>
          <p:nvPr/>
        </p:nvSpPr>
        <p:spPr>
          <a:xfrm>
            <a:off x="0" y="609612"/>
            <a:ext cx="10437813" cy="1368425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ángulo 10"/>
          <p:cNvSpPr/>
          <p:nvPr/>
        </p:nvSpPr>
        <p:spPr>
          <a:xfrm>
            <a:off x="10585458" y="609612"/>
            <a:ext cx="1603375" cy="13684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contenido 2"/>
          <p:cNvSpPr>
            <a:spLocks noGrp="1"/>
          </p:cNvSpPr>
          <p:nvPr>
            <p:ph sz="half" idx="1"/>
          </p:nvPr>
        </p:nvSpPr>
        <p:spPr>
          <a:xfrm>
            <a:off x="680333" y="2336873"/>
            <a:ext cx="4698359" cy="3599316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posición de contenido 3"/>
          <p:cNvSpPr>
            <a:spLocks noGrp="1"/>
          </p:cNvSpPr>
          <p:nvPr>
            <p:ph sz="half" idx="2"/>
          </p:nvPr>
        </p:nvSpPr>
        <p:spPr>
          <a:xfrm>
            <a:off x="5594125" y="2336873"/>
            <a:ext cx="4700059" cy="3599316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9" name="Marcador de posición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0" name="Marcador de posición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Calidad de Sistemas de Software  - 2019</a:t>
            </a:r>
            <a:endParaRPr/>
          </a:p>
        </p:txBody>
      </p:sp>
      <p:sp>
        <p:nvSpPr>
          <p:cNvPr id="11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C7C5B1-249B-41EE-876E-A34C94D75DB2}" type="slidenum">
              <a:rPr/>
              <a:pPr>
                <a:defRPr/>
              </a:pPr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85287874"/>
      </p:ext>
    </p:extLst>
  </p:cSld>
  <p:clrMapOvr>
    <a:masterClrMapping/>
  </p:clrMapOvr>
  <p:transition spd="med">
    <p:fade/>
  </p:transition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9" descr="HD-ShadowLong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70100"/>
            <a:ext cx="10437813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Imagen 10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85458" y="1971679"/>
            <a:ext cx="1603375" cy="144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ángulo 11"/>
          <p:cNvSpPr/>
          <p:nvPr/>
        </p:nvSpPr>
        <p:spPr>
          <a:xfrm>
            <a:off x="0" y="609612"/>
            <a:ext cx="10437813" cy="1368425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ángulo 12"/>
          <p:cNvSpPr/>
          <p:nvPr/>
        </p:nvSpPr>
        <p:spPr>
          <a:xfrm>
            <a:off x="10585458" y="609612"/>
            <a:ext cx="1603375" cy="13684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80329" y="753245"/>
            <a:ext cx="9613863" cy="108093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texto 2"/>
          <p:cNvSpPr>
            <a:spLocks noGrp="1"/>
          </p:cNvSpPr>
          <p:nvPr>
            <p:ph type="body" idx="1"/>
          </p:nvPr>
        </p:nvSpPr>
        <p:spPr>
          <a:xfrm>
            <a:off x="906360" y="2336895"/>
            <a:ext cx="4472327" cy="693135"/>
          </a:xfrm>
        </p:spPr>
        <p:txBody>
          <a:bodyPr anchor="b"/>
          <a:lstStyle>
            <a:lvl1pPr marL="0" indent="0" latinLnBrk="0">
              <a:buNone/>
              <a:defRPr lang="es-ES" sz="2400" b="1"/>
            </a:lvl1pPr>
            <a:lvl2pPr marL="457200" indent="0" latinLnBrk="0">
              <a:buNone/>
              <a:defRPr lang="es-ES" sz="2000" b="1"/>
            </a:lvl2pPr>
            <a:lvl3pPr marL="914400" indent="0" latinLnBrk="0">
              <a:buNone/>
              <a:defRPr lang="es-ES" sz="1800" b="1"/>
            </a:lvl3pPr>
            <a:lvl4pPr marL="1371600" indent="0" latinLnBrk="0">
              <a:buNone/>
              <a:defRPr lang="es-ES" sz="1600" b="1"/>
            </a:lvl4pPr>
            <a:lvl5pPr marL="1828800" indent="0" latinLnBrk="0">
              <a:buNone/>
              <a:defRPr lang="es-ES" sz="1600" b="1"/>
            </a:lvl5pPr>
            <a:lvl6pPr marL="2286000" indent="0" latinLnBrk="0">
              <a:buNone/>
              <a:defRPr lang="es-ES" sz="1600" b="1"/>
            </a:lvl6pPr>
            <a:lvl7pPr marL="2743200" indent="0" latinLnBrk="0">
              <a:buNone/>
              <a:defRPr lang="es-ES" sz="1600" b="1"/>
            </a:lvl7pPr>
            <a:lvl8pPr marL="3200400" indent="0" latinLnBrk="0">
              <a:buNone/>
              <a:defRPr lang="es-ES" sz="1600" b="1"/>
            </a:lvl8pPr>
            <a:lvl9pPr marL="3657600" indent="0" latinLnBrk="0">
              <a:buNone/>
              <a:defRPr lang="es-ES"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posición de contenido 3"/>
          <p:cNvSpPr>
            <a:spLocks noGrp="1"/>
          </p:cNvSpPr>
          <p:nvPr>
            <p:ph sz="half" idx="2"/>
          </p:nvPr>
        </p:nvSpPr>
        <p:spPr>
          <a:xfrm>
            <a:off x="680325" y="3030024"/>
            <a:ext cx="4698355" cy="2906179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posición de texto 4"/>
          <p:cNvSpPr>
            <a:spLocks noGrp="1"/>
          </p:cNvSpPr>
          <p:nvPr>
            <p:ph type="body" sz="quarter" idx="3"/>
          </p:nvPr>
        </p:nvSpPr>
        <p:spPr>
          <a:xfrm>
            <a:off x="5820155" y="2336873"/>
            <a:ext cx="4474028" cy="692076"/>
          </a:xfrm>
        </p:spPr>
        <p:txBody>
          <a:bodyPr anchor="b"/>
          <a:lstStyle>
            <a:lvl1pPr marL="0" indent="0" latinLnBrk="0">
              <a:buNone/>
              <a:defRPr lang="es-ES" sz="2400" b="1"/>
            </a:lvl1pPr>
            <a:lvl2pPr marL="457200" indent="0" latinLnBrk="0">
              <a:buNone/>
              <a:defRPr lang="es-ES" sz="2000" b="1"/>
            </a:lvl2pPr>
            <a:lvl3pPr marL="914400" indent="0" latinLnBrk="0">
              <a:buNone/>
              <a:defRPr lang="es-ES" sz="1800" b="1"/>
            </a:lvl3pPr>
            <a:lvl4pPr marL="1371600" indent="0" latinLnBrk="0">
              <a:buNone/>
              <a:defRPr lang="es-ES" sz="1600" b="1"/>
            </a:lvl4pPr>
            <a:lvl5pPr marL="1828800" indent="0" latinLnBrk="0">
              <a:buNone/>
              <a:defRPr lang="es-ES" sz="1600" b="1"/>
            </a:lvl5pPr>
            <a:lvl6pPr marL="2286000" indent="0" latinLnBrk="0">
              <a:buNone/>
              <a:defRPr lang="es-ES" sz="1600" b="1"/>
            </a:lvl6pPr>
            <a:lvl7pPr marL="2743200" indent="0" latinLnBrk="0">
              <a:buNone/>
              <a:defRPr lang="es-ES" sz="1600" b="1"/>
            </a:lvl7pPr>
            <a:lvl8pPr marL="3200400" indent="0" latinLnBrk="0">
              <a:buNone/>
              <a:defRPr lang="es-ES" sz="1600" b="1"/>
            </a:lvl8pPr>
            <a:lvl9pPr marL="3657600" indent="0" latinLnBrk="0">
              <a:buNone/>
              <a:defRPr lang="es-ES"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posición de contenido 5"/>
          <p:cNvSpPr>
            <a:spLocks noGrp="1"/>
          </p:cNvSpPr>
          <p:nvPr>
            <p:ph sz="quarter" idx="4"/>
          </p:nvPr>
        </p:nvSpPr>
        <p:spPr>
          <a:xfrm>
            <a:off x="5594125" y="3030024"/>
            <a:ext cx="4700059" cy="2906179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11" name="Marcador de posición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2" name="Marcador de posición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Calidad de Sistemas de Software  - 2019</a:t>
            </a:r>
            <a:endParaRPr/>
          </a:p>
        </p:txBody>
      </p:sp>
      <p:sp>
        <p:nvSpPr>
          <p:cNvPr id="13" name="Marcador de posición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5AF3B5-DCA1-4634-96C7-3ACAAE80B001}" type="slidenum">
              <a:rPr/>
              <a:pPr>
                <a:defRPr/>
              </a:pPr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43509548"/>
      </p:ext>
    </p:extLst>
  </p:cSld>
  <p:clrMapOvr>
    <a:masterClrMapping/>
  </p:clrMapOvr>
  <p:transition spd="med">
    <p:fade/>
  </p:transition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5" descr="HD-ShadowLong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70100"/>
            <a:ext cx="10437813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Imagen 6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85458" y="1971679"/>
            <a:ext cx="1603375" cy="144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ángulo 7"/>
          <p:cNvSpPr/>
          <p:nvPr/>
        </p:nvSpPr>
        <p:spPr>
          <a:xfrm>
            <a:off x="0" y="609612"/>
            <a:ext cx="10437813" cy="1368425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ángulo 8"/>
          <p:cNvSpPr/>
          <p:nvPr/>
        </p:nvSpPr>
        <p:spPr>
          <a:xfrm>
            <a:off x="10585458" y="609612"/>
            <a:ext cx="1603375" cy="13684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7" name="Marcador de posición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8" name="Marcador de posición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Calidad de Sistemas de Software  - 2019</a:t>
            </a:r>
            <a:endParaRPr/>
          </a:p>
        </p:txBody>
      </p:sp>
      <p:sp>
        <p:nvSpPr>
          <p:cNvPr id="9" name="Marcador de posición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A91AA8-608E-44E3-96D1-D92D04306CAB}" type="slidenum">
              <a:rPr/>
              <a:pPr>
                <a:defRPr/>
              </a:pPr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39176691"/>
      </p:ext>
    </p:extLst>
  </p:cSld>
  <p:clrMapOvr>
    <a:masterClrMapping/>
  </p:clrMapOvr>
  <p:transition spd="med">
    <p:fade/>
  </p:transition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4" descr="HD-ShadowShort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85458" y="1971679"/>
            <a:ext cx="1603375" cy="144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ángulo 5"/>
          <p:cNvSpPr/>
          <p:nvPr/>
        </p:nvSpPr>
        <p:spPr>
          <a:xfrm>
            <a:off x="10585458" y="609612"/>
            <a:ext cx="1603375" cy="13684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Marcador de posición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5" name="Marcador de posición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Calidad de Sistemas de Software  - 2019</a:t>
            </a:r>
            <a:endParaRPr/>
          </a:p>
        </p:txBody>
      </p:sp>
      <p:sp>
        <p:nvSpPr>
          <p:cNvPr id="6" name="Marcador de posición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5FF54-0365-49A3-971E-5B667E3DB4CE}" type="slidenum">
              <a:rPr/>
              <a:pPr>
                <a:defRPr/>
              </a:pPr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23395264"/>
      </p:ext>
    </p:extLst>
  </p:cSld>
  <p:clrMapOvr>
    <a:masterClrMapping/>
  </p:clrMapOvr>
  <p:transition spd="med">
    <p:fade/>
  </p:transition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7" descr="HD-ShadowLong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70100"/>
            <a:ext cx="10437813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Imagen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85458" y="1971679"/>
            <a:ext cx="1603375" cy="144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ángulo 9"/>
          <p:cNvSpPr/>
          <p:nvPr/>
        </p:nvSpPr>
        <p:spPr>
          <a:xfrm>
            <a:off x="0" y="609612"/>
            <a:ext cx="10437813" cy="1368425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ángulo 10"/>
          <p:cNvSpPr/>
          <p:nvPr/>
        </p:nvSpPr>
        <p:spPr>
          <a:xfrm>
            <a:off x="10585458" y="609612"/>
            <a:ext cx="1603375" cy="13684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>
            <a:normAutofit/>
          </a:bodyPr>
          <a:lstStyle>
            <a:lvl1pPr latinLnBrk="0">
              <a:defRPr lang="es-ES" sz="36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/>
          </p:nvPr>
        </p:nvSpPr>
        <p:spPr>
          <a:xfrm>
            <a:off x="4685847" y="2336880"/>
            <a:ext cx="5608336" cy="3599313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posición de texto 3"/>
          <p:cNvSpPr>
            <a:spLocks noGrp="1"/>
          </p:cNvSpPr>
          <p:nvPr>
            <p:ph type="body" sz="half" idx="2"/>
          </p:nvPr>
        </p:nvSpPr>
        <p:spPr>
          <a:xfrm>
            <a:off x="680333" y="2336878"/>
            <a:ext cx="3790079" cy="3599317"/>
          </a:xfrm>
        </p:spPr>
        <p:txBody>
          <a:bodyPr anchor="ctr"/>
          <a:lstStyle>
            <a:lvl1pPr marL="0" indent="0" latinLnBrk="0">
              <a:buNone/>
              <a:defRPr lang="es-ES" sz="1600"/>
            </a:lvl1pPr>
            <a:lvl2pPr marL="457200" indent="0" latinLnBrk="0">
              <a:buNone/>
              <a:defRPr lang="es-ES" sz="1400"/>
            </a:lvl2pPr>
            <a:lvl3pPr marL="914400" indent="0" latinLnBrk="0">
              <a:buNone/>
              <a:defRPr lang="es-ES" sz="1200"/>
            </a:lvl3pPr>
            <a:lvl4pPr marL="1371600" indent="0" latinLnBrk="0">
              <a:buNone/>
              <a:defRPr lang="es-ES" sz="1000"/>
            </a:lvl4pPr>
            <a:lvl5pPr marL="1828800" indent="0" latinLnBrk="0">
              <a:buNone/>
              <a:defRPr lang="es-ES" sz="1000"/>
            </a:lvl5pPr>
            <a:lvl6pPr marL="2286000" indent="0" latinLnBrk="0">
              <a:buNone/>
              <a:defRPr lang="es-ES" sz="1000"/>
            </a:lvl6pPr>
            <a:lvl7pPr marL="2743200" indent="0" latinLnBrk="0">
              <a:buNone/>
              <a:defRPr lang="es-ES" sz="1000"/>
            </a:lvl7pPr>
            <a:lvl8pPr marL="3200400" indent="0" latinLnBrk="0">
              <a:buNone/>
              <a:defRPr lang="es-ES" sz="1000"/>
            </a:lvl8pPr>
            <a:lvl9pPr marL="3657600" indent="0" latinLnBrk="0">
              <a:buNone/>
              <a:defRPr lang="es-ES"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9" name="Marcador de posición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0" name="Marcador de posición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Calidad de Sistemas de Software  - 2019</a:t>
            </a:r>
            <a:endParaRPr/>
          </a:p>
        </p:txBody>
      </p:sp>
      <p:sp>
        <p:nvSpPr>
          <p:cNvPr id="11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3A27CF-295B-4C6B-B7A6-91A46A40980A}" type="slidenum">
              <a:rPr/>
              <a:pPr>
                <a:defRPr/>
              </a:pPr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79236815"/>
      </p:ext>
    </p:extLst>
  </p:cSld>
  <p:clrMapOvr>
    <a:masterClrMapping/>
  </p:clrMapOvr>
  <p:transition spd="med">
    <p:fade/>
  </p:transition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7" descr="HD-ShadowLong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70100"/>
            <a:ext cx="10437813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Imagen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85458" y="1971679"/>
            <a:ext cx="1603375" cy="144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ángulo 9"/>
          <p:cNvSpPr/>
          <p:nvPr/>
        </p:nvSpPr>
        <p:spPr>
          <a:xfrm>
            <a:off x="0" y="609612"/>
            <a:ext cx="10437813" cy="1368425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ángulo 10"/>
          <p:cNvSpPr/>
          <p:nvPr/>
        </p:nvSpPr>
        <p:spPr>
          <a:xfrm>
            <a:off x="10585458" y="609612"/>
            <a:ext cx="1603375" cy="13684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80332" y="753228"/>
            <a:ext cx="9613857" cy="1080938"/>
          </a:xfrm>
        </p:spPr>
        <p:txBody>
          <a:bodyPr>
            <a:normAutofit/>
          </a:bodyPr>
          <a:lstStyle>
            <a:lvl1pPr latinLnBrk="0">
              <a:defRPr lang="es-ES" sz="36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 noChangeAspect="1"/>
          </p:cNvSpPr>
          <p:nvPr>
            <p:ph type="pic" idx="1"/>
          </p:nvPr>
        </p:nvSpPr>
        <p:spPr>
          <a:xfrm>
            <a:off x="4868348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rtlCol="0">
            <a:normAutofit/>
          </a:bodyPr>
          <a:lstStyle>
            <a:lvl1pPr marL="0" indent="0" latinLnBrk="0">
              <a:buNone/>
              <a:defRPr lang="es-ES" sz="3200"/>
            </a:lvl1pPr>
            <a:lvl2pPr marL="457200" indent="0" latinLnBrk="0">
              <a:buNone/>
              <a:defRPr lang="es-ES" sz="2800"/>
            </a:lvl2pPr>
            <a:lvl3pPr marL="914400" indent="0" latinLnBrk="0">
              <a:buNone/>
              <a:defRPr lang="es-ES" sz="2400"/>
            </a:lvl3pPr>
            <a:lvl4pPr marL="1371600" indent="0" latinLnBrk="0">
              <a:buNone/>
              <a:defRPr lang="es-ES" sz="2000"/>
            </a:lvl4pPr>
            <a:lvl5pPr marL="1828800" indent="0" latinLnBrk="0">
              <a:buNone/>
              <a:defRPr lang="es-ES" sz="2000"/>
            </a:lvl5pPr>
            <a:lvl6pPr marL="2286000" indent="0" latinLnBrk="0">
              <a:buNone/>
              <a:defRPr lang="es-ES" sz="2000"/>
            </a:lvl6pPr>
            <a:lvl7pPr marL="2743200" indent="0" latinLnBrk="0">
              <a:buNone/>
              <a:defRPr lang="es-ES" sz="2000"/>
            </a:lvl7pPr>
            <a:lvl8pPr marL="3200400" indent="0" latinLnBrk="0">
              <a:buNone/>
              <a:defRPr lang="es-ES" sz="2000"/>
            </a:lvl8pPr>
            <a:lvl9pPr marL="3657600" indent="0" latinLnBrk="0">
              <a:buNone/>
              <a:defRPr lang="es-ES" sz="2000"/>
            </a:lvl9pPr>
          </a:lstStyle>
          <a:p>
            <a:pPr lvl="0"/>
            <a:r>
              <a:rPr lang="es-ES" noProof="0"/>
              <a:t>Haga clic en el icono para agregar una imagen</a:t>
            </a:r>
          </a:p>
        </p:txBody>
      </p:sp>
      <p:sp>
        <p:nvSpPr>
          <p:cNvPr id="4" name="Marcador de posición de texto 3"/>
          <p:cNvSpPr>
            <a:spLocks noGrp="1"/>
          </p:cNvSpPr>
          <p:nvPr>
            <p:ph type="body" sz="half" idx="2"/>
          </p:nvPr>
        </p:nvSpPr>
        <p:spPr>
          <a:xfrm>
            <a:off x="680323" y="2336879"/>
            <a:ext cx="3876256" cy="3599315"/>
          </a:xfrm>
        </p:spPr>
        <p:txBody>
          <a:bodyPr anchor="ctr"/>
          <a:lstStyle>
            <a:lvl1pPr marL="0" indent="0" latinLnBrk="0">
              <a:buNone/>
              <a:defRPr lang="es-ES" sz="1600"/>
            </a:lvl1pPr>
            <a:lvl2pPr marL="457200" indent="0" latinLnBrk="0">
              <a:buNone/>
              <a:defRPr lang="es-ES" sz="1400"/>
            </a:lvl2pPr>
            <a:lvl3pPr marL="914400" indent="0" latinLnBrk="0">
              <a:buNone/>
              <a:defRPr lang="es-ES" sz="1200"/>
            </a:lvl3pPr>
            <a:lvl4pPr marL="1371600" indent="0" latinLnBrk="0">
              <a:buNone/>
              <a:defRPr lang="es-ES" sz="1000"/>
            </a:lvl4pPr>
            <a:lvl5pPr marL="1828800" indent="0" latinLnBrk="0">
              <a:buNone/>
              <a:defRPr lang="es-ES" sz="1000"/>
            </a:lvl5pPr>
            <a:lvl6pPr marL="2286000" indent="0" latinLnBrk="0">
              <a:buNone/>
              <a:defRPr lang="es-ES" sz="1000"/>
            </a:lvl6pPr>
            <a:lvl7pPr marL="2743200" indent="0" latinLnBrk="0">
              <a:buNone/>
              <a:defRPr lang="es-ES" sz="1000"/>
            </a:lvl7pPr>
            <a:lvl8pPr marL="3200400" indent="0" latinLnBrk="0">
              <a:buNone/>
              <a:defRPr lang="es-ES" sz="1000"/>
            </a:lvl8pPr>
            <a:lvl9pPr marL="3657600" indent="0" latinLnBrk="0">
              <a:buNone/>
              <a:defRPr lang="es-ES"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9" name="Marcador de posición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0" name="Marcador de posición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Calidad de Sistemas de Software  - 2019</a:t>
            </a:r>
            <a:endParaRPr/>
          </a:p>
        </p:txBody>
      </p:sp>
      <p:sp>
        <p:nvSpPr>
          <p:cNvPr id="11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9A9F34-4A60-4FF8-AB20-DFCB851FB5D1}" type="slidenum">
              <a:rPr/>
              <a:pPr>
                <a:defRPr/>
              </a:pPr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58057641"/>
      </p:ext>
    </p:extLst>
  </p:cSld>
  <p:clrMapOvr>
    <a:masterClrMapping/>
  </p:clrMapOvr>
  <p:transition spd="med">
    <p:fade/>
  </p:transition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ista panorámica con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7" descr="HD-ShadowLong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929325"/>
            <a:ext cx="10437813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Imagen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85458" y="5929313"/>
            <a:ext cx="1603375" cy="144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ángulo 9"/>
          <p:cNvSpPr/>
          <p:nvPr/>
        </p:nvSpPr>
        <p:spPr>
          <a:xfrm>
            <a:off x="0" y="4567250"/>
            <a:ext cx="10437813" cy="1368425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ángulo 10"/>
          <p:cNvSpPr/>
          <p:nvPr/>
        </p:nvSpPr>
        <p:spPr>
          <a:xfrm>
            <a:off x="10585458" y="4567250"/>
            <a:ext cx="1603375" cy="13684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80325" y="4711638"/>
            <a:ext cx="9613859" cy="453051"/>
          </a:xfrm>
        </p:spPr>
        <p:txBody>
          <a:bodyPr anchor="b">
            <a:normAutofit/>
          </a:bodyPr>
          <a:lstStyle>
            <a:lvl1pPr latinLnBrk="0">
              <a:defRPr lang="es-ES" sz="24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 noChangeAspect="1"/>
          </p:cNvSpPr>
          <p:nvPr>
            <p:ph type="pic" idx="1"/>
          </p:nvPr>
        </p:nvSpPr>
        <p:spPr>
          <a:xfrm>
            <a:off x="680325" y="609613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rtlCol="0">
            <a:normAutofit/>
          </a:bodyPr>
          <a:lstStyle>
            <a:lvl1pPr marL="0" indent="0" latinLnBrk="0">
              <a:buNone/>
              <a:defRPr lang="es-ES" sz="3200"/>
            </a:lvl1pPr>
            <a:lvl2pPr marL="457200" indent="0" latinLnBrk="0">
              <a:buNone/>
              <a:defRPr lang="es-ES" sz="2800"/>
            </a:lvl2pPr>
            <a:lvl3pPr marL="914400" indent="0" latinLnBrk="0">
              <a:buNone/>
              <a:defRPr lang="es-ES" sz="2400"/>
            </a:lvl3pPr>
            <a:lvl4pPr marL="1371600" indent="0" latinLnBrk="0">
              <a:buNone/>
              <a:defRPr lang="es-ES" sz="2000"/>
            </a:lvl4pPr>
            <a:lvl5pPr marL="1828800" indent="0" latinLnBrk="0">
              <a:buNone/>
              <a:defRPr lang="es-ES" sz="2000"/>
            </a:lvl5pPr>
            <a:lvl6pPr marL="2286000" indent="0" latinLnBrk="0">
              <a:buNone/>
              <a:defRPr lang="es-ES" sz="2000"/>
            </a:lvl6pPr>
            <a:lvl7pPr marL="2743200" indent="0" latinLnBrk="0">
              <a:buNone/>
              <a:defRPr lang="es-ES" sz="2000"/>
            </a:lvl7pPr>
            <a:lvl8pPr marL="3200400" indent="0" latinLnBrk="0">
              <a:buNone/>
              <a:defRPr lang="es-ES" sz="2000"/>
            </a:lvl8pPr>
            <a:lvl9pPr marL="3657600" indent="0" latinLnBrk="0">
              <a:buNone/>
              <a:defRPr lang="es-ES" sz="2000"/>
            </a:lvl9pPr>
          </a:lstStyle>
          <a:p>
            <a:pPr lvl="0"/>
            <a:r>
              <a:rPr lang="es-ES" noProof="0"/>
              <a:t>Haga clic en el icono para agregar una imagen</a:t>
            </a:r>
          </a:p>
        </p:txBody>
      </p:sp>
      <p:sp>
        <p:nvSpPr>
          <p:cNvPr id="4" name="Marcador de posición de texto 3"/>
          <p:cNvSpPr>
            <a:spLocks noGrp="1"/>
          </p:cNvSpPr>
          <p:nvPr>
            <p:ph type="body" sz="half" idx="2"/>
          </p:nvPr>
        </p:nvSpPr>
        <p:spPr>
          <a:xfrm>
            <a:off x="680329" y="5169605"/>
            <a:ext cx="9613863" cy="622971"/>
          </a:xfrm>
        </p:spPr>
        <p:txBody>
          <a:bodyPr/>
          <a:lstStyle>
            <a:lvl1pPr marL="0" indent="0" latinLnBrk="0">
              <a:buNone/>
              <a:defRPr lang="es-ES" sz="1600"/>
            </a:lvl1pPr>
            <a:lvl2pPr marL="457200" indent="0" latinLnBrk="0">
              <a:buNone/>
              <a:defRPr lang="es-ES" sz="1400"/>
            </a:lvl2pPr>
            <a:lvl3pPr marL="914400" indent="0" latinLnBrk="0">
              <a:buNone/>
              <a:defRPr lang="es-ES" sz="1200"/>
            </a:lvl3pPr>
            <a:lvl4pPr marL="1371600" indent="0" latinLnBrk="0">
              <a:buNone/>
              <a:defRPr lang="es-ES" sz="1000"/>
            </a:lvl4pPr>
            <a:lvl5pPr marL="1828800" indent="0" latinLnBrk="0">
              <a:buNone/>
              <a:defRPr lang="es-ES" sz="1000"/>
            </a:lvl5pPr>
            <a:lvl6pPr marL="2286000" indent="0" latinLnBrk="0">
              <a:buNone/>
              <a:defRPr lang="es-ES" sz="1000"/>
            </a:lvl6pPr>
            <a:lvl7pPr marL="2743200" indent="0" latinLnBrk="0">
              <a:buNone/>
              <a:defRPr lang="es-ES" sz="1000"/>
            </a:lvl7pPr>
            <a:lvl8pPr marL="3200400" indent="0" latinLnBrk="0">
              <a:buNone/>
              <a:defRPr lang="es-ES" sz="1000"/>
            </a:lvl8pPr>
            <a:lvl9pPr marL="3657600" indent="0" latinLnBrk="0">
              <a:buNone/>
              <a:defRPr lang="es-ES"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9" name="Marcador de posición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0" name="Marcador de posición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Calidad de Sistemas de Software  - 2019</a:t>
            </a:r>
            <a:endParaRPr/>
          </a:p>
        </p:txBody>
      </p:sp>
      <p:sp>
        <p:nvSpPr>
          <p:cNvPr id="11" name="Marcador de posición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10729913" y="4711712"/>
            <a:ext cx="1154112" cy="1090613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9D3608E-B6D9-4B40-B006-53035E0D72F8}" type="slidenum">
              <a:rPr/>
              <a:pPr>
                <a:defRPr/>
              </a:pPr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53927398"/>
      </p:ext>
    </p:extLst>
  </p:cSld>
  <p:clrMapOvr>
    <a:masterClrMapping/>
  </p:clrMapOvr>
  <p:transition spd="med">
    <p:fade/>
  </p:transition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7" descr="HD-ShadowLong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929325"/>
            <a:ext cx="10437813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Imagen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85458" y="5929313"/>
            <a:ext cx="1603375" cy="144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ángulo 9"/>
          <p:cNvSpPr/>
          <p:nvPr/>
        </p:nvSpPr>
        <p:spPr>
          <a:xfrm>
            <a:off x="0" y="4567250"/>
            <a:ext cx="10437813" cy="1368425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ángulo 10"/>
          <p:cNvSpPr/>
          <p:nvPr/>
        </p:nvSpPr>
        <p:spPr>
          <a:xfrm>
            <a:off x="10585458" y="4567250"/>
            <a:ext cx="1603375" cy="13684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80321" y="609597"/>
            <a:ext cx="9613859" cy="3592750"/>
          </a:xfrm>
        </p:spPr>
        <p:txBody>
          <a:bodyPr/>
          <a:lstStyle>
            <a:lvl1pPr latinLnBrk="0">
              <a:defRPr lang="es-ES"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4" name="Marcador de posición de texto 3"/>
          <p:cNvSpPr>
            <a:spLocks noGrp="1"/>
          </p:cNvSpPr>
          <p:nvPr>
            <p:ph type="body" sz="half" idx="2"/>
          </p:nvPr>
        </p:nvSpPr>
        <p:spPr>
          <a:xfrm>
            <a:off x="680325" y="4711637"/>
            <a:ext cx="9613859" cy="1090789"/>
          </a:xfrm>
        </p:spPr>
        <p:txBody>
          <a:bodyPr anchor="ctr"/>
          <a:lstStyle>
            <a:lvl1pPr marL="0" indent="0" latinLnBrk="0">
              <a:buNone/>
              <a:defRPr lang="es-ES" sz="1600"/>
            </a:lvl1pPr>
            <a:lvl2pPr marL="457200" indent="0" latinLnBrk="0">
              <a:buNone/>
              <a:defRPr lang="es-ES" sz="1400"/>
            </a:lvl2pPr>
            <a:lvl3pPr marL="914400" indent="0" latinLnBrk="0">
              <a:buNone/>
              <a:defRPr lang="es-ES" sz="1200"/>
            </a:lvl3pPr>
            <a:lvl4pPr marL="1371600" indent="0" latinLnBrk="0">
              <a:buNone/>
              <a:defRPr lang="es-ES" sz="1000"/>
            </a:lvl4pPr>
            <a:lvl5pPr marL="1828800" indent="0" latinLnBrk="0">
              <a:buNone/>
              <a:defRPr lang="es-ES" sz="1000"/>
            </a:lvl5pPr>
            <a:lvl6pPr marL="2286000" indent="0" latinLnBrk="0">
              <a:buNone/>
              <a:defRPr lang="es-ES" sz="1000"/>
            </a:lvl6pPr>
            <a:lvl7pPr marL="2743200" indent="0" latinLnBrk="0">
              <a:buNone/>
              <a:defRPr lang="es-ES" sz="1000"/>
            </a:lvl7pPr>
            <a:lvl8pPr marL="3200400" indent="0" latinLnBrk="0">
              <a:buNone/>
              <a:defRPr lang="es-ES" sz="1000"/>
            </a:lvl8pPr>
            <a:lvl9pPr marL="3657600" indent="0" latinLnBrk="0">
              <a:buNone/>
              <a:defRPr lang="es-ES"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9" name="Marcador de posición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0" name="Marcador de posición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Calidad de Sistemas de Software  - 2019</a:t>
            </a:r>
            <a:endParaRPr/>
          </a:p>
        </p:txBody>
      </p:sp>
      <p:sp>
        <p:nvSpPr>
          <p:cNvPr id="11" name="Marcador de posición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10729913" y="4711712"/>
            <a:ext cx="1154112" cy="1090613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193323-08D6-48AA-86E5-6496635729A5}" type="slidenum">
              <a:rPr/>
              <a:pPr>
                <a:defRPr/>
              </a:pPr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77811027"/>
      </p:ext>
    </p:extLst>
  </p:cSld>
  <p:clrMapOvr>
    <a:masterClrMapping/>
  </p:clrMapOvr>
  <p:transition spd="med">
    <p:fade/>
  </p:transition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10" descr="HD-ShadowLong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929325"/>
            <a:ext cx="10437813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Imagen 12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85458" y="5929313"/>
            <a:ext cx="1603375" cy="144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ángulo 13"/>
          <p:cNvSpPr/>
          <p:nvPr/>
        </p:nvSpPr>
        <p:spPr>
          <a:xfrm>
            <a:off x="0" y="4567250"/>
            <a:ext cx="10437813" cy="1368425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ángulo 14"/>
          <p:cNvSpPr/>
          <p:nvPr/>
        </p:nvSpPr>
        <p:spPr>
          <a:xfrm>
            <a:off x="10585458" y="4567250"/>
            <a:ext cx="1603375" cy="13684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Cuadro de texto 15"/>
          <p:cNvSpPr txBox="1"/>
          <p:nvPr/>
        </p:nvSpPr>
        <p:spPr>
          <a:xfrm>
            <a:off x="584200" y="747717"/>
            <a:ext cx="609600" cy="585787"/>
          </a:xfrm>
          <a:prstGeom prst="rect">
            <a:avLst/>
          </a:prstGeom>
        </p:spPr>
        <p:txBody>
          <a:bodyPr anchor="ctr"/>
          <a:lstStyle>
            <a:lvl1pPr latinLnBrk="0">
              <a:spcBef>
                <a:spcPct val="0"/>
              </a:spcBef>
              <a:buNone/>
              <a:defRPr lang="es-ES"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 latinLnBrk="0">
              <a:defRPr lang="es-ES">
                <a:solidFill>
                  <a:schemeClr val="tx2"/>
                </a:solidFill>
              </a:defRPr>
            </a:lvl2pPr>
            <a:lvl3pPr latinLnBrk="0">
              <a:defRPr lang="es-ES">
                <a:solidFill>
                  <a:schemeClr val="tx2"/>
                </a:solidFill>
              </a:defRPr>
            </a:lvl3pPr>
            <a:lvl4pPr latinLnBrk="0">
              <a:defRPr lang="es-ES">
                <a:solidFill>
                  <a:schemeClr val="tx2"/>
                </a:solidFill>
              </a:defRPr>
            </a:lvl4pPr>
            <a:lvl5pPr latinLnBrk="0">
              <a:defRPr lang="es-ES">
                <a:solidFill>
                  <a:schemeClr val="tx2"/>
                </a:solidFill>
              </a:defRPr>
            </a:lvl5pPr>
            <a:lvl6pPr latinLnBrk="0">
              <a:defRPr lang="es-ES">
                <a:solidFill>
                  <a:schemeClr val="tx2"/>
                </a:solidFill>
              </a:defRPr>
            </a:lvl6pPr>
            <a:lvl7pPr latinLnBrk="0">
              <a:defRPr lang="es-ES">
                <a:solidFill>
                  <a:schemeClr val="tx2"/>
                </a:solidFill>
              </a:defRPr>
            </a:lvl7pPr>
            <a:lvl8pPr latinLnBrk="0">
              <a:defRPr lang="es-ES">
                <a:solidFill>
                  <a:schemeClr val="tx2"/>
                </a:solidFill>
              </a:defRPr>
            </a:lvl8pPr>
            <a:lvl9pPr latinLnBrk="0">
              <a:defRPr lang="es-ES">
                <a:solidFill>
                  <a:schemeClr val="tx2"/>
                </a:solidFill>
              </a:defRPr>
            </a:lvl9pPr>
          </a:lstStyle>
          <a:p>
            <a:pPr fontAlgn="auto">
              <a:spcAft>
                <a:spcPts val="0"/>
              </a:spcAft>
              <a:defRPr/>
            </a:pPr>
            <a:r>
              <a:rPr sz="7200">
                <a:effectLst/>
                <a:latin typeface="+mn-lt"/>
                <a:cs typeface="+mn-cs"/>
              </a:rPr>
              <a:t>“</a:t>
            </a:r>
          </a:p>
        </p:txBody>
      </p:sp>
      <p:sp>
        <p:nvSpPr>
          <p:cNvPr id="10" name="Cuadro de texto 16"/>
          <p:cNvSpPr txBox="1"/>
          <p:nvPr/>
        </p:nvSpPr>
        <p:spPr>
          <a:xfrm>
            <a:off x="9663113" y="3033713"/>
            <a:ext cx="609600" cy="584200"/>
          </a:xfrm>
          <a:prstGeom prst="rect">
            <a:avLst/>
          </a:prstGeom>
        </p:spPr>
        <p:txBody>
          <a:bodyPr anchor="ctr"/>
          <a:lstStyle>
            <a:lvl1pPr latinLnBrk="0">
              <a:spcBef>
                <a:spcPct val="0"/>
              </a:spcBef>
              <a:buNone/>
              <a:defRPr lang="es-ES"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 latinLnBrk="0">
              <a:defRPr lang="es-ES">
                <a:solidFill>
                  <a:schemeClr val="tx2"/>
                </a:solidFill>
              </a:defRPr>
            </a:lvl2pPr>
            <a:lvl3pPr latinLnBrk="0">
              <a:defRPr lang="es-ES">
                <a:solidFill>
                  <a:schemeClr val="tx2"/>
                </a:solidFill>
              </a:defRPr>
            </a:lvl3pPr>
            <a:lvl4pPr latinLnBrk="0">
              <a:defRPr lang="es-ES">
                <a:solidFill>
                  <a:schemeClr val="tx2"/>
                </a:solidFill>
              </a:defRPr>
            </a:lvl4pPr>
            <a:lvl5pPr latinLnBrk="0">
              <a:defRPr lang="es-ES">
                <a:solidFill>
                  <a:schemeClr val="tx2"/>
                </a:solidFill>
              </a:defRPr>
            </a:lvl5pPr>
            <a:lvl6pPr latinLnBrk="0">
              <a:defRPr lang="es-ES">
                <a:solidFill>
                  <a:schemeClr val="tx2"/>
                </a:solidFill>
              </a:defRPr>
            </a:lvl6pPr>
            <a:lvl7pPr latinLnBrk="0">
              <a:defRPr lang="es-ES">
                <a:solidFill>
                  <a:schemeClr val="tx2"/>
                </a:solidFill>
              </a:defRPr>
            </a:lvl7pPr>
            <a:lvl8pPr latinLnBrk="0">
              <a:defRPr lang="es-ES">
                <a:solidFill>
                  <a:schemeClr val="tx2"/>
                </a:solidFill>
              </a:defRPr>
            </a:lvl8pPr>
            <a:lvl9pPr latinLnBrk="0">
              <a:defRPr lang="es-ES">
                <a:solidFill>
                  <a:schemeClr val="tx2"/>
                </a:solidFill>
              </a:defRPr>
            </a:lvl9pPr>
          </a:lstStyle>
          <a:p>
            <a:pPr algn="r" fontAlgn="auto">
              <a:spcAft>
                <a:spcPts val="0"/>
              </a:spcAft>
              <a:defRPr/>
            </a:pPr>
            <a:r>
              <a:rPr sz="7200">
                <a:effectLst/>
                <a:latin typeface="+mn-lt"/>
                <a:cs typeface="+mn-cs"/>
              </a:rPr>
              <a:t>”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27856" y="609611"/>
            <a:ext cx="8718877" cy="3036061"/>
          </a:xfrm>
        </p:spPr>
        <p:txBody>
          <a:bodyPr/>
          <a:lstStyle>
            <a:lvl1pPr latinLnBrk="0">
              <a:defRPr lang="es-ES"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12" name="Marcador de posición de texto 3"/>
          <p:cNvSpPr>
            <a:spLocks noGrp="1"/>
          </p:cNvSpPr>
          <p:nvPr>
            <p:ph type="body" sz="half" idx="13"/>
          </p:nvPr>
        </p:nvSpPr>
        <p:spPr>
          <a:xfrm>
            <a:off x="1402289" y="3653379"/>
            <a:ext cx="8156579" cy="548968"/>
          </a:xfrm>
        </p:spPr>
        <p:txBody>
          <a:bodyPr>
            <a:normAutofit/>
          </a:bodyPr>
          <a:lstStyle>
            <a:lvl1pPr marL="0" indent="0" latinLnBrk="0">
              <a:buNone/>
              <a:defRPr lang="es-ES" sz="1400"/>
            </a:lvl1pPr>
            <a:lvl2pPr marL="457200" indent="0" latinLnBrk="0">
              <a:buNone/>
              <a:defRPr lang="es-ES" sz="1400"/>
            </a:lvl2pPr>
            <a:lvl3pPr marL="914400" indent="0" latinLnBrk="0">
              <a:buNone/>
              <a:defRPr lang="es-ES" sz="1200"/>
            </a:lvl3pPr>
            <a:lvl4pPr marL="1371600" indent="0" latinLnBrk="0">
              <a:buNone/>
              <a:defRPr lang="es-ES" sz="1000"/>
            </a:lvl4pPr>
            <a:lvl5pPr marL="1828800" indent="0" latinLnBrk="0">
              <a:buNone/>
              <a:defRPr lang="es-ES" sz="1000"/>
            </a:lvl5pPr>
            <a:lvl6pPr marL="2286000" indent="0" latinLnBrk="0">
              <a:buNone/>
              <a:defRPr lang="es-ES" sz="1000"/>
            </a:lvl6pPr>
            <a:lvl7pPr marL="2743200" indent="0" latinLnBrk="0">
              <a:buNone/>
              <a:defRPr lang="es-ES" sz="1000"/>
            </a:lvl7pPr>
            <a:lvl8pPr marL="3200400" indent="0" latinLnBrk="0">
              <a:buNone/>
              <a:defRPr lang="es-ES" sz="1000"/>
            </a:lvl8pPr>
            <a:lvl9pPr marL="3657600" indent="0" latinLnBrk="0">
              <a:buNone/>
              <a:defRPr lang="es-ES"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posición de texto 3"/>
          <p:cNvSpPr>
            <a:spLocks noGrp="1"/>
          </p:cNvSpPr>
          <p:nvPr>
            <p:ph type="body" sz="half" idx="2"/>
          </p:nvPr>
        </p:nvSpPr>
        <p:spPr>
          <a:xfrm>
            <a:off x="680325" y="4711637"/>
            <a:ext cx="9613859" cy="1090789"/>
          </a:xfrm>
        </p:spPr>
        <p:txBody>
          <a:bodyPr anchor="ctr">
            <a:normAutofit/>
          </a:bodyPr>
          <a:lstStyle>
            <a:lvl1pPr marL="0" indent="0" latinLnBrk="0">
              <a:buNone/>
              <a:defRPr lang="es-ES" sz="1600"/>
            </a:lvl1pPr>
            <a:lvl2pPr marL="457200" indent="0" latinLnBrk="0">
              <a:buNone/>
              <a:defRPr lang="es-ES" sz="1400"/>
            </a:lvl2pPr>
            <a:lvl3pPr marL="914400" indent="0" latinLnBrk="0">
              <a:buNone/>
              <a:defRPr lang="es-ES" sz="1200"/>
            </a:lvl3pPr>
            <a:lvl4pPr marL="1371600" indent="0" latinLnBrk="0">
              <a:buNone/>
              <a:defRPr lang="es-ES" sz="1000"/>
            </a:lvl4pPr>
            <a:lvl5pPr marL="1828800" indent="0" latinLnBrk="0">
              <a:buNone/>
              <a:defRPr lang="es-ES" sz="1000"/>
            </a:lvl5pPr>
            <a:lvl6pPr marL="2286000" indent="0" latinLnBrk="0">
              <a:buNone/>
              <a:defRPr lang="es-ES" sz="1000"/>
            </a:lvl6pPr>
            <a:lvl7pPr marL="2743200" indent="0" latinLnBrk="0">
              <a:buNone/>
              <a:defRPr lang="es-ES" sz="1000"/>
            </a:lvl7pPr>
            <a:lvl8pPr marL="3200400" indent="0" latinLnBrk="0">
              <a:buNone/>
              <a:defRPr lang="es-ES" sz="1000"/>
            </a:lvl8pPr>
            <a:lvl9pPr marL="3657600" indent="0" latinLnBrk="0">
              <a:buNone/>
              <a:defRPr lang="es-ES"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11" name="Marcador de posición de fecha 4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3" name="Marcador de posición de pie de página 5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Calidad de Sistemas de Software  - 2019</a:t>
            </a:r>
            <a:endParaRPr/>
          </a:p>
        </p:txBody>
      </p:sp>
      <p:sp>
        <p:nvSpPr>
          <p:cNvPr id="14" name="Marcador de posición de número de diapositiva 6"/>
          <p:cNvSpPr>
            <a:spLocks noGrp="1"/>
          </p:cNvSpPr>
          <p:nvPr>
            <p:ph type="sldNum" sz="quarter" idx="16"/>
          </p:nvPr>
        </p:nvSpPr>
        <p:spPr>
          <a:xfrm>
            <a:off x="10729913" y="4710113"/>
            <a:ext cx="1154112" cy="109061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D31F84-924D-4FDB-A31D-95AA226A0C37}" type="slidenum">
              <a:rPr/>
              <a:pPr>
                <a:defRPr/>
              </a:pPr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58310280"/>
      </p:ext>
    </p:extLst>
  </p:cSld>
  <p:clrMapOvr>
    <a:masterClrMapping/>
  </p:clrMapOvr>
  <p:transition spd="med">
    <p:fade/>
  </p:transition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8" descr="HD-ShadowLong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929325"/>
            <a:ext cx="10437813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Imagen 9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85458" y="5929313"/>
            <a:ext cx="1603375" cy="144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ángulo 10"/>
          <p:cNvSpPr/>
          <p:nvPr/>
        </p:nvSpPr>
        <p:spPr>
          <a:xfrm>
            <a:off x="0" y="4567250"/>
            <a:ext cx="10437813" cy="1368425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ángulo 11"/>
          <p:cNvSpPr/>
          <p:nvPr/>
        </p:nvSpPr>
        <p:spPr>
          <a:xfrm>
            <a:off x="10585458" y="4567250"/>
            <a:ext cx="1603375" cy="13684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80329" y="4711637"/>
            <a:ext cx="9613863" cy="588535"/>
          </a:xfrm>
        </p:spPr>
        <p:txBody>
          <a:bodyPr anchor="b"/>
          <a:lstStyle>
            <a:lvl1pPr latinLnBrk="0">
              <a:defRPr lang="es-ES"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4" name="Marcador de posición de texto 3"/>
          <p:cNvSpPr>
            <a:spLocks noGrp="1"/>
          </p:cNvSpPr>
          <p:nvPr>
            <p:ph type="body" sz="half" idx="2"/>
          </p:nvPr>
        </p:nvSpPr>
        <p:spPr>
          <a:xfrm>
            <a:off x="680329" y="5300171"/>
            <a:ext cx="9613863" cy="502255"/>
          </a:xfrm>
        </p:spPr>
        <p:txBody>
          <a:bodyPr/>
          <a:lstStyle>
            <a:lvl1pPr marL="0" indent="0" latinLnBrk="0">
              <a:buNone/>
              <a:defRPr lang="es-ES" sz="1600"/>
            </a:lvl1pPr>
            <a:lvl2pPr marL="457200" indent="0" latinLnBrk="0">
              <a:buNone/>
              <a:defRPr lang="es-ES" sz="1400"/>
            </a:lvl2pPr>
            <a:lvl3pPr marL="914400" indent="0" latinLnBrk="0">
              <a:buNone/>
              <a:defRPr lang="es-ES" sz="1200"/>
            </a:lvl3pPr>
            <a:lvl4pPr marL="1371600" indent="0" latinLnBrk="0">
              <a:buNone/>
              <a:defRPr lang="es-ES" sz="1000"/>
            </a:lvl4pPr>
            <a:lvl5pPr marL="1828800" indent="0" latinLnBrk="0">
              <a:buNone/>
              <a:defRPr lang="es-ES" sz="1000"/>
            </a:lvl5pPr>
            <a:lvl6pPr marL="2286000" indent="0" latinLnBrk="0">
              <a:buNone/>
              <a:defRPr lang="es-ES" sz="1000"/>
            </a:lvl6pPr>
            <a:lvl7pPr marL="2743200" indent="0" latinLnBrk="0">
              <a:buNone/>
              <a:defRPr lang="es-ES" sz="1000"/>
            </a:lvl7pPr>
            <a:lvl8pPr marL="3200400" indent="0" latinLnBrk="0">
              <a:buNone/>
              <a:defRPr lang="es-ES" sz="1000"/>
            </a:lvl8pPr>
            <a:lvl9pPr marL="3657600" indent="0" latinLnBrk="0">
              <a:buNone/>
              <a:defRPr lang="es-ES"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9" name="Marcador de posición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0" name="Marcador de posición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Calidad de Sistemas de Software  - 2019</a:t>
            </a:r>
            <a:endParaRPr/>
          </a:p>
        </p:txBody>
      </p:sp>
      <p:sp>
        <p:nvSpPr>
          <p:cNvPr id="11" name="Marcador de posición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10729913" y="4710113"/>
            <a:ext cx="1154112" cy="109061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0A9EBD-DBD0-445A-93B0-0DDC90E618F9}" type="slidenum">
              <a:rPr/>
              <a:pPr>
                <a:defRPr/>
              </a:pPr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63436310"/>
      </p:ext>
    </p:extLst>
  </p:cSld>
  <p:clrMapOvr>
    <a:masterClrMapping/>
  </p:clrMapOvr>
  <p:transition spd="med">
    <p:fade/>
  </p:transition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n 12" descr="HD-ShadowLong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70100"/>
            <a:ext cx="10437813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Imagen 13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85458" y="1971679"/>
            <a:ext cx="1603375" cy="144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Rectángulo 15"/>
          <p:cNvSpPr/>
          <p:nvPr/>
        </p:nvSpPr>
        <p:spPr>
          <a:xfrm>
            <a:off x="0" y="609612"/>
            <a:ext cx="10437813" cy="1368425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ángulo 16"/>
          <p:cNvSpPr/>
          <p:nvPr/>
        </p:nvSpPr>
        <p:spPr>
          <a:xfrm>
            <a:off x="10585458" y="609612"/>
            <a:ext cx="1603375" cy="13684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ítulo 1"/>
          <p:cNvSpPr>
            <a:spLocks noGrp="1"/>
          </p:cNvSpPr>
          <p:nvPr>
            <p:ph type="title"/>
          </p:nvPr>
        </p:nvSpPr>
        <p:spPr>
          <a:xfrm>
            <a:off x="669221" y="753228"/>
            <a:ext cx="9624960" cy="1080938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7" name="Marcador de posición de texto 2"/>
          <p:cNvSpPr>
            <a:spLocks noGrp="1"/>
          </p:cNvSpPr>
          <p:nvPr>
            <p:ph type="body" idx="1"/>
          </p:nvPr>
        </p:nvSpPr>
        <p:spPr>
          <a:xfrm>
            <a:off x="660945" y="2336873"/>
            <a:ext cx="3070035" cy="576262"/>
          </a:xfrm>
        </p:spPr>
        <p:txBody>
          <a:bodyPr anchor="b">
            <a:noAutofit/>
          </a:bodyPr>
          <a:lstStyle>
            <a:lvl1pPr marL="0" indent="0" latinLnBrk="0">
              <a:buNone/>
              <a:defRPr lang="es-ES" sz="2400" b="0">
                <a:solidFill>
                  <a:schemeClr val="tx1"/>
                </a:solidFill>
              </a:defRPr>
            </a:lvl1pPr>
            <a:lvl2pPr marL="457200" indent="0" latinLnBrk="0">
              <a:buNone/>
              <a:defRPr lang="es-ES" sz="2000" b="1"/>
            </a:lvl2pPr>
            <a:lvl3pPr marL="914400" indent="0" latinLnBrk="0">
              <a:buNone/>
              <a:defRPr lang="es-ES" sz="1800" b="1"/>
            </a:lvl3pPr>
            <a:lvl4pPr marL="1371600" indent="0" latinLnBrk="0">
              <a:buNone/>
              <a:defRPr lang="es-ES" sz="1600" b="1"/>
            </a:lvl4pPr>
            <a:lvl5pPr marL="1828800" indent="0" latinLnBrk="0">
              <a:buNone/>
              <a:defRPr lang="es-ES" sz="1600" b="1"/>
            </a:lvl5pPr>
            <a:lvl6pPr marL="2286000" indent="0" latinLnBrk="0">
              <a:buNone/>
              <a:defRPr lang="es-ES" sz="1600" b="1"/>
            </a:lvl6pPr>
            <a:lvl7pPr marL="2743200" indent="0" latinLnBrk="0">
              <a:buNone/>
              <a:defRPr lang="es-ES" sz="1600" b="1"/>
            </a:lvl7pPr>
            <a:lvl8pPr marL="3200400" indent="0" latinLnBrk="0">
              <a:buNone/>
              <a:defRPr lang="es-ES" sz="1600" b="1"/>
            </a:lvl8pPr>
            <a:lvl9pPr marL="3657600" indent="0" latinLnBrk="0">
              <a:buNone/>
              <a:defRPr lang="es-ES"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8" name="Marcador de posición de texto 3"/>
          <p:cNvSpPr>
            <a:spLocks noGrp="1"/>
          </p:cNvSpPr>
          <p:nvPr>
            <p:ph type="body" sz="half" idx="15"/>
          </p:nvPr>
        </p:nvSpPr>
        <p:spPr>
          <a:xfrm>
            <a:off x="680335" y="3022687"/>
            <a:ext cx="3049703" cy="2913513"/>
          </a:xfrm>
        </p:spPr>
        <p:txBody>
          <a:bodyPr>
            <a:normAutofit/>
          </a:bodyPr>
          <a:lstStyle>
            <a:lvl1pPr marL="0" indent="0" latinLnBrk="0">
              <a:buNone/>
              <a:defRPr lang="es-ES" sz="1400"/>
            </a:lvl1pPr>
            <a:lvl2pPr marL="457200" indent="0" latinLnBrk="0">
              <a:buNone/>
              <a:defRPr lang="es-ES" sz="1200"/>
            </a:lvl2pPr>
            <a:lvl3pPr marL="914400" indent="0" latinLnBrk="0">
              <a:buNone/>
              <a:defRPr lang="es-ES" sz="1000"/>
            </a:lvl3pPr>
            <a:lvl4pPr marL="1371600" indent="0" latinLnBrk="0">
              <a:buNone/>
              <a:defRPr lang="es-ES" sz="900"/>
            </a:lvl4pPr>
            <a:lvl5pPr marL="1828800" indent="0" latinLnBrk="0">
              <a:buNone/>
              <a:defRPr lang="es-ES" sz="900"/>
            </a:lvl5pPr>
            <a:lvl6pPr marL="2286000" indent="0" latinLnBrk="0">
              <a:buNone/>
              <a:defRPr lang="es-ES" sz="900"/>
            </a:lvl6pPr>
            <a:lvl7pPr marL="2743200" indent="0" latinLnBrk="0">
              <a:buNone/>
              <a:defRPr lang="es-ES" sz="900"/>
            </a:lvl7pPr>
            <a:lvl8pPr marL="3200400" indent="0" latinLnBrk="0">
              <a:buNone/>
              <a:defRPr lang="es-ES" sz="900"/>
            </a:lvl8pPr>
            <a:lvl9pPr marL="3657600" indent="0" latinLnBrk="0">
              <a:buNone/>
              <a:defRPr lang="es-ES"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9" name="Marcador de posición de texto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 latinLnBrk="0">
              <a:buNone/>
              <a:defRPr lang="es-ES" sz="2400" b="0">
                <a:solidFill>
                  <a:schemeClr val="tx1"/>
                </a:solidFill>
              </a:defRPr>
            </a:lvl1pPr>
            <a:lvl2pPr marL="457200" indent="0" latinLnBrk="0">
              <a:buNone/>
              <a:defRPr lang="es-ES" sz="2000" b="1"/>
            </a:lvl2pPr>
            <a:lvl3pPr marL="914400" indent="0" latinLnBrk="0">
              <a:buNone/>
              <a:defRPr lang="es-ES" sz="1800" b="1"/>
            </a:lvl3pPr>
            <a:lvl4pPr marL="1371600" indent="0" latinLnBrk="0">
              <a:buNone/>
              <a:defRPr lang="es-ES" sz="1600" b="1"/>
            </a:lvl4pPr>
            <a:lvl5pPr marL="1828800" indent="0" latinLnBrk="0">
              <a:buNone/>
              <a:defRPr lang="es-ES" sz="1600" b="1"/>
            </a:lvl5pPr>
            <a:lvl6pPr marL="2286000" indent="0" latinLnBrk="0">
              <a:buNone/>
              <a:defRPr lang="es-ES" sz="1600" b="1"/>
            </a:lvl6pPr>
            <a:lvl7pPr marL="2743200" indent="0" latinLnBrk="0">
              <a:buNone/>
              <a:defRPr lang="es-ES" sz="1600" b="1"/>
            </a:lvl7pPr>
            <a:lvl8pPr marL="3200400" indent="0" latinLnBrk="0">
              <a:buNone/>
              <a:defRPr lang="es-ES" sz="1600" b="1"/>
            </a:lvl8pPr>
            <a:lvl9pPr marL="3657600" indent="0" latinLnBrk="0">
              <a:buNone/>
              <a:defRPr lang="es-ES"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10" name="Marcador de posición de texto 3"/>
          <p:cNvSpPr>
            <a:spLocks noGrp="1"/>
          </p:cNvSpPr>
          <p:nvPr>
            <p:ph type="body" sz="half" idx="16"/>
          </p:nvPr>
        </p:nvSpPr>
        <p:spPr>
          <a:xfrm>
            <a:off x="3945471" y="3022687"/>
            <a:ext cx="3063240" cy="2913513"/>
          </a:xfrm>
        </p:spPr>
        <p:txBody>
          <a:bodyPr>
            <a:normAutofit/>
          </a:bodyPr>
          <a:lstStyle>
            <a:lvl1pPr marL="0" indent="0" latinLnBrk="0">
              <a:buNone/>
              <a:defRPr lang="es-ES" sz="1400"/>
            </a:lvl1pPr>
            <a:lvl2pPr marL="457200" indent="0" latinLnBrk="0">
              <a:buNone/>
              <a:defRPr lang="es-ES" sz="1200"/>
            </a:lvl2pPr>
            <a:lvl3pPr marL="914400" indent="0" latinLnBrk="0">
              <a:buNone/>
              <a:defRPr lang="es-ES" sz="1000"/>
            </a:lvl3pPr>
            <a:lvl4pPr marL="1371600" indent="0" latinLnBrk="0">
              <a:buNone/>
              <a:defRPr lang="es-ES" sz="900"/>
            </a:lvl4pPr>
            <a:lvl5pPr marL="1828800" indent="0" latinLnBrk="0">
              <a:buNone/>
              <a:defRPr lang="es-ES" sz="900"/>
            </a:lvl5pPr>
            <a:lvl6pPr marL="2286000" indent="0" latinLnBrk="0">
              <a:buNone/>
              <a:defRPr lang="es-ES" sz="900"/>
            </a:lvl6pPr>
            <a:lvl7pPr marL="2743200" indent="0" latinLnBrk="0">
              <a:buNone/>
              <a:defRPr lang="es-ES" sz="900"/>
            </a:lvl7pPr>
            <a:lvl8pPr marL="3200400" indent="0" latinLnBrk="0">
              <a:buNone/>
              <a:defRPr lang="es-ES" sz="900"/>
            </a:lvl8pPr>
            <a:lvl9pPr marL="3657600" indent="0" latinLnBrk="0">
              <a:buNone/>
              <a:defRPr lang="es-ES"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11" name="Marcador de posición de texto 4"/>
          <p:cNvSpPr>
            <a:spLocks noGrp="1"/>
          </p:cNvSpPr>
          <p:nvPr>
            <p:ph type="body" sz="quarter" idx="13"/>
          </p:nvPr>
        </p:nvSpPr>
        <p:spPr>
          <a:xfrm>
            <a:off x="7224170" y="2336873"/>
            <a:ext cx="3070025" cy="576262"/>
          </a:xfrm>
        </p:spPr>
        <p:txBody>
          <a:bodyPr anchor="b">
            <a:noAutofit/>
          </a:bodyPr>
          <a:lstStyle>
            <a:lvl1pPr marL="0" indent="0" latinLnBrk="0">
              <a:buNone/>
              <a:defRPr lang="es-ES" sz="2400" b="0">
                <a:solidFill>
                  <a:schemeClr val="tx1"/>
                </a:solidFill>
              </a:defRPr>
            </a:lvl1pPr>
            <a:lvl2pPr marL="457200" indent="0" latinLnBrk="0">
              <a:buNone/>
              <a:defRPr lang="es-ES" sz="2000" b="1"/>
            </a:lvl2pPr>
            <a:lvl3pPr marL="914400" indent="0" latinLnBrk="0">
              <a:buNone/>
              <a:defRPr lang="es-ES" sz="1800" b="1"/>
            </a:lvl3pPr>
            <a:lvl4pPr marL="1371600" indent="0" latinLnBrk="0">
              <a:buNone/>
              <a:defRPr lang="es-ES" sz="1600" b="1"/>
            </a:lvl4pPr>
            <a:lvl5pPr marL="1828800" indent="0" latinLnBrk="0">
              <a:buNone/>
              <a:defRPr lang="es-ES" sz="1600" b="1"/>
            </a:lvl5pPr>
            <a:lvl6pPr marL="2286000" indent="0" latinLnBrk="0">
              <a:buNone/>
              <a:defRPr lang="es-ES" sz="1600" b="1"/>
            </a:lvl6pPr>
            <a:lvl7pPr marL="2743200" indent="0" latinLnBrk="0">
              <a:buNone/>
              <a:defRPr lang="es-ES" sz="1600" b="1"/>
            </a:lvl7pPr>
            <a:lvl8pPr marL="3200400" indent="0" latinLnBrk="0">
              <a:buNone/>
              <a:defRPr lang="es-ES" sz="1600" b="1"/>
            </a:lvl8pPr>
            <a:lvl9pPr marL="3657600" indent="0" latinLnBrk="0">
              <a:buNone/>
              <a:defRPr lang="es-ES"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12" name="Marcador de posición de texto 3"/>
          <p:cNvSpPr>
            <a:spLocks noGrp="1"/>
          </p:cNvSpPr>
          <p:nvPr>
            <p:ph type="body" sz="half" idx="17"/>
          </p:nvPr>
        </p:nvSpPr>
        <p:spPr>
          <a:xfrm>
            <a:off x="7224170" y="3022687"/>
            <a:ext cx="3070025" cy="2913513"/>
          </a:xfrm>
        </p:spPr>
        <p:txBody>
          <a:bodyPr>
            <a:normAutofit/>
          </a:bodyPr>
          <a:lstStyle>
            <a:lvl1pPr marL="0" indent="0" latinLnBrk="0">
              <a:buNone/>
              <a:defRPr lang="es-ES" sz="1400"/>
            </a:lvl1pPr>
            <a:lvl2pPr marL="457200" indent="0" latinLnBrk="0">
              <a:buNone/>
              <a:defRPr lang="es-ES" sz="1200"/>
            </a:lvl2pPr>
            <a:lvl3pPr marL="914400" indent="0" latinLnBrk="0">
              <a:buNone/>
              <a:defRPr lang="es-ES" sz="1000"/>
            </a:lvl3pPr>
            <a:lvl4pPr marL="1371600" indent="0" latinLnBrk="0">
              <a:buNone/>
              <a:defRPr lang="es-ES" sz="900"/>
            </a:lvl4pPr>
            <a:lvl5pPr marL="1828800" indent="0" latinLnBrk="0">
              <a:buNone/>
              <a:defRPr lang="es-ES" sz="900"/>
            </a:lvl5pPr>
            <a:lvl6pPr marL="2286000" indent="0" latinLnBrk="0">
              <a:buNone/>
              <a:defRPr lang="es-ES" sz="900"/>
            </a:lvl6pPr>
            <a:lvl7pPr marL="2743200" indent="0" latinLnBrk="0">
              <a:buNone/>
              <a:defRPr lang="es-ES" sz="900"/>
            </a:lvl7pPr>
            <a:lvl8pPr marL="3200400" indent="0" latinLnBrk="0">
              <a:buNone/>
              <a:defRPr lang="es-ES" sz="900"/>
            </a:lvl8pPr>
            <a:lvl9pPr marL="3657600" indent="0" latinLnBrk="0">
              <a:buNone/>
              <a:defRPr lang="es-ES"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18" name="Marcador de posición de fecha 2"/>
          <p:cNvSpPr>
            <a:spLocks noGrp="1"/>
          </p:cNvSpPr>
          <p:nvPr>
            <p:ph type="dt" sz="half" idx="1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9" name="Marcador de posición de pie de página 3"/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Calidad de Sistemas de Software  - 2019</a:t>
            </a:r>
            <a:endParaRPr/>
          </a:p>
        </p:txBody>
      </p:sp>
      <p:sp>
        <p:nvSpPr>
          <p:cNvPr id="20" name="Marcador de posición de número de diapositiva 4"/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09C8CA-8A01-4BFE-9B2E-EAA43F2D97EE}" type="slidenum">
              <a:rPr/>
              <a:pPr>
                <a:defRPr/>
              </a:pPr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9040905"/>
      </p:ext>
    </p:extLst>
  </p:cSld>
  <p:clrMapOvr>
    <a:masterClrMapping/>
  </p:clrMapOvr>
  <p:transition spd="med">
    <p:fade/>
  </p:transition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3 imáge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n 14" descr="HD-ShadowLong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70100"/>
            <a:ext cx="10437813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Imagen 15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85458" y="1971679"/>
            <a:ext cx="1603375" cy="144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Rectángulo 16"/>
          <p:cNvSpPr/>
          <p:nvPr/>
        </p:nvSpPr>
        <p:spPr>
          <a:xfrm>
            <a:off x="0" y="609612"/>
            <a:ext cx="10437813" cy="1368425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ángulo 17"/>
          <p:cNvSpPr/>
          <p:nvPr/>
        </p:nvSpPr>
        <p:spPr>
          <a:xfrm>
            <a:off x="10585458" y="609612"/>
            <a:ext cx="1603375" cy="13684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ítulo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60" cy="1080938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19" name="Marcador de posición de texto 2"/>
          <p:cNvSpPr>
            <a:spLocks noGrp="1"/>
          </p:cNvSpPr>
          <p:nvPr>
            <p:ph type="body" idx="1"/>
          </p:nvPr>
        </p:nvSpPr>
        <p:spPr>
          <a:xfrm>
            <a:off x="680333" y="4297503"/>
            <a:ext cx="3049705" cy="576262"/>
          </a:xfrm>
        </p:spPr>
        <p:txBody>
          <a:bodyPr anchor="b">
            <a:noAutofit/>
          </a:bodyPr>
          <a:lstStyle>
            <a:lvl1pPr marL="0" indent="0" latinLnBrk="0">
              <a:buNone/>
              <a:defRPr lang="es-ES" sz="2400" b="0">
                <a:solidFill>
                  <a:schemeClr val="tx1"/>
                </a:solidFill>
              </a:defRPr>
            </a:lvl1pPr>
            <a:lvl2pPr marL="457200" indent="0" latinLnBrk="0">
              <a:buNone/>
              <a:defRPr lang="es-ES" sz="2000" b="1"/>
            </a:lvl2pPr>
            <a:lvl3pPr marL="914400" indent="0" latinLnBrk="0">
              <a:buNone/>
              <a:defRPr lang="es-ES" sz="1800" b="1"/>
            </a:lvl3pPr>
            <a:lvl4pPr marL="1371600" indent="0" latinLnBrk="0">
              <a:buNone/>
              <a:defRPr lang="es-ES" sz="1600" b="1"/>
            </a:lvl4pPr>
            <a:lvl5pPr marL="1828800" indent="0" latinLnBrk="0">
              <a:buNone/>
              <a:defRPr lang="es-ES" sz="1600" b="1"/>
            </a:lvl5pPr>
            <a:lvl6pPr marL="2286000" indent="0" latinLnBrk="0">
              <a:buNone/>
              <a:defRPr lang="es-ES" sz="1600" b="1"/>
            </a:lvl6pPr>
            <a:lvl7pPr marL="2743200" indent="0" latinLnBrk="0">
              <a:buNone/>
              <a:defRPr lang="es-ES" sz="1600" b="1"/>
            </a:lvl7pPr>
            <a:lvl8pPr marL="3200400" indent="0" latinLnBrk="0">
              <a:buNone/>
              <a:defRPr lang="es-ES" sz="1600" b="1"/>
            </a:lvl8pPr>
            <a:lvl9pPr marL="3657600" indent="0" latinLnBrk="0">
              <a:buNone/>
              <a:defRPr lang="es-ES"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20" name="Marcador de posición de imagen 2"/>
          <p:cNvSpPr>
            <a:spLocks noGrp="1" noChangeAspect="1"/>
          </p:cNvSpPr>
          <p:nvPr>
            <p:ph type="pic" idx="15"/>
          </p:nvPr>
        </p:nvSpPr>
        <p:spPr>
          <a:xfrm>
            <a:off x="680333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rtlCol="0">
            <a:normAutofit/>
          </a:bodyPr>
          <a:lstStyle>
            <a:lvl1pPr marL="0" indent="0" algn="ctr" latinLnBrk="0">
              <a:buNone/>
              <a:defRPr lang="es-ES" sz="1600"/>
            </a:lvl1pPr>
            <a:lvl2pPr marL="457200" indent="0" latinLnBrk="0">
              <a:buNone/>
              <a:defRPr lang="es-ES" sz="1600"/>
            </a:lvl2pPr>
            <a:lvl3pPr marL="914400" indent="0" latinLnBrk="0">
              <a:buNone/>
              <a:defRPr lang="es-ES" sz="1600"/>
            </a:lvl3pPr>
            <a:lvl4pPr marL="1371600" indent="0" latinLnBrk="0">
              <a:buNone/>
              <a:defRPr lang="es-ES" sz="1600"/>
            </a:lvl4pPr>
            <a:lvl5pPr marL="1828800" indent="0" latinLnBrk="0">
              <a:buNone/>
              <a:defRPr lang="es-ES" sz="1600"/>
            </a:lvl5pPr>
            <a:lvl6pPr marL="2286000" indent="0" latinLnBrk="0">
              <a:buNone/>
              <a:defRPr lang="es-ES" sz="1600"/>
            </a:lvl6pPr>
            <a:lvl7pPr marL="2743200" indent="0" latinLnBrk="0">
              <a:buNone/>
              <a:defRPr lang="es-ES" sz="1600"/>
            </a:lvl7pPr>
            <a:lvl8pPr marL="3200400" indent="0" latinLnBrk="0">
              <a:buNone/>
              <a:defRPr lang="es-ES" sz="1600"/>
            </a:lvl8pPr>
            <a:lvl9pPr marL="3657600" indent="0" latinLnBrk="0">
              <a:buNone/>
              <a:defRPr lang="es-ES" sz="1600"/>
            </a:lvl9pPr>
          </a:lstStyle>
          <a:p>
            <a:pPr lvl="0"/>
            <a:r>
              <a:rPr lang="es-ES" noProof="0"/>
              <a:t>Haga clic en el icono para agregar una imagen</a:t>
            </a:r>
          </a:p>
        </p:txBody>
      </p:sp>
      <p:sp>
        <p:nvSpPr>
          <p:cNvPr id="21" name="Marcador de posición de texto 3"/>
          <p:cNvSpPr>
            <a:spLocks noGrp="1"/>
          </p:cNvSpPr>
          <p:nvPr>
            <p:ph type="body" sz="half" idx="18"/>
          </p:nvPr>
        </p:nvSpPr>
        <p:spPr>
          <a:xfrm>
            <a:off x="680333" y="4873765"/>
            <a:ext cx="3049705" cy="1062422"/>
          </a:xfrm>
        </p:spPr>
        <p:txBody>
          <a:bodyPr>
            <a:normAutofit/>
          </a:bodyPr>
          <a:lstStyle>
            <a:lvl1pPr marL="0" indent="0" latinLnBrk="0">
              <a:buNone/>
              <a:defRPr lang="es-ES" sz="1400"/>
            </a:lvl1pPr>
            <a:lvl2pPr marL="457200" indent="0" latinLnBrk="0">
              <a:buNone/>
              <a:defRPr lang="es-ES" sz="1200"/>
            </a:lvl2pPr>
            <a:lvl3pPr marL="914400" indent="0" latinLnBrk="0">
              <a:buNone/>
              <a:defRPr lang="es-ES" sz="1000"/>
            </a:lvl3pPr>
            <a:lvl4pPr marL="1371600" indent="0" latinLnBrk="0">
              <a:buNone/>
              <a:defRPr lang="es-ES" sz="900"/>
            </a:lvl4pPr>
            <a:lvl5pPr marL="1828800" indent="0" latinLnBrk="0">
              <a:buNone/>
              <a:defRPr lang="es-ES" sz="900"/>
            </a:lvl5pPr>
            <a:lvl6pPr marL="2286000" indent="0" latinLnBrk="0">
              <a:buNone/>
              <a:defRPr lang="es-ES" sz="900"/>
            </a:lvl6pPr>
            <a:lvl7pPr marL="2743200" indent="0" latinLnBrk="0">
              <a:buNone/>
              <a:defRPr lang="es-ES" sz="900"/>
            </a:lvl7pPr>
            <a:lvl8pPr marL="3200400" indent="0" latinLnBrk="0">
              <a:buNone/>
              <a:defRPr lang="es-ES" sz="900"/>
            </a:lvl8pPr>
            <a:lvl9pPr marL="3657600" indent="0" latinLnBrk="0">
              <a:buNone/>
              <a:defRPr lang="es-ES"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22" name="Marcador de posición de texto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 latinLnBrk="0">
              <a:buNone/>
              <a:defRPr lang="es-ES" sz="2400" b="0">
                <a:solidFill>
                  <a:schemeClr val="tx1"/>
                </a:solidFill>
              </a:defRPr>
            </a:lvl1pPr>
            <a:lvl2pPr marL="457200" indent="0" latinLnBrk="0">
              <a:buNone/>
              <a:defRPr lang="es-ES" sz="2000" b="1"/>
            </a:lvl2pPr>
            <a:lvl3pPr marL="914400" indent="0" latinLnBrk="0">
              <a:buNone/>
              <a:defRPr lang="es-ES" sz="1800" b="1"/>
            </a:lvl3pPr>
            <a:lvl4pPr marL="1371600" indent="0" latinLnBrk="0">
              <a:buNone/>
              <a:defRPr lang="es-ES" sz="1600" b="1"/>
            </a:lvl4pPr>
            <a:lvl5pPr marL="1828800" indent="0" latinLnBrk="0">
              <a:buNone/>
              <a:defRPr lang="es-ES" sz="1600" b="1"/>
            </a:lvl5pPr>
            <a:lvl6pPr marL="2286000" indent="0" latinLnBrk="0">
              <a:buNone/>
              <a:defRPr lang="es-ES" sz="1600" b="1"/>
            </a:lvl6pPr>
            <a:lvl7pPr marL="2743200" indent="0" latinLnBrk="0">
              <a:buNone/>
              <a:defRPr lang="es-ES" sz="1600" b="1"/>
            </a:lvl7pPr>
            <a:lvl8pPr marL="3200400" indent="0" latinLnBrk="0">
              <a:buNone/>
              <a:defRPr lang="es-ES" sz="1600" b="1"/>
            </a:lvl8pPr>
            <a:lvl9pPr marL="3657600" indent="0" latinLnBrk="0">
              <a:buNone/>
              <a:defRPr lang="es-ES"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23" name="Marcador de posición de imagen 2"/>
          <p:cNvSpPr>
            <a:spLocks noGrp="1" noChangeAspect="1"/>
          </p:cNvSpPr>
          <p:nvPr>
            <p:ph type="pic" idx="21"/>
          </p:nvPr>
        </p:nvSpPr>
        <p:spPr>
          <a:xfrm>
            <a:off x="3945471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rtlCol="0">
            <a:normAutofit/>
          </a:bodyPr>
          <a:lstStyle>
            <a:lvl1pPr marL="0" indent="0" algn="ctr" latinLnBrk="0">
              <a:buNone/>
              <a:defRPr lang="es-ES" sz="1600"/>
            </a:lvl1pPr>
            <a:lvl2pPr marL="457200" indent="0" latinLnBrk="0">
              <a:buNone/>
              <a:defRPr lang="es-ES" sz="1600"/>
            </a:lvl2pPr>
            <a:lvl3pPr marL="914400" indent="0" latinLnBrk="0">
              <a:buNone/>
              <a:defRPr lang="es-ES" sz="1600"/>
            </a:lvl3pPr>
            <a:lvl4pPr marL="1371600" indent="0" latinLnBrk="0">
              <a:buNone/>
              <a:defRPr lang="es-ES" sz="1600"/>
            </a:lvl4pPr>
            <a:lvl5pPr marL="1828800" indent="0" latinLnBrk="0">
              <a:buNone/>
              <a:defRPr lang="es-ES" sz="1600"/>
            </a:lvl5pPr>
            <a:lvl6pPr marL="2286000" indent="0" latinLnBrk="0">
              <a:buNone/>
              <a:defRPr lang="es-ES" sz="1600"/>
            </a:lvl6pPr>
            <a:lvl7pPr marL="2743200" indent="0" latinLnBrk="0">
              <a:buNone/>
              <a:defRPr lang="es-ES" sz="1600"/>
            </a:lvl7pPr>
            <a:lvl8pPr marL="3200400" indent="0" latinLnBrk="0">
              <a:buNone/>
              <a:defRPr lang="es-ES" sz="1600"/>
            </a:lvl8pPr>
            <a:lvl9pPr marL="3657600" indent="0" latinLnBrk="0">
              <a:buNone/>
              <a:defRPr lang="es-ES" sz="1600"/>
            </a:lvl9pPr>
          </a:lstStyle>
          <a:p>
            <a:pPr lvl="0"/>
            <a:r>
              <a:rPr lang="es-ES" noProof="0"/>
              <a:t>Haga clic en el icono para agregar una imagen</a:t>
            </a:r>
          </a:p>
        </p:txBody>
      </p:sp>
      <p:sp>
        <p:nvSpPr>
          <p:cNvPr id="24" name="Marcador de posición de texto 3"/>
          <p:cNvSpPr>
            <a:spLocks noGrp="1"/>
          </p:cNvSpPr>
          <p:nvPr>
            <p:ph type="body" sz="half" idx="19"/>
          </p:nvPr>
        </p:nvSpPr>
        <p:spPr>
          <a:xfrm>
            <a:off x="3944132" y="4873764"/>
            <a:ext cx="3067297" cy="1062422"/>
          </a:xfrm>
        </p:spPr>
        <p:txBody>
          <a:bodyPr>
            <a:normAutofit/>
          </a:bodyPr>
          <a:lstStyle>
            <a:lvl1pPr marL="0" indent="0" latinLnBrk="0">
              <a:buNone/>
              <a:defRPr lang="es-ES" sz="1400"/>
            </a:lvl1pPr>
            <a:lvl2pPr marL="457200" indent="0" latinLnBrk="0">
              <a:buNone/>
              <a:defRPr lang="es-ES" sz="1200"/>
            </a:lvl2pPr>
            <a:lvl3pPr marL="914400" indent="0" latinLnBrk="0">
              <a:buNone/>
              <a:defRPr lang="es-ES" sz="1000"/>
            </a:lvl3pPr>
            <a:lvl4pPr marL="1371600" indent="0" latinLnBrk="0">
              <a:buNone/>
              <a:defRPr lang="es-ES" sz="900"/>
            </a:lvl4pPr>
            <a:lvl5pPr marL="1828800" indent="0" latinLnBrk="0">
              <a:buNone/>
              <a:defRPr lang="es-ES" sz="900"/>
            </a:lvl5pPr>
            <a:lvl6pPr marL="2286000" indent="0" latinLnBrk="0">
              <a:buNone/>
              <a:defRPr lang="es-ES" sz="900"/>
            </a:lvl6pPr>
            <a:lvl7pPr marL="2743200" indent="0" latinLnBrk="0">
              <a:buNone/>
              <a:defRPr lang="es-ES" sz="900"/>
            </a:lvl7pPr>
            <a:lvl8pPr marL="3200400" indent="0" latinLnBrk="0">
              <a:buNone/>
              <a:defRPr lang="es-ES" sz="900"/>
            </a:lvl8pPr>
            <a:lvl9pPr marL="3657600" indent="0" latinLnBrk="0">
              <a:buNone/>
              <a:defRPr lang="es-ES"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25" name="Marcador de posición de texto 4"/>
          <p:cNvSpPr>
            <a:spLocks noGrp="1"/>
          </p:cNvSpPr>
          <p:nvPr>
            <p:ph type="body" sz="quarter" idx="13"/>
          </p:nvPr>
        </p:nvSpPr>
        <p:spPr>
          <a:xfrm>
            <a:off x="7230693" y="4297503"/>
            <a:ext cx="3063505" cy="576262"/>
          </a:xfrm>
        </p:spPr>
        <p:txBody>
          <a:bodyPr anchor="b">
            <a:noAutofit/>
          </a:bodyPr>
          <a:lstStyle>
            <a:lvl1pPr marL="0" indent="0" latinLnBrk="0">
              <a:buNone/>
              <a:defRPr lang="es-ES" sz="2400" b="0">
                <a:solidFill>
                  <a:schemeClr val="tx1"/>
                </a:solidFill>
              </a:defRPr>
            </a:lvl1pPr>
            <a:lvl2pPr marL="457200" indent="0" latinLnBrk="0">
              <a:buNone/>
              <a:defRPr lang="es-ES" sz="2000" b="1"/>
            </a:lvl2pPr>
            <a:lvl3pPr marL="914400" indent="0" latinLnBrk="0">
              <a:buNone/>
              <a:defRPr lang="es-ES" sz="1800" b="1"/>
            </a:lvl3pPr>
            <a:lvl4pPr marL="1371600" indent="0" latinLnBrk="0">
              <a:buNone/>
              <a:defRPr lang="es-ES" sz="1600" b="1"/>
            </a:lvl4pPr>
            <a:lvl5pPr marL="1828800" indent="0" latinLnBrk="0">
              <a:buNone/>
              <a:defRPr lang="es-ES" sz="1600" b="1"/>
            </a:lvl5pPr>
            <a:lvl6pPr marL="2286000" indent="0" latinLnBrk="0">
              <a:buNone/>
              <a:defRPr lang="es-ES" sz="1600" b="1"/>
            </a:lvl6pPr>
            <a:lvl7pPr marL="2743200" indent="0" latinLnBrk="0">
              <a:buNone/>
              <a:defRPr lang="es-ES" sz="1600" b="1"/>
            </a:lvl7pPr>
            <a:lvl8pPr marL="3200400" indent="0" latinLnBrk="0">
              <a:buNone/>
              <a:defRPr lang="es-ES" sz="1600" b="1"/>
            </a:lvl8pPr>
            <a:lvl9pPr marL="3657600" indent="0" latinLnBrk="0">
              <a:buNone/>
              <a:defRPr lang="es-ES"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26" name="Marcador de posición de imagen 2"/>
          <p:cNvSpPr>
            <a:spLocks noGrp="1" noChangeAspect="1"/>
          </p:cNvSpPr>
          <p:nvPr>
            <p:ph type="pic" idx="22"/>
          </p:nvPr>
        </p:nvSpPr>
        <p:spPr>
          <a:xfrm>
            <a:off x="7230692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rtlCol="0">
            <a:normAutofit/>
          </a:bodyPr>
          <a:lstStyle>
            <a:lvl1pPr marL="0" indent="0" algn="ctr" latinLnBrk="0">
              <a:buNone/>
              <a:defRPr lang="es-ES" sz="1600"/>
            </a:lvl1pPr>
            <a:lvl2pPr marL="457200" indent="0" latinLnBrk="0">
              <a:buNone/>
              <a:defRPr lang="es-ES" sz="1600"/>
            </a:lvl2pPr>
            <a:lvl3pPr marL="914400" indent="0" latinLnBrk="0">
              <a:buNone/>
              <a:defRPr lang="es-ES" sz="1600"/>
            </a:lvl3pPr>
            <a:lvl4pPr marL="1371600" indent="0" latinLnBrk="0">
              <a:buNone/>
              <a:defRPr lang="es-ES" sz="1600"/>
            </a:lvl4pPr>
            <a:lvl5pPr marL="1828800" indent="0" latinLnBrk="0">
              <a:buNone/>
              <a:defRPr lang="es-ES" sz="1600"/>
            </a:lvl5pPr>
            <a:lvl6pPr marL="2286000" indent="0" latinLnBrk="0">
              <a:buNone/>
              <a:defRPr lang="es-ES" sz="1600"/>
            </a:lvl6pPr>
            <a:lvl7pPr marL="2743200" indent="0" latinLnBrk="0">
              <a:buNone/>
              <a:defRPr lang="es-ES" sz="1600"/>
            </a:lvl7pPr>
            <a:lvl8pPr marL="3200400" indent="0" latinLnBrk="0">
              <a:buNone/>
              <a:defRPr lang="es-ES" sz="1600"/>
            </a:lvl8pPr>
            <a:lvl9pPr marL="3657600" indent="0" latinLnBrk="0">
              <a:buNone/>
              <a:defRPr lang="es-ES" sz="1600"/>
            </a:lvl9pPr>
          </a:lstStyle>
          <a:p>
            <a:pPr lvl="0"/>
            <a:r>
              <a:rPr lang="es-ES" noProof="0"/>
              <a:t>Haga clic en el icono para agregar una imagen</a:t>
            </a:r>
          </a:p>
        </p:txBody>
      </p:sp>
      <p:sp>
        <p:nvSpPr>
          <p:cNvPr id="27" name="Marcador de posición de texto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>
            <a:normAutofit/>
          </a:bodyPr>
          <a:lstStyle>
            <a:lvl1pPr marL="0" indent="0" latinLnBrk="0">
              <a:buNone/>
              <a:defRPr lang="es-ES" sz="1400"/>
            </a:lvl1pPr>
            <a:lvl2pPr marL="457200" indent="0" latinLnBrk="0">
              <a:buNone/>
              <a:defRPr lang="es-ES" sz="1200"/>
            </a:lvl2pPr>
            <a:lvl3pPr marL="914400" indent="0" latinLnBrk="0">
              <a:buNone/>
              <a:defRPr lang="es-ES" sz="1000"/>
            </a:lvl3pPr>
            <a:lvl4pPr marL="1371600" indent="0" latinLnBrk="0">
              <a:buNone/>
              <a:defRPr lang="es-ES" sz="900"/>
            </a:lvl4pPr>
            <a:lvl5pPr marL="1828800" indent="0" latinLnBrk="0">
              <a:buNone/>
              <a:defRPr lang="es-ES" sz="900"/>
            </a:lvl5pPr>
            <a:lvl6pPr marL="2286000" indent="0" latinLnBrk="0">
              <a:buNone/>
              <a:defRPr lang="es-ES" sz="900"/>
            </a:lvl6pPr>
            <a:lvl7pPr marL="2743200" indent="0" latinLnBrk="0">
              <a:buNone/>
              <a:defRPr lang="es-ES" sz="900"/>
            </a:lvl7pPr>
            <a:lvl8pPr marL="3200400" indent="0" latinLnBrk="0">
              <a:buNone/>
              <a:defRPr lang="es-ES" sz="900"/>
            </a:lvl8pPr>
            <a:lvl9pPr marL="3657600" indent="0" latinLnBrk="0">
              <a:buNone/>
              <a:defRPr lang="es-ES"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16" name="Marcador de posición de fecha 2"/>
          <p:cNvSpPr>
            <a:spLocks noGrp="1"/>
          </p:cNvSpPr>
          <p:nvPr>
            <p:ph type="dt" sz="half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7" name="Marcador de posición de pie de página 3"/>
          <p:cNvSpPr>
            <a:spLocks noGrp="1"/>
          </p:cNvSpPr>
          <p:nvPr>
            <p:ph type="ftr" sz="quarter" idx="2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Calidad de Sistemas de Software  - 2019</a:t>
            </a:r>
            <a:endParaRPr/>
          </a:p>
        </p:txBody>
      </p:sp>
      <p:sp>
        <p:nvSpPr>
          <p:cNvPr id="18" name="Marcador de posición de número de diapositiva 4"/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A592FF-EDA4-44E0-BB6F-91BD43B9669F}" type="slidenum">
              <a:rPr/>
              <a:pPr>
                <a:defRPr/>
              </a:pPr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80553769"/>
      </p:ext>
    </p:extLst>
  </p:cSld>
  <p:clrMapOvr>
    <a:masterClrMapping/>
  </p:clrMapOvr>
  <p:transition spd="med">
    <p:fade/>
  </p:transition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6" descr="HD-ShadowLong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70100"/>
            <a:ext cx="10437813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Imagen 7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85458" y="1971679"/>
            <a:ext cx="1603375" cy="144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ángulo 8"/>
          <p:cNvSpPr/>
          <p:nvPr/>
        </p:nvSpPr>
        <p:spPr>
          <a:xfrm>
            <a:off x="0" y="609612"/>
            <a:ext cx="10437813" cy="1368425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Rectángulo 9"/>
          <p:cNvSpPr/>
          <p:nvPr/>
        </p:nvSpPr>
        <p:spPr>
          <a:xfrm>
            <a:off x="10585458" y="609612"/>
            <a:ext cx="1603375" cy="13684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 latinLnBrk="0">
              <a:defRPr lang="es-ES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8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9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Calidad de Sistemas de Software  - 2019</a:t>
            </a:r>
            <a:endParaRPr/>
          </a:p>
        </p:txBody>
      </p:sp>
      <p:sp>
        <p:nvSpPr>
          <p:cNvPr id="10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2F2D2F-E00D-49EF-B898-98A2A0D36599}" type="slidenum">
              <a:rPr/>
              <a:pPr>
                <a:defRPr/>
              </a:pPr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15659568"/>
      </p:ext>
    </p:extLst>
  </p:cSld>
  <p:clrMapOvr>
    <a:masterClrMapping/>
  </p:clrMapOvr>
  <p:transition spd="med">
    <p:fade/>
  </p:transition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y texto vertica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6"/>
          <p:cNvSpPr/>
          <p:nvPr/>
        </p:nvSpPr>
        <p:spPr>
          <a:xfrm rot="5400000">
            <a:off x="8116094" y="1869293"/>
            <a:ext cx="5106988" cy="1368425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Rectángulo 7"/>
          <p:cNvSpPr/>
          <p:nvPr/>
        </p:nvSpPr>
        <p:spPr>
          <a:xfrm rot="5400000">
            <a:off x="9867909" y="5372112"/>
            <a:ext cx="1603375" cy="13684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10129233" y="609597"/>
            <a:ext cx="1073803" cy="4353760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texto vertical 2"/>
          <p:cNvSpPr>
            <a:spLocks noGrp="1"/>
          </p:cNvSpPr>
          <p:nvPr>
            <p:ph type="body" orient="vert" idx="1"/>
          </p:nvPr>
        </p:nvSpPr>
        <p:spPr>
          <a:xfrm>
            <a:off x="680322" y="609612"/>
            <a:ext cx="8870004" cy="5326589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osición de fecha 3"/>
          <p:cNvSpPr>
            <a:spLocks noGrp="1"/>
          </p:cNvSpPr>
          <p:nvPr>
            <p:ph type="dt" sz="half" idx="10"/>
          </p:nvPr>
        </p:nvSpPr>
        <p:spPr>
          <a:xfrm>
            <a:off x="6807200" y="5935675"/>
            <a:ext cx="27432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7" name="Marcador de posición de pie de página 4"/>
          <p:cNvSpPr>
            <a:spLocks noGrp="1"/>
          </p:cNvSpPr>
          <p:nvPr>
            <p:ph type="ftr" sz="quarter" idx="11"/>
          </p:nvPr>
        </p:nvSpPr>
        <p:spPr>
          <a:xfrm>
            <a:off x="681037" y="5935675"/>
            <a:ext cx="6126163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Calidad de Sistemas de Software  - 2019</a:t>
            </a:r>
            <a:endParaRPr/>
          </a:p>
        </p:txBody>
      </p:sp>
      <p:sp>
        <p:nvSpPr>
          <p:cNvPr id="8" name="Marcador de posición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10098088" y="5399088"/>
            <a:ext cx="1154112" cy="1090612"/>
          </a:xfrm>
        </p:spPr>
        <p:txBody>
          <a:bodyPr anchor="t"/>
          <a:lstStyle>
            <a:lvl1pPr algn="ctr" latinLnBrk="0">
              <a:defRPr lang="es-ES"/>
            </a:lvl1pPr>
          </a:lstStyle>
          <a:p>
            <a:pPr>
              <a:defRPr/>
            </a:pPr>
            <a:fld id="{77269A49-F7BA-4070-B7CD-C6944DE490CD}" type="slidenum">
              <a:rPr/>
              <a:pPr>
                <a:defRPr/>
              </a:pPr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59043768"/>
      </p:ext>
    </p:extLst>
  </p:cSld>
  <p:clrMapOvr>
    <a:masterClrMapping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5.xml"/><Relationship Id="rId18" Type="http://schemas.openxmlformats.org/officeDocument/2006/relationships/image" Target="../media/image2.jpeg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6" Type="http://schemas.openxmlformats.org/officeDocument/2006/relationships/slideLayout" Target="../slideLayouts/slideLayout18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13" Type="http://schemas.openxmlformats.org/officeDocument/2006/relationships/slideLayout" Target="../slideLayouts/slideLayout31.xml"/><Relationship Id="rId18" Type="http://schemas.openxmlformats.org/officeDocument/2006/relationships/slideLayout" Target="../slideLayouts/slideLayout36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30.xml"/><Relationship Id="rId17" Type="http://schemas.openxmlformats.org/officeDocument/2006/relationships/slideLayout" Target="../slideLayouts/slideLayout35.xml"/><Relationship Id="rId2" Type="http://schemas.openxmlformats.org/officeDocument/2006/relationships/slideLayout" Target="../slideLayouts/slideLayout20.xml"/><Relationship Id="rId16" Type="http://schemas.openxmlformats.org/officeDocument/2006/relationships/slideLayout" Target="../slideLayouts/slideLayout34.xml"/><Relationship Id="rId20" Type="http://schemas.openxmlformats.org/officeDocument/2006/relationships/image" Target="../media/image5.png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28.xml"/><Relationship Id="rId19" Type="http://schemas.openxmlformats.org/officeDocument/2006/relationships/theme" Target="../theme/theme3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Relationship Id="rId14" Type="http://schemas.openxmlformats.org/officeDocument/2006/relationships/slideLayout" Target="../slideLayouts/slideLayout3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slideLayout" Target="../slideLayouts/slideLayout49.xml"/><Relationship Id="rId18" Type="http://schemas.openxmlformats.org/officeDocument/2006/relationships/slideLayout" Target="../slideLayouts/slideLayout54.xml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8.xml"/><Relationship Id="rId17" Type="http://schemas.openxmlformats.org/officeDocument/2006/relationships/slideLayout" Target="../slideLayouts/slideLayout53.xml"/><Relationship Id="rId2" Type="http://schemas.openxmlformats.org/officeDocument/2006/relationships/slideLayout" Target="../slideLayouts/slideLayout38.xml"/><Relationship Id="rId16" Type="http://schemas.openxmlformats.org/officeDocument/2006/relationships/slideLayout" Target="../slideLayouts/slideLayout52.xml"/><Relationship Id="rId20" Type="http://schemas.openxmlformats.org/officeDocument/2006/relationships/image" Target="../media/image5.png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5" Type="http://schemas.openxmlformats.org/officeDocument/2006/relationships/slideLayout" Target="../slideLayouts/slideLayout51.xml"/><Relationship Id="rId10" Type="http://schemas.openxmlformats.org/officeDocument/2006/relationships/slideLayout" Target="../slideLayouts/slideLayout46.xml"/><Relationship Id="rId19" Type="http://schemas.openxmlformats.org/officeDocument/2006/relationships/theme" Target="../theme/theme4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Relationship Id="rId14" Type="http://schemas.openxmlformats.org/officeDocument/2006/relationships/slideLayout" Target="../slideLayouts/slideLayout50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2.xml"/><Relationship Id="rId13" Type="http://schemas.openxmlformats.org/officeDocument/2006/relationships/slideLayout" Target="../slideLayouts/slideLayout67.xml"/><Relationship Id="rId18" Type="http://schemas.openxmlformats.org/officeDocument/2006/relationships/slideLayout" Target="../slideLayouts/slideLayout72.xml"/><Relationship Id="rId3" Type="http://schemas.openxmlformats.org/officeDocument/2006/relationships/slideLayout" Target="../slideLayouts/slideLayout57.xml"/><Relationship Id="rId7" Type="http://schemas.openxmlformats.org/officeDocument/2006/relationships/slideLayout" Target="../slideLayouts/slideLayout61.xml"/><Relationship Id="rId12" Type="http://schemas.openxmlformats.org/officeDocument/2006/relationships/slideLayout" Target="../slideLayouts/slideLayout66.xml"/><Relationship Id="rId17" Type="http://schemas.openxmlformats.org/officeDocument/2006/relationships/slideLayout" Target="../slideLayouts/slideLayout71.xml"/><Relationship Id="rId2" Type="http://schemas.openxmlformats.org/officeDocument/2006/relationships/slideLayout" Target="../slideLayouts/slideLayout56.xml"/><Relationship Id="rId16" Type="http://schemas.openxmlformats.org/officeDocument/2006/relationships/slideLayout" Target="../slideLayouts/slideLayout70.xml"/><Relationship Id="rId20" Type="http://schemas.openxmlformats.org/officeDocument/2006/relationships/image" Target="../media/image5.png"/><Relationship Id="rId1" Type="http://schemas.openxmlformats.org/officeDocument/2006/relationships/slideLayout" Target="../slideLayouts/slideLayout55.xml"/><Relationship Id="rId6" Type="http://schemas.openxmlformats.org/officeDocument/2006/relationships/slideLayout" Target="../slideLayouts/slideLayout60.xml"/><Relationship Id="rId11" Type="http://schemas.openxmlformats.org/officeDocument/2006/relationships/slideLayout" Target="../slideLayouts/slideLayout65.xml"/><Relationship Id="rId5" Type="http://schemas.openxmlformats.org/officeDocument/2006/relationships/slideLayout" Target="../slideLayouts/slideLayout59.xml"/><Relationship Id="rId15" Type="http://schemas.openxmlformats.org/officeDocument/2006/relationships/slideLayout" Target="../slideLayouts/slideLayout69.xml"/><Relationship Id="rId10" Type="http://schemas.openxmlformats.org/officeDocument/2006/relationships/slideLayout" Target="../slideLayouts/slideLayout64.xml"/><Relationship Id="rId19" Type="http://schemas.openxmlformats.org/officeDocument/2006/relationships/theme" Target="../theme/theme5.xml"/><Relationship Id="rId4" Type="http://schemas.openxmlformats.org/officeDocument/2006/relationships/slideLayout" Target="../slideLayouts/slideLayout58.xml"/><Relationship Id="rId9" Type="http://schemas.openxmlformats.org/officeDocument/2006/relationships/slideLayout" Target="../slideLayouts/slideLayout63.xml"/><Relationship Id="rId14" Type="http://schemas.openxmlformats.org/officeDocument/2006/relationships/slideLayout" Target="../slideLayouts/slideLayout68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0.xml"/><Relationship Id="rId13" Type="http://schemas.openxmlformats.org/officeDocument/2006/relationships/slideLayout" Target="../slideLayouts/slideLayout85.xml"/><Relationship Id="rId18" Type="http://schemas.openxmlformats.org/officeDocument/2006/relationships/theme" Target="../theme/theme6.xml"/><Relationship Id="rId3" Type="http://schemas.openxmlformats.org/officeDocument/2006/relationships/slideLayout" Target="../slideLayouts/slideLayout75.xml"/><Relationship Id="rId7" Type="http://schemas.openxmlformats.org/officeDocument/2006/relationships/slideLayout" Target="../slideLayouts/slideLayout79.xml"/><Relationship Id="rId12" Type="http://schemas.openxmlformats.org/officeDocument/2006/relationships/slideLayout" Target="../slideLayouts/slideLayout84.xml"/><Relationship Id="rId17" Type="http://schemas.openxmlformats.org/officeDocument/2006/relationships/slideLayout" Target="../slideLayouts/slideLayout89.xml"/><Relationship Id="rId2" Type="http://schemas.openxmlformats.org/officeDocument/2006/relationships/slideLayout" Target="../slideLayouts/slideLayout74.xml"/><Relationship Id="rId16" Type="http://schemas.openxmlformats.org/officeDocument/2006/relationships/slideLayout" Target="../slideLayouts/slideLayout88.xml"/><Relationship Id="rId1" Type="http://schemas.openxmlformats.org/officeDocument/2006/relationships/slideLayout" Target="../slideLayouts/slideLayout73.xml"/><Relationship Id="rId6" Type="http://schemas.openxmlformats.org/officeDocument/2006/relationships/slideLayout" Target="../slideLayouts/slideLayout78.xml"/><Relationship Id="rId11" Type="http://schemas.openxmlformats.org/officeDocument/2006/relationships/slideLayout" Target="../slideLayouts/slideLayout83.xml"/><Relationship Id="rId5" Type="http://schemas.openxmlformats.org/officeDocument/2006/relationships/slideLayout" Target="../slideLayouts/slideLayout77.xml"/><Relationship Id="rId15" Type="http://schemas.openxmlformats.org/officeDocument/2006/relationships/slideLayout" Target="../slideLayouts/slideLayout87.xml"/><Relationship Id="rId10" Type="http://schemas.openxmlformats.org/officeDocument/2006/relationships/slideLayout" Target="../slideLayouts/slideLayout82.xml"/><Relationship Id="rId19" Type="http://schemas.openxmlformats.org/officeDocument/2006/relationships/image" Target="../media/image5.png"/><Relationship Id="rId4" Type="http://schemas.openxmlformats.org/officeDocument/2006/relationships/slideLayout" Target="../slideLayouts/slideLayout76.xml"/><Relationship Id="rId9" Type="http://schemas.openxmlformats.org/officeDocument/2006/relationships/slideLayout" Target="../slideLayouts/slideLayout81.xml"/><Relationship Id="rId14" Type="http://schemas.openxmlformats.org/officeDocument/2006/relationships/slideLayout" Target="../slideLayouts/slideLayout8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7 Imagen" descr="plantilla ppt_SEAMANA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0" y="-1"/>
            <a:ext cx="12192000" cy="661501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658" r:id="rId1"/>
    <p:sldLayoutId id="2147484659" r:id="rId2"/>
  </p:sldLayoutIdLst>
  <p:transition spd="med">
    <p:fade/>
  </p:transition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3888" y="500065"/>
            <a:ext cx="10806112" cy="12731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276" y="2011365"/>
            <a:ext cx="10753725" cy="37671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 Haga clic para modificar el estilo de texto del patrón</a:t>
            </a:r>
          </a:p>
          <a:p>
            <a:pPr lvl="1"/>
            <a:r>
              <a:rPr lang="es-ES" dirty="0"/>
              <a:t> Segundo nivel</a:t>
            </a:r>
          </a:p>
          <a:p>
            <a:pPr lvl="2"/>
            <a:r>
              <a:rPr lang="es-ES" dirty="0"/>
              <a:t> Tercer nivel</a:t>
            </a:r>
          </a:p>
          <a:p>
            <a:pPr lvl="3"/>
            <a:r>
              <a:rPr lang="es-ES" dirty="0"/>
              <a:t> Cuarto nivel</a:t>
            </a:r>
          </a:p>
          <a:p>
            <a:pPr lvl="4"/>
            <a:r>
              <a:rPr lang="es-ES" dirty="0"/>
              <a:t> Quinto nivel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66237" y="2781300"/>
            <a:ext cx="2925763" cy="13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7725" b="0" smtClean="0">
                <a:ln>
                  <a:noFill/>
                </a:ln>
                <a:solidFill>
                  <a:schemeClr val="accent1">
                    <a:alpha val="25000"/>
                  </a:schemeClr>
                </a:solidFill>
                <a:latin typeface="+mj-lt"/>
                <a:cs typeface="+mn-cs"/>
              </a:defRPr>
            </a:lvl1pPr>
          </a:lstStyle>
          <a:p>
            <a:pPr>
              <a:defRPr/>
            </a:pPr>
            <a:fld id="{E66C13B6-323C-48C2-9130-BE86FF756324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  <p:sp>
        <p:nvSpPr>
          <p:cNvPr id="13" name="Date Placeholder 1"/>
          <p:cNvSpPr>
            <a:spLocks noGrp="1"/>
          </p:cNvSpPr>
          <p:nvPr>
            <p:ph type="dt" sz="half" idx="2"/>
          </p:nvPr>
        </p:nvSpPr>
        <p:spPr>
          <a:xfrm>
            <a:off x="2566990" y="6543675"/>
            <a:ext cx="827087" cy="255588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sz="1050" dirty="0">
                <a:solidFill>
                  <a:schemeClr val="bg1">
                    <a:lumMod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4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68277" y="6554790"/>
            <a:ext cx="2155825" cy="2127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sz="1050">
                <a:solidFill>
                  <a:schemeClr val="bg1">
                    <a:lumMod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r>
              <a:rPr lang="es-ES"/>
              <a:t>Calidad de Sistemas de Software  - 2019</a:t>
            </a:r>
          </a:p>
        </p:txBody>
      </p:sp>
      <p:cxnSp>
        <p:nvCxnSpPr>
          <p:cNvPr id="8" name="Conector recto 7"/>
          <p:cNvCxnSpPr/>
          <p:nvPr/>
        </p:nvCxnSpPr>
        <p:spPr>
          <a:xfrm>
            <a:off x="623888" y="1484784"/>
            <a:ext cx="107727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28" name="9 Imagen" descr="logoweb.jpg"/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51989" y="5949950"/>
            <a:ext cx="2384425" cy="725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686" r:id="rId1"/>
    <p:sldLayoutId id="2147484687" r:id="rId2"/>
    <p:sldLayoutId id="2147484688" r:id="rId3"/>
    <p:sldLayoutId id="2147484689" r:id="rId4"/>
    <p:sldLayoutId id="2147484690" r:id="rId5"/>
    <p:sldLayoutId id="2147484691" r:id="rId6"/>
    <p:sldLayoutId id="2147484692" r:id="rId7"/>
    <p:sldLayoutId id="2147484693" r:id="rId8"/>
    <p:sldLayoutId id="2147484695" r:id="rId9"/>
    <p:sldLayoutId id="2147484696" r:id="rId10"/>
    <p:sldLayoutId id="2147484697" r:id="rId11"/>
    <p:sldLayoutId id="2147484698" r:id="rId12"/>
    <p:sldLayoutId id="2147484699" r:id="rId13"/>
    <p:sldLayoutId id="2147484777" r:id="rId14"/>
    <p:sldLayoutId id="2147484778" r:id="rId15"/>
    <p:sldLayoutId id="2147484779" r:id="rId16"/>
  </p:sldLayoutIdLst>
  <p:transition spd="med">
    <p:fade/>
  </p:transition>
  <p:hf hdr="0" dt="0"/>
  <p:txStyles>
    <p:titleStyle>
      <a:lvl1pPr algn="l" defTabSz="685800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600" kern="1200" spc="-90">
          <a:solidFill>
            <a:schemeClr val="accent1"/>
          </a:solidFill>
          <a:latin typeface="+mj-lt"/>
          <a:ea typeface="+mj-ea"/>
          <a:cs typeface="+mj-cs"/>
        </a:defRPr>
      </a:lvl1pPr>
      <a:lvl2pPr algn="l" defTabSz="685800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Calibri Light" pitchFamily="34" charset="0"/>
        </a:defRPr>
      </a:lvl2pPr>
      <a:lvl3pPr algn="l" defTabSz="685800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Calibri Light" pitchFamily="34" charset="0"/>
        </a:defRPr>
      </a:lvl3pPr>
      <a:lvl4pPr algn="l" defTabSz="685800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Calibri Light" pitchFamily="34" charset="0"/>
        </a:defRPr>
      </a:lvl4pPr>
      <a:lvl5pPr algn="l" defTabSz="685800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Calibri Light" pitchFamily="34" charset="0"/>
        </a:defRPr>
      </a:lvl5pPr>
      <a:lvl6pPr marL="457200" algn="l" defTabSz="685800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Calibri Light" pitchFamily="34" charset="0"/>
        </a:defRPr>
      </a:lvl6pPr>
      <a:lvl7pPr marL="914400" algn="l" defTabSz="685800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Calibri Light" pitchFamily="34" charset="0"/>
        </a:defRPr>
      </a:lvl7pPr>
      <a:lvl8pPr marL="1371600" algn="l" defTabSz="685800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Calibri Light" pitchFamily="34" charset="0"/>
        </a:defRPr>
      </a:lvl8pPr>
      <a:lvl9pPr marL="1828800" algn="l" defTabSz="685800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Calibri Light" pitchFamily="34" charset="0"/>
        </a:defRPr>
      </a:lvl9pPr>
    </p:titleStyle>
    <p:bodyStyle>
      <a:lvl1pPr marL="68263" indent="-68263" algn="l" defTabSz="685800" rtl="0" eaLnBrk="1" fontAlgn="base" hangingPunct="1">
        <a:lnSpc>
          <a:spcPct val="85000"/>
        </a:lnSpc>
        <a:spcBef>
          <a:spcPts val="975"/>
        </a:spcBef>
        <a:spcAft>
          <a:spcPct val="0"/>
        </a:spcAft>
        <a:buClr>
          <a:srgbClr val="C00000"/>
        </a:buClr>
        <a:buFont typeface="Arial" charset="0"/>
        <a:buChar char="»"/>
        <a:defRPr kern="1200">
          <a:solidFill>
            <a:srgbClr val="262626"/>
          </a:solidFill>
          <a:latin typeface="+mn-lt"/>
          <a:ea typeface="+mn-ea"/>
          <a:cs typeface="+mn-cs"/>
        </a:defRPr>
      </a:lvl1pPr>
      <a:lvl2pPr marL="260350" indent="-257175" algn="l" defTabSz="685800" rtl="0" eaLnBrk="1" fontAlgn="base" hangingPunct="1">
        <a:lnSpc>
          <a:spcPct val="85000"/>
        </a:lnSpc>
        <a:spcBef>
          <a:spcPts val="450"/>
        </a:spcBef>
        <a:spcAft>
          <a:spcPct val="0"/>
        </a:spcAft>
        <a:buFont typeface="Arial" charset="0"/>
        <a:buChar char=" "/>
        <a:defRPr kern="1200">
          <a:solidFill>
            <a:srgbClr val="262626"/>
          </a:solidFill>
          <a:latin typeface="+mn-lt"/>
          <a:ea typeface="+mn-ea"/>
          <a:cs typeface="+mn-cs"/>
        </a:defRPr>
      </a:lvl2pPr>
      <a:lvl3pPr marL="411163" indent="-411163" algn="l" defTabSz="685800" rtl="0" eaLnBrk="1" fontAlgn="base" hangingPunct="1">
        <a:lnSpc>
          <a:spcPct val="85000"/>
        </a:lnSpc>
        <a:spcBef>
          <a:spcPts val="450"/>
        </a:spcBef>
        <a:spcAft>
          <a:spcPct val="0"/>
        </a:spcAft>
        <a:buFont typeface="Arial" charset="0"/>
        <a:buChar char=" "/>
        <a:defRPr sz="1500" i="1" kern="1200">
          <a:solidFill>
            <a:srgbClr val="262626"/>
          </a:solidFill>
          <a:latin typeface="+mn-lt"/>
          <a:ea typeface="+mn-ea"/>
          <a:cs typeface="+mn-cs"/>
        </a:defRPr>
      </a:lvl3pPr>
      <a:lvl4pPr marL="615950" indent="-615950" algn="l" defTabSz="685800" rtl="0" eaLnBrk="1" fontAlgn="base" hangingPunct="1">
        <a:lnSpc>
          <a:spcPct val="85000"/>
        </a:lnSpc>
        <a:spcBef>
          <a:spcPts val="450"/>
        </a:spcBef>
        <a:spcAft>
          <a:spcPct val="0"/>
        </a:spcAft>
        <a:buFont typeface="Arial" charset="0"/>
        <a:buChar char=" "/>
        <a:defRPr sz="1300" kern="1200">
          <a:solidFill>
            <a:srgbClr val="262626"/>
          </a:solidFill>
          <a:latin typeface="+mn-lt"/>
          <a:ea typeface="+mn-ea"/>
          <a:cs typeface="+mn-cs"/>
        </a:defRPr>
      </a:lvl4pPr>
      <a:lvl5pPr marL="822325" indent="-822325" algn="l" defTabSz="685800" rtl="0" eaLnBrk="1" fontAlgn="base" hangingPunct="1">
        <a:lnSpc>
          <a:spcPct val="85000"/>
        </a:lnSpc>
        <a:spcBef>
          <a:spcPts val="450"/>
        </a:spcBef>
        <a:spcAft>
          <a:spcPct val="0"/>
        </a:spcAft>
        <a:buFont typeface="Arial" charset="0"/>
        <a:buChar char=" "/>
        <a:defRPr sz="1300" kern="1200">
          <a:solidFill>
            <a:srgbClr val="262626"/>
          </a:solidFill>
          <a:latin typeface="+mn-lt"/>
          <a:ea typeface="+mn-ea"/>
          <a:cs typeface="+mn-cs"/>
        </a:defRPr>
      </a:lvl5pPr>
      <a:lvl6pPr marL="900000" indent="-171450" algn="l" defTabSz="685800" rtl="0" eaLnBrk="1" latinLnBrk="0" hangingPunct="1">
        <a:lnSpc>
          <a:spcPct val="85000"/>
        </a:lnSpc>
        <a:spcBef>
          <a:spcPts val="450"/>
        </a:spcBef>
        <a:buFont typeface="Arial" pitchFamily="34" charset="0"/>
        <a:buChar char=" "/>
        <a:defRPr sz="13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050000" indent="-171450" algn="l" defTabSz="685800" rtl="0" eaLnBrk="1" latinLnBrk="0" hangingPunct="1">
        <a:lnSpc>
          <a:spcPct val="85000"/>
        </a:lnSpc>
        <a:spcBef>
          <a:spcPts val="450"/>
        </a:spcBef>
        <a:buFont typeface="Arial" pitchFamily="34" charset="0"/>
        <a:buChar char=" "/>
        <a:defRPr sz="13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200000" indent="-171450" algn="l" defTabSz="685800" rtl="0" eaLnBrk="1" latinLnBrk="0" hangingPunct="1">
        <a:lnSpc>
          <a:spcPct val="85000"/>
        </a:lnSpc>
        <a:spcBef>
          <a:spcPts val="450"/>
        </a:spcBef>
        <a:buFont typeface="Arial" pitchFamily="34" charset="0"/>
        <a:buChar char=" "/>
        <a:defRPr sz="13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350000" indent="-171450" algn="l" defTabSz="685800" rtl="0" eaLnBrk="1" latinLnBrk="0" hangingPunct="1">
        <a:lnSpc>
          <a:spcPct val="85000"/>
        </a:lnSpc>
        <a:spcBef>
          <a:spcPts val="450"/>
        </a:spcBef>
        <a:buFont typeface="Arial" pitchFamily="34" charset="0"/>
        <a:buChar char=" "/>
        <a:defRPr sz="13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rotWithShape="1">
          <a:gsLst>
            <a:gs pos="0">
              <a:srgbClr val="4E4E4E"/>
            </a:gs>
            <a:gs pos="50000">
              <a:srgbClr val="000000"/>
            </a:gs>
            <a:gs pos="100000">
              <a:srgbClr val="000000"/>
            </a:gs>
          </a:gsLst>
          <a:lin ang="252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Imagen 6" descr="hashOverlay-FullResolve.png"/>
          <p:cNvPicPr>
            <a:picLocks noChangeAspect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Marcador de posición de título 1"/>
          <p:cNvSpPr>
            <a:spLocks noGrp="1"/>
          </p:cNvSpPr>
          <p:nvPr>
            <p:ph type="title"/>
          </p:nvPr>
        </p:nvSpPr>
        <p:spPr bwMode="auto">
          <a:xfrm>
            <a:off x="681039" y="752475"/>
            <a:ext cx="9613900" cy="1081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AR"/>
              <a:t>Haga clic para modificar el estilo de título del patrón</a:t>
            </a:r>
          </a:p>
        </p:txBody>
      </p:sp>
      <p:sp>
        <p:nvSpPr>
          <p:cNvPr id="3" name="Marcador de posición de texto 2"/>
          <p:cNvSpPr>
            <a:spLocks noGrp="1"/>
          </p:cNvSpPr>
          <p:nvPr>
            <p:ph type="body" idx="1"/>
          </p:nvPr>
        </p:nvSpPr>
        <p:spPr>
          <a:xfrm>
            <a:off x="681039" y="2336800"/>
            <a:ext cx="9613900" cy="35988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2"/>
          </p:nvPr>
        </p:nvSpPr>
        <p:spPr>
          <a:xfrm>
            <a:off x="7551739" y="593566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 latinLnBrk="0">
              <a:spcBef>
                <a:spcPts val="0"/>
              </a:spcBef>
              <a:spcAft>
                <a:spcPts val="0"/>
              </a:spcAft>
              <a:defRPr lang="es-ES" sz="1050" dirty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3"/>
          </p:nvPr>
        </p:nvSpPr>
        <p:spPr>
          <a:xfrm>
            <a:off x="681039" y="5935667"/>
            <a:ext cx="6870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 latinLnBrk="0">
              <a:spcBef>
                <a:spcPts val="0"/>
              </a:spcBef>
              <a:spcAft>
                <a:spcPts val="0"/>
              </a:spcAft>
              <a:defRPr lang="es-ES" sz="105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r>
              <a:rPr lang="es-ES"/>
              <a:t>Calidad de Sistemas de Software  - 2019</a:t>
            </a:r>
            <a:endParaRPr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10729913" y="752475"/>
            <a:ext cx="1154112" cy="1092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 latinLnBrk="0">
              <a:spcBef>
                <a:spcPts val="0"/>
              </a:spcBef>
              <a:spcAft>
                <a:spcPts val="0"/>
              </a:spcAft>
              <a:defRPr lang="es-ES" sz="36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7A6C454F-83E4-4425-AA98-571D6BC9470B}" type="slidenum">
              <a:rPr/>
              <a:pPr>
                <a:defRPr/>
              </a:pPr>
              <a:t>‹Nº›</a:t>
            </a:fld>
            <a:endParaRPr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4703" r:id="rId1"/>
    <p:sldLayoutId id="2147484704" r:id="rId2"/>
    <p:sldLayoutId id="2147484705" r:id="rId3"/>
    <p:sldLayoutId id="2147484706" r:id="rId4"/>
    <p:sldLayoutId id="2147484707" r:id="rId5"/>
    <p:sldLayoutId id="2147484708" r:id="rId6"/>
    <p:sldLayoutId id="2147484709" r:id="rId7"/>
    <p:sldLayoutId id="2147484710" r:id="rId8"/>
    <p:sldLayoutId id="2147484711" r:id="rId9"/>
    <p:sldLayoutId id="2147484712" r:id="rId10"/>
    <p:sldLayoutId id="2147484713" r:id="rId11"/>
    <p:sldLayoutId id="2147484714" r:id="rId12"/>
    <p:sldLayoutId id="2147484715" r:id="rId13"/>
    <p:sldLayoutId id="2147484716" r:id="rId14"/>
    <p:sldLayoutId id="2147484717" r:id="rId15"/>
    <p:sldLayoutId id="2147484718" r:id="rId16"/>
    <p:sldLayoutId id="2147484719" r:id="rId17"/>
    <p:sldLayoutId id="2147484720" r:id="rId18"/>
  </p:sldLayoutIdLst>
  <p:transition spd="med">
    <p:fade/>
  </p:transition>
  <p:hf hd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lang="es-ES"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Trebuchet MS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Trebuchet MS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Trebuchet MS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Trebuchet MS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Trebuchet MS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Trebuchet MS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Trebuchet MS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Trebuchet MS" pitchFamily="34" charset="0"/>
        </a:defRPr>
      </a:lvl9pPr>
    </p:titleStyle>
    <p:bodyStyle>
      <a:lvl1pPr marL="228600" indent="-228600" algn="l" rtl="0" eaLnBrk="1" fontAlgn="base" hangingPunct="1">
        <a:lnSpc>
          <a:spcPct val="90000"/>
        </a:lnSpc>
        <a:spcBef>
          <a:spcPts val="1000"/>
        </a:spcBef>
        <a:spcAft>
          <a:spcPct val="0"/>
        </a:spcAft>
        <a:buFont typeface="Arial" charset="0"/>
        <a:buChar char="•"/>
        <a:defRPr lang="es-ES" sz="2000" kern="1200">
          <a:solidFill>
            <a:schemeClr val="tx1"/>
          </a:solidFill>
          <a:effectLst>
            <a:outerShdw blurRad="228600" algn="ctr" rotWithShape="0">
              <a:prstClr val="black">
                <a:alpha val="53000"/>
              </a:prstClr>
            </a:outerShdw>
          </a:effectLst>
          <a:latin typeface="+mn-lt"/>
          <a:ea typeface="+mn-ea"/>
          <a:cs typeface="+mn-cs"/>
        </a:defRPr>
      </a:lvl1pPr>
      <a:lvl2pPr marL="6858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lang="es-ES" kern="1200">
          <a:solidFill>
            <a:schemeClr val="tx1"/>
          </a:solidFill>
          <a:effectLst>
            <a:outerShdw blurRad="228600" algn="ctr" rotWithShape="0">
              <a:prstClr val="black">
                <a:alpha val="53000"/>
              </a:prstClr>
            </a:outerShdw>
          </a:effectLst>
          <a:latin typeface="+mn-lt"/>
          <a:ea typeface="+mn-ea"/>
          <a:cs typeface="+mn-cs"/>
        </a:defRPr>
      </a:lvl2pPr>
      <a:lvl3pPr marL="11430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lang="es-ES" sz="1600" kern="1200">
          <a:solidFill>
            <a:schemeClr val="tx1"/>
          </a:solidFill>
          <a:effectLst>
            <a:outerShdw blurRad="228600" algn="ctr" rotWithShape="0">
              <a:prstClr val="black">
                <a:alpha val="53000"/>
              </a:prstClr>
            </a:outerShdw>
          </a:effectLst>
          <a:latin typeface="+mn-lt"/>
          <a:ea typeface="+mn-ea"/>
          <a:cs typeface="+mn-cs"/>
        </a:defRPr>
      </a:lvl3pPr>
      <a:lvl4pPr marL="16002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lang="es-ES" sz="1400" kern="1200">
          <a:solidFill>
            <a:schemeClr val="tx1"/>
          </a:solidFill>
          <a:effectLst>
            <a:outerShdw blurRad="228600" algn="ctr" rotWithShape="0">
              <a:prstClr val="black">
                <a:alpha val="53000"/>
              </a:prstClr>
            </a:outerShdw>
          </a:effectLst>
          <a:latin typeface="+mn-lt"/>
          <a:ea typeface="+mn-ea"/>
          <a:cs typeface="+mn-cs"/>
        </a:defRPr>
      </a:lvl4pPr>
      <a:lvl5pPr marL="20574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lang="es-ES" sz="1400" kern="1200">
          <a:solidFill>
            <a:schemeClr val="tx1"/>
          </a:solidFill>
          <a:effectLst>
            <a:outerShdw blurRad="228600" algn="ctr" rotWithShape="0">
              <a:prstClr val="black">
                <a:alpha val="53000"/>
              </a:prst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rotWithShape="1">
          <a:gsLst>
            <a:gs pos="0">
              <a:srgbClr val="FFFFFF"/>
            </a:gs>
            <a:gs pos="50000">
              <a:srgbClr val="FFFFFF"/>
            </a:gs>
            <a:gs pos="100000">
              <a:srgbClr val="9E9E9E"/>
            </a:gs>
          </a:gsLst>
          <a:lin ang="252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Imagen 6" descr="hashOverlay-FullResolve.png"/>
          <p:cNvPicPr>
            <a:picLocks noChangeAspect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1" name="Marcador de posición de título 1"/>
          <p:cNvSpPr>
            <a:spLocks noGrp="1"/>
          </p:cNvSpPr>
          <p:nvPr>
            <p:ph type="title"/>
          </p:nvPr>
        </p:nvSpPr>
        <p:spPr bwMode="auto">
          <a:xfrm>
            <a:off x="681039" y="752475"/>
            <a:ext cx="9613900" cy="1081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AR"/>
              <a:t>Haga clic para modificar el estilo de título del patrón</a:t>
            </a:r>
          </a:p>
        </p:txBody>
      </p:sp>
      <p:sp>
        <p:nvSpPr>
          <p:cNvPr id="2052" name="Marcador de posición de texto 2"/>
          <p:cNvSpPr>
            <a:spLocks noGrp="1"/>
          </p:cNvSpPr>
          <p:nvPr>
            <p:ph type="body" idx="1"/>
          </p:nvPr>
        </p:nvSpPr>
        <p:spPr bwMode="auto">
          <a:xfrm>
            <a:off x="681039" y="2336800"/>
            <a:ext cx="9613900" cy="3598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AR"/>
              <a:t>Haga clic para modificar los estilos de texto del patrón</a:t>
            </a:r>
          </a:p>
          <a:p>
            <a:pPr lvl="1"/>
            <a:r>
              <a:rPr lang="es-ES" altLang="es-AR"/>
              <a:t>Segundo nivel</a:t>
            </a:r>
          </a:p>
          <a:p>
            <a:pPr lvl="2"/>
            <a:r>
              <a:rPr lang="es-ES" altLang="es-AR"/>
              <a:t>Tercer nivel</a:t>
            </a:r>
          </a:p>
          <a:p>
            <a:pPr lvl="3"/>
            <a:r>
              <a:rPr lang="es-ES" altLang="es-AR"/>
              <a:t>Cuarto nivel</a:t>
            </a:r>
          </a:p>
          <a:p>
            <a:pPr lvl="4"/>
            <a:r>
              <a:rPr lang="es-ES" altLang="es-AR"/>
              <a:t>Quinto nivel</a:t>
            </a:r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2"/>
          </p:nvPr>
        </p:nvSpPr>
        <p:spPr>
          <a:xfrm>
            <a:off x="7551739" y="593566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 latinLnBrk="0">
              <a:spcBef>
                <a:spcPts val="0"/>
              </a:spcBef>
              <a:spcAft>
                <a:spcPts val="0"/>
              </a:spcAft>
              <a:defRPr lang="es-ES" sz="105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3"/>
          </p:nvPr>
        </p:nvSpPr>
        <p:spPr>
          <a:xfrm>
            <a:off x="681039" y="5935669"/>
            <a:ext cx="6870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 latinLnBrk="0">
              <a:spcBef>
                <a:spcPts val="0"/>
              </a:spcBef>
              <a:spcAft>
                <a:spcPts val="0"/>
              </a:spcAft>
              <a:defRPr lang="es-ES" sz="105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r>
              <a:rPr lang="es-ES"/>
              <a:t>Calidad de Sistemas de Software  - 2019</a:t>
            </a:r>
            <a:endParaRPr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10729913" y="752475"/>
            <a:ext cx="1154112" cy="1092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 latinLnBrk="0">
              <a:spcBef>
                <a:spcPts val="0"/>
              </a:spcBef>
              <a:spcAft>
                <a:spcPts val="0"/>
              </a:spcAft>
              <a:defRPr lang="es-ES" sz="36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77AE06C7-A478-4424-9506-CD29E7C4C92E}" type="slidenum">
              <a:rPr/>
              <a:pPr>
                <a:defRPr/>
              </a:pPr>
              <a:t>‹Nº›</a:t>
            </a:fld>
            <a:endParaRPr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4722" r:id="rId1"/>
    <p:sldLayoutId id="2147484723" r:id="rId2"/>
    <p:sldLayoutId id="2147484724" r:id="rId3"/>
    <p:sldLayoutId id="2147484725" r:id="rId4"/>
    <p:sldLayoutId id="2147484726" r:id="rId5"/>
    <p:sldLayoutId id="2147484727" r:id="rId6"/>
    <p:sldLayoutId id="2147484728" r:id="rId7"/>
    <p:sldLayoutId id="2147484729" r:id="rId8"/>
    <p:sldLayoutId id="2147484730" r:id="rId9"/>
    <p:sldLayoutId id="2147484731" r:id="rId10"/>
    <p:sldLayoutId id="2147484732" r:id="rId11"/>
    <p:sldLayoutId id="2147484733" r:id="rId12"/>
    <p:sldLayoutId id="2147484734" r:id="rId13"/>
    <p:sldLayoutId id="2147484735" r:id="rId14"/>
    <p:sldLayoutId id="2147484736" r:id="rId15"/>
    <p:sldLayoutId id="2147484737" r:id="rId16"/>
    <p:sldLayoutId id="2147484738" r:id="rId17"/>
    <p:sldLayoutId id="2147484739" r:id="rId18"/>
  </p:sldLayoutIdLst>
  <p:transition spd="med">
    <p:fade/>
  </p:transition>
  <p:hf hd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lang="es-ES"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Trebuchet MS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Trebuchet MS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Trebuchet MS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Trebuchet MS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Trebuchet MS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Trebuchet MS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Trebuchet MS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Trebuchet MS" pitchFamily="34" charset="0"/>
        </a:defRPr>
      </a:lvl9pPr>
    </p:titleStyle>
    <p:bodyStyle>
      <a:lvl1pPr marL="228600" indent="-228600" algn="l" rtl="0" eaLnBrk="1" fontAlgn="base" hangingPunct="1">
        <a:lnSpc>
          <a:spcPct val="90000"/>
        </a:lnSpc>
        <a:spcBef>
          <a:spcPts val="1000"/>
        </a:spcBef>
        <a:spcAft>
          <a:spcPct val="0"/>
        </a:spcAft>
        <a:buFont typeface="Arial" charset="0"/>
        <a:buChar char="•"/>
        <a:defRPr lang="es-ES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lang="es-ES"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lang="es-ES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lang="es-ES"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lang="es-ES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rotWithShape="1">
          <a:gsLst>
            <a:gs pos="0">
              <a:srgbClr val="2FE9DF"/>
            </a:gs>
            <a:gs pos="50000">
              <a:srgbClr val="21ABC8"/>
            </a:gs>
            <a:gs pos="100000">
              <a:srgbClr val="0B2262"/>
            </a:gs>
          </a:gsLst>
          <a:lin ang="252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Imagen 6" descr="hashOverlay-FullResolve.png"/>
          <p:cNvPicPr>
            <a:picLocks noChangeAspect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5" name="Marcador de posición de título 1"/>
          <p:cNvSpPr>
            <a:spLocks noGrp="1"/>
          </p:cNvSpPr>
          <p:nvPr>
            <p:ph type="title"/>
          </p:nvPr>
        </p:nvSpPr>
        <p:spPr bwMode="auto">
          <a:xfrm>
            <a:off x="681039" y="752475"/>
            <a:ext cx="9613900" cy="1081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AR"/>
              <a:t>Haga clic para modificar el estilo de título del patrón</a:t>
            </a:r>
          </a:p>
        </p:txBody>
      </p:sp>
      <p:sp>
        <p:nvSpPr>
          <p:cNvPr id="3076" name="Marcador de posición de texto 2"/>
          <p:cNvSpPr>
            <a:spLocks noGrp="1"/>
          </p:cNvSpPr>
          <p:nvPr>
            <p:ph type="body" idx="1"/>
          </p:nvPr>
        </p:nvSpPr>
        <p:spPr bwMode="auto">
          <a:xfrm>
            <a:off x="681039" y="2336800"/>
            <a:ext cx="9613900" cy="3598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AR"/>
              <a:t>Haga clic para modificar los estilos de texto del patrón</a:t>
            </a:r>
          </a:p>
          <a:p>
            <a:pPr lvl="1"/>
            <a:r>
              <a:rPr lang="es-ES" altLang="es-AR"/>
              <a:t>Segundo nivel</a:t>
            </a:r>
          </a:p>
          <a:p>
            <a:pPr lvl="2"/>
            <a:r>
              <a:rPr lang="es-ES" altLang="es-AR"/>
              <a:t>Tercer nivel</a:t>
            </a:r>
          </a:p>
          <a:p>
            <a:pPr lvl="3"/>
            <a:r>
              <a:rPr lang="es-ES" altLang="es-AR"/>
              <a:t>Cuarto nivel</a:t>
            </a:r>
          </a:p>
          <a:p>
            <a:pPr lvl="4"/>
            <a:r>
              <a:rPr lang="es-ES" altLang="es-AR"/>
              <a:t>Quinto nivel</a:t>
            </a:r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2"/>
          </p:nvPr>
        </p:nvSpPr>
        <p:spPr>
          <a:xfrm>
            <a:off x="7551739" y="593567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 latinLnBrk="0">
              <a:spcBef>
                <a:spcPts val="0"/>
              </a:spcBef>
              <a:spcAft>
                <a:spcPts val="0"/>
              </a:spcAft>
              <a:defRPr lang="es-ES" sz="105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3"/>
          </p:nvPr>
        </p:nvSpPr>
        <p:spPr>
          <a:xfrm>
            <a:off x="681039" y="5935671"/>
            <a:ext cx="6870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 latinLnBrk="0">
              <a:spcBef>
                <a:spcPts val="0"/>
              </a:spcBef>
              <a:spcAft>
                <a:spcPts val="0"/>
              </a:spcAft>
              <a:defRPr lang="es-ES" sz="105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r>
              <a:rPr lang="es-ES"/>
              <a:t>Calidad de Sistemas de Software  - 2019</a:t>
            </a:r>
            <a:endParaRPr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10729913" y="752475"/>
            <a:ext cx="1154112" cy="1092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 latinLnBrk="0">
              <a:spcBef>
                <a:spcPts val="0"/>
              </a:spcBef>
              <a:spcAft>
                <a:spcPts val="0"/>
              </a:spcAft>
              <a:defRPr lang="es-ES" sz="36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D36390B5-EEF8-489A-B977-7A76964AF625}" type="slidenum">
              <a:rPr/>
              <a:pPr>
                <a:defRPr/>
              </a:pPr>
              <a:t>‹Nº›</a:t>
            </a:fld>
            <a:endParaRPr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4741" r:id="rId1"/>
    <p:sldLayoutId id="2147484742" r:id="rId2"/>
    <p:sldLayoutId id="2147484743" r:id="rId3"/>
    <p:sldLayoutId id="2147484744" r:id="rId4"/>
    <p:sldLayoutId id="2147484745" r:id="rId5"/>
    <p:sldLayoutId id="2147484746" r:id="rId6"/>
    <p:sldLayoutId id="2147484747" r:id="rId7"/>
    <p:sldLayoutId id="2147484748" r:id="rId8"/>
    <p:sldLayoutId id="2147484749" r:id="rId9"/>
    <p:sldLayoutId id="2147484750" r:id="rId10"/>
    <p:sldLayoutId id="2147484751" r:id="rId11"/>
    <p:sldLayoutId id="2147484752" r:id="rId12"/>
    <p:sldLayoutId id="2147484753" r:id="rId13"/>
    <p:sldLayoutId id="2147484754" r:id="rId14"/>
    <p:sldLayoutId id="2147484755" r:id="rId15"/>
    <p:sldLayoutId id="2147484756" r:id="rId16"/>
    <p:sldLayoutId id="2147484757" r:id="rId17"/>
    <p:sldLayoutId id="2147484758" r:id="rId18"/>
  </p:sldLayoutIdLst>
  <p:transition spd="med">
    <p:fade/>
  </p:transition>
  <p:hf hd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lang="es-ES"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Trebuchet MS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Trebuchet MS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Trebuchet MS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Trebuchet MS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Trebuchet MS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Trebuchet MS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Trebuchet MS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Trebuchet MS" pitchFamily="34" charset="0"/>
        </a:defRPr>
      </a:lvl9pPr>
    </p:titleStyle>
    <p:bodyStyle>
      <a:lvl1pPr marL="228600" indent="-228600" algn="l" rtl="0" eaLnBrk="1" fontAlgn="base" hangingPunct="1">
        <a:lnSpc>
          <a:spcPct val="90000"/>
        </a:lnSpc>
        <a:spcBef>
          <a:spcPts val="1000"/>
        </a:spcBef>
        <a:spcAft>
          <a:spcPct val="0"/>
        </a:spcAft>
        <a:buFont typeface="Arial" charset="0"/>
        <a:buChar char="•"/>
        <a:defRPr lang="es-ES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lang="es-ES"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lang="es-ES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lang="es-ES"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lang="es-ES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rotWithShape="1">
          <a:gsLst>
            <a:gs pos="0">
              <a:srgbClr val="D772AC"/>
            </a:gs>
            <a:gs pos="50000">
              <a:srgbClr val="B55CAB"/>
            </a:gs>
            <a:gs pos="100000">
              <a:srgbClr val="3D1B5F"/>
            </a:gs>
          </a:gsLst>
          <a:lin ang="252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Imagen 6" descr="hashOverlay-FullResolve.png"/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9" name="Marcador de posición de título 1"/>
          <p:cNvSpPr>
            <a:spLocks noGrp="1"/>
          </p:cNvSpPr>
          <p:nvPr>
            <p:ph type="title"/>
          </p:nvPr>
        </p:nvSpPr>
        <p:spPr bwMode="auto">
          <a:xfrm>
            <a:off x="681039" y="752475"/>
            <a:ext cx="9613900" cy="1081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AR"/>
              <a:t>Haga clic para modificar el estilo de título del patrón</a:t>
            </a:r>
          </a:p>
        </p:txBody>
      </p:sp>
      <p:sp>
        <p:nvSpPr>
          <p:cNvPr id="4100" name="Marcador de posición de texto 2"/>
          <p:cNvSpPr>
            <a:spLocks noGrp="1"/>
          </p:cNvSpPr>
          <p:nvPr>
            <p:ph type="body" idx="1"/>
          </p:nvPr>
        </p:nvSpPr>
        <p:spPr bwMode="auto">
          <a:xfrm>
            <a:off x="681039" y="2336800"/>
            <a:ext cx="9613900" cy="3598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AR"/>
              <a:t>Haga clic para modificar los estilos de texto del patrón</a:t>
            </a:r>
          </a:p>
          <a:p>
            <a:pPr lvl="1"/>
            <a:r>
              <a:rPr lang="es-ES" altLang="es-AR"/>
              <a:t>Segundo nivel</a:t>
            </a:r>
          </a:p>
          <a:p>
            <a:pPr lvl="2"/>
            <a:r>
              <a:rPr lang="es-ES" altLang="es-AR"/>
              <a:t>Tercer nivel</a:t>
            </a:r>
          </a:p>
          <a:p>
            <a:pPr lvl="3"/>
            <a:r>
              <a:rPr lang="es-ES" altLang="es-AR"/>
              <a:t>Cuarto nivel</a:t>
            </a:r>
          </a:p>
          <a:p>
            <a:pPr lvl="4"/>
            <a:r>
              <a:rPr lang="es-ES" altLang="es-AR"/>
              <a:t>Quinto nivel</a:t>
            </a:r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2"/>
          </p:nvPr>
        </p:nvSpPr>
        <p:spPr>
          <a:xfrm>
            <a:off x="7551739" y="593567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 latinLnBrk="0">
              <a:spcBef>
                <a:spcPts val="0"/>
              </a:spcBef>
              <a:spcAft>
                <a:spcPts val="0"/>
              </a:spcAft>
              <a:defRPr lang="es-ES" sz="105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3"/>
          </p:nvPr>
        </p:nvSpPr>
        <p:spPr>
          <a:xfrm>
            <a:off x="681039" y="5935673"/>
            <a:ext cx="6870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 latinLnBrk="0">
              <a:spcBef>
                <a:spcPts val="0"/>
              </a:spcBef>
              <a:spcAft>
                <a:spcPts val="0"/>
              </a:spcAft>
              <a:defRPr lang="es-ES" sz="105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r>
              <a:rPr lang="es-ES"/>
              <a:t>Calidad de Sistemas de Software  - 2019</a:t>
            </a:r>
            <a:endParaRPr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10729913" y="752475"/>
            <a:ext cx="1154112" cy="1092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 latinLnBrk="0">
              <a:spcBef>
                <a:spcPts val="0"/>
              </a:spcBef>
              <a:spcAft>
                <a:spcPts val="0"/>
              </a:spcAft>
              <a:defRPr lang="es-ES" sz="36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620C2E62-3845-4356-BF36-76389ADFF9D3}" type="slidenum">
              <a:rPr/>
              <a:pPr>
                <a:defRPr/>
              </a:pPr>
              <a:t>‹Nº›</a:t>
            </a:fld>
            <a:endParaRPr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4760" r:id="rId1"/>
    <p:sldLayoutId id="2147484761" r:id="rId2"/>
    <p:sldLayoutId id="2147484762" r:id="rId3"/>
    <p:sldLayoutId id="2147484763" r:id="rId4"/>
    <p:sldLayoutId id="2147484764" r:id="rId5"/>
    <p:sldLayoutId id="2147484765" r:id="rId6"/>
    <p:sldLayoutId id="2147484766" r:id="rId7"/>
    <p:sldLayoutId id="2147484767" r:id="rId8"/>
    <p:sldLayoutId id="2147484768" r:id="rId9"/>
    <p:sldLayoutId id="2147484769" r:id="rId10"/>
    <p:sldLayoutId id="2147484770" r:id="rId11"/>
    <p:sldLayoutId id="2147484771" r:id="rId12"/>
    <p:sldLayoutId id="2147484772" r:id="rId13"/>
    <p:sldLayoutId id="2147484773" r:id="rId14"/>
    <p:sldLayoutId id="2147484774" r:id="rId15"/>
    <p:sldLayoutId id="2147484775" r:id="rId16"/>
    <p:sldLayoutId id="2147484776" r:id="rId17"/>
  </p:sldLayoutIdLst>
  <p:transition spd="med">
    <p:fade/>
  </p:transition>
  <p:hf hd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lang="es-ES"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Trebuchet MS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Trebuchet MS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Trebuchet MS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Trebuchet MS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Trebuchet MS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Trebuchet MS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Trebuchet MS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Trebuchet MS" pitchFamily="34" charset="0"/>
        </a:defRPr>
      </a:lvl9pPr>
    </p:titleStyle>
    <p:bodyStyle>
      <a:lvl1pPr marL="228600" indent="-228600" algn="l" rtl="0" eaLnBrk="1" fontAlgn="base" hangingPunct="1">
        <a:lnSpc>
          <a:spcPct val="90000"/>
        </a:lnSpc>
        <a:spcBef>
          <a:spcPts val="1000"/>
        </a:spcBef>
        <a:spcAft>
          <a:spcPct val="0"/>
        </a:spcAft>
        <a:buFont typeface="Arial" charset="0"/>
        <a:buChar char="•"/>
        <a:defRPr lang="es-ES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lang="es-ES"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lang="es-ES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lang="es-ES"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lang="es-ES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6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1.emf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6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12.emf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19336" y="4720771"/>
            <a:ext cx="10780776" cy="613283"/>
          </a:xfrm>
        </p:spPr>
        <p:txBody>
          <a:bodyPr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dirty="0" err="1"/>
              <a:t>Calidad</a:t>
            </a:r>
            <a:r>
              <a:rPr dirty="0"/>
              <a:t> de </a:t>
            </a:r>
            <a:r>
              <a:rPr dirty="0" err="1"/>
              <a:t>Sistemas</a:t>
            </a:r>
            <a:r>
              <a:rPr dirty="0"/>
              <a:t> de Software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sz="half" idx="2"/>
          </p:nvPr>
        </p:nvSpPr>
        <p:spPr/>
        <p:txBody>
          <a:bodyPr>
            <a:noAutofit/>
          </a:bodyPr>
          <a:lstStyle/>
          <a:p>
            <a:pPr algn="just"/>
            <a:r>
              <a:rPr lang="es-AR" altLang="es-AR" sz="1400" dirty="0" smtClean="0"/>
              <a:t>SEIS SIGMA. Introducción a la calidad en la industria</a:t>
            </a:r>
            <a:endParaRPr lang="es-AR" sz="1400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s-ES" sz="1400" dirty="0">
                <a:solidFill>
                  <a:schemeClr val="tx2"/>
                </a:solidFill>
              </a:rPr>
              <a:t>Calidad de Sistemas de Software  - </a:t>
            </a:r>
            <a:r>
              <a:rPr kumimoji="0" lang="es-ES" sz="1400" dirty="0" smtClean="0">
                <a:solidFill>
                  <a:schemeClr val="tx2"/>
                </a:solidFill>
              </a:rPr>
              <a:t>2024</a:t>
            </a:r>
            <a:endParaRPr kumimoji="0" lang="en-US" sz="1400" dirty="0">
              <a:solidFill>
                <a:schemeClr val="tx2"/>
              </a:solidFill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 eaLnBrk="1" latinLnBrk="0" hangingPunct="1"/>
            <a:fld id="{6F42FDE4-A7DD-41A7-A0A6-9B649FB43336}" type="slidenum">
              <a:rPr kumimoji="0" lang="en-US" smtClean="0"/>
              <a:pPr algn="ctr" eaLnBrk="1" latinLnBrk="0" hangingPunct="1"/>
              <a:t>1</a:t>
            </a:fld>
            <a:endParaRPr kumimoji="0" lang="en-US" sz="14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AR" altLang="es-AR" smtClean="0"/>
              <a:t>Que es seis sigma (six sigma)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s-MX" altLang="es-AR" sz="2600"/>
              <a:t>Seis Sigma, es una filosofía de trabajo y una estrategia de negocios, la cual se basa en el enfoque hacia el cliente, en un manejo eficiente de los datos y metodologías y diseños robustos.</a:t>
            </a:r>
          </a:p>
          <a:p>
            <a:pPr eaLnBrk="1" hangingPunct="1">
              <a:lnSpc>
                <a:spcPct val="80000"/>
              </a:lnSpc>
            </a:pPr>
            <a:r>
              <a:rPr lang="es-MX" altLang="es-AR" sz="2600"/>
              <a:t>Permite eliminar la variabilidad en los procesos y alcanzar un nivel de defectos menor o igual a 3,4 defectos por millón. </a:t>
            </a:r>
          </a:p>
          <a:p>
            <a:pPr eaLnBrk="1" hangingPunct="1">
              <a:lnSpc>
                <a:spcPct val="80000"/>
              </a:lnSpc>
            </a:pPr>
            <a:r>
              <a:rPr lang="es-MX" altLang="es-AR" sz="2600"/>
              <a:t>Adicionalmente, otros efectos obtenidos son: reducción de los tiempos de ciclo, reducción de los costos, alta satisfacción de los clientes y más importante aún, efectos dramáticos en el desempeño financiero de la organización</a:t>
            </a:r>
            <a:r>
              <a:rPr lang="es-ES" altLang="es-AR" sz="2600"/>
              <a:t> </a:t>
            </a:r>
            <a:endParaRPr lang="es-AR" altLang="es-AR" sz="2600"/>
          </a:p>
        </p:txBody>
      </p:sp>
    </p:spTree>
    <p:extLst>
      <p:ext uri="{BB962C8B-B14F-4D97-AF65-F5344CB8AC3E}">
        <p14:creationId xmlns:p14="http://schemas.microsoft.com/office/powerpoint/2010/main" val="1289425036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AR" altLang="es-AR" dirty="0" smtClean="0"/>
              <a:t>Antecedentes de Seis Sigma I</a:t>
            </a:r>
            <a:endParaRPr lang="es-ES" altLang="es-AR" dirty="0" smtClean="0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s-MX" altLang="es-AR" sz="2400" dirty="0" smtClean="0"/>
              <a:t>Esta filosofía se inicia en los años 80's como una estrategia de negocios y de mejoramiento de la calidad, introducida por Motorola, la cual ha sido ampliamente difundida y adoptada por otras empresas de clase mundial, tales como: G.E., </a:t>
            </a:r>
            <a:r>
              <a:rPr lang="es-MX" altLang="es-AR" sz="2400" dirty="0" err="1" smtClean="0"/>
              <a:t>Allied</a:t>
            </a:r>
            <a:r>
              <a:rPr lang="es-MX" altLang="es-AR" sz="2400" dirty="0" smtClean="0"/>
              <a:t> </a:t>
            </a:r>
            <a:r>
              <a:rPr lang="es-MX" altLang="es-AR" sz="2400" dirty="0" err="1" smtClean="0"/>
              <a:t>Signal</a:t>
            </a:r>
            <a:r>
              <a:rPr lang="es-MX" altLang="es-AR" sz="2400" dirty="0" smtClean="0"/>
              <a:t>, Sony, Polaroid, Dow </a:t>
            </a:r>
            <a:r>
              <a:rPr lang="es-MX" altLang="es-AR" sz="2400" dirty="0" err="1" smtClean="0"/>
              <a:t>Chemical</a:t>
            </a:r>
            <a:r>
              <a:rPr lang="es-MX" altLang="es-AR" sz="2400" dirty="0" smtClean="0"/>
              <a:t>, </a:t>
            </a:r>
            <a:r>
              <a:rPr lang="es-MX" altLang="es-AR" sz="2400" dirty="0" err="1" smtClean="0"/>
              <a:t>FeDex</a:t>
            </a:r>
            <a:r>
              <a:rPr lang="es-MX" altLang="es-AR" sz="2400" dirty="0" smtClean="0"/>
              <a:t>, Dupont, NASA, </a:t>
            </a:r>
            <a:r>
              <a:rPr lang="es-MX" altLang="es-AR" sz="2400" dirty="0" err="1" smtClean="0"/>
              <a:t>Lockheed</a:t>
            </a:r>
            <a:r>
              <a:rPr lang="es-MX" altLang="es-AR" sz="2400" dirty="0" smtClean="0"/>
              <a:t>, </a:t>
            </a:r>
            <a:r>
              <a:rPr lang="es-MX" altLang="es-AR" sz="2400" dirty="0" err="1" smtClean="0"/>
              <a:t>Bombardier</a:t>
            </a:r>
            <a:r>
              <a:rPr lang="es-MX" altLang="es-AR" sz="2400" dirty="0" smtClean="0"/>
              <a:t>, Toshiba, J&amp;J, Ford, ABB, Black &amp; </a:t>
            </a:r>
            <a:r>
              <a:rPr lang="es-MX" altLang="es-AR" sz="2400" dirty="0" err="1" smtClean="0"/>
              <a:t>Decker</a:t>
            </a:r>
            <a:r>
              <a:rPr lang="es-MX" altLang="es-AR" sz="2400" dirty="0" smtClean="0"/>
              <a:t>, etc</a:t>
            </a:r>
            <a:r>
              <a:rPr lang="es-MX" altLang="es-AR" dirty="0" smtClean="0"/>
              <a:t>. </a:t>
            </a:r>
            <a:endParaRPr lang="es-ES" altLang="es-AR" dirty="0" smtClean="0"/>
          </a:p>
        </p:txBody>
      </p:sp>
    </p:spTree>
    <p:extLst>
      <p:ext uri="{BB962C8B-B14F-4D97-AF65-F5344CB8AC3E}">
        <p14:creationId xmlns:p14="http://schemas.microsoft.com/office/powerpoint/2010/main" val="3611697497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s-MX" altLang="es-AR" sz="2600"/>
              <a:t>Quizá la contribución más importante para el auge y desarrollo actual de Seis Sigma, haya sido el interés y esfuerzo dedicado para su implantación en toda G.E., desde sus divisiones financieras, hasta sus divisiones de equipos médicos y de manufactura. </a:t>
            </a:r>
          </a:p>
          <a:p>
            <a:pPr eaLnBrk="1" hangingPunct="1">
              <a:lnSpc>
                <a:spcPct val="80000"/>
              </a:lnSpc>
            </a:pPr>
            <a:r>
              <a:rPr lang="es-MX" altLang="es-AR" sz="2600"/>
              <a:t>La fuerza impulsora que apuntaló y apoyó esta iniciativa: Jack Welch, CEO de G.E. 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s-MX" altLang="es-AR" sz="2600" i="1"/>
              <a:t>	"Miren, Solamente tengo tres cosas que hacer: tengo que seleccionar a las personas correctas, asignar la cantidad adecuada de dólares y transmitir ideas de una división a otra a la velocidad de la luz. Así que realmente estoy en el negocio de promover y transmitir ideas".</a:t>
            </a:r>
            <a:r>
              <a:rPr lang="es-MX" altLang="es-AR" sz="2600"/>
              <a:t> </a:t>
            </a:r>
            <a:endParaRPr lang="es-AR" altLang="es-AR" sz="2600"/>
          </a:p>
        </p:txBody>
      </p:sp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AR" altLang="es-AR" smtClean="0"/>
              <a:t>Antecedentes de Seis Sigma II</a:t>
            </a:r>
            <a:endParaRPr lang="es-ES" altLang="es-AR" smtClean="0"/>
          </a:p>
        </p:txBody>
      </p:sp>
    </p:spTree>
    <p:extLst>
      <p:ext uri="{BB962C8B-B14F-4D97-AF65-F5344CB8AC3E}">
        <p14:creationId xmlns:p14="http://schemas.microsoft.com/office/powerpoint/2010/main" val="972074699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 smtClean="0"/>
              <a:t>Capacidad del Proceso</a:t>
            </a:r>
            <a:endParaRPr lang="es-AR" dirty="0"/>
          </a:p>
        </p:txBody>
      </p:sp>
      <p:pic>
        <p:nvPicPr>
          <p:cNvPr id="6" name="Marcador de contenido 5"/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3138948" y="2296865"/>
            <a:ext cx="4782217" cy="3553321"/>
          </a:xfrm>
          <a:prstGeom prst="rect">
            <a:avLst/>
          </a:prstGeom>
        </p:spPr>
      </p:pic>
      <p:sp>
        <p:nvSpPr>
          <p:cNvPr id="4" name="Marcador de pie de página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s-ES" smtClean="0"/>
              <a:t>Calidad de Sistemas de Software  - 2019</a:t>
            </a:r>
            <a:endParaRPr lang="es-ES_tradnl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CAEA118-464F-43A9-BFBC-733A5CD74998}" type="slidenum">
              <a:rPr lang="es-ES" altLang="es-AR" smtClean="0"/>
              <a:pPr>
                <a:defRPr/>
              </a:pPr>
              <a:t>5</a:t>
            </a:fld>
            <a:endParaRPr lang="es-ES" altLang="es-AR"/>
          </a:p>
        </p:txBody>
      </p:sp>
    </p:spTree>
    <p:extLst>
      <p:ext uri="{BB962C8B-B14F-4D97-AF65-F5344CB8AC3E}">
        <p14:creationId xmlns:p14="http://schemas.microsoft.com/office/powerpoint/2010/main" val="2682490998"/>
      </p:ext>
    </p:extLst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866900" y="1916113"/>
            <a:ext cx="8458200" cy="4724400"/>
          </a:xfrm>
        </p:spPr>
        <p:txBody>
          <a:bodyPr/>
          <a:lstStyle/>
          <a:p>
            <a:pPr algn="just" eaLnBrk="1" hangingPunct="1"/>
            <a:r>
              <a:rPr lang="es-ES_tradnl" altLang="es-AR" sz="2600" dirty="0"/>
              <a:t>Es una filosofía basada en un conjunto de herramientas para reducir perdidas que integra principios de Gestión, Estadística e Ingeniería para obtener mejoras en los procesos y productos de una empresa</a:t>
            </a:r>
            <a:r>
              <a:rPr lang="es-ES" altLang="es-AR" sz="2600" dirty="0"/>
              <a:t> </a:t>
            </a:r>
            <a:r>
              <a:rPr lang="es-ES_tradnl" altLang="es-AR" sz="2600" dirty="0">
                <a:solidFill>
                  <a:srgbClr val="000000"/>
                </a:solidFill>
              </a:rPr>
              <a:t>.</a:t>
            </a:r>
          </a:p>
          <a:p>
            <a:pPr algn="just" eaLnBrk="1" hangingPunct="1"/>
            <a:r>
              <a:rPr lang="es-ES" altLang="es-AR" sz="2600" dirty="0"/>
              <a:t>Este es un proceso que no se detiene hasta que se logra el objetivo de obtener un proceso con un </a:t>
            </a:r>
            <a:r>
              <a:rPr lang="es-ES" altLang="es-AR" sz="2600" dirty="0" err="1"/>
              <a:t>Cpk</a:t>
            </a:r>
            <a:r>
              <a:rPr lang="es-ES" altLang="es-AR" sz="2600" dirty="0"/>
              <a:t>=2, o se llega al punto en que mejores resultados no son económicamente viables ante la necesidad de cambio de tecnología. </a:t>
            </a:r>
            <a:endParaRPr lang="es-ES" altLang="es-AR" sz="2600" dirty="0" smtClean="0"/>
          </a:p>
          <a:p>
            <a:pPr algn="just"/>
            <a:r>
              <a:rPr lang="es-MX" altLang="es-AR" sz="2800" dirty="0"/>
              <a:t>A pesar de su origen en manufactura, Seis Sigma no se limita a la producción; el enfoque es al </a:t>
            </a:r>
            <a:r>
              <a:rPr lang="es-MX" altLang="es-AR" sz="2800" i="1" dirty="0"/>
              <a:t>proceso</a:t>
            </a:r>
            <a:r>
              <a:rPr lang="es-MX" altLang="es-AR" sz="2800" dirty="0"/>
              <a:t>. </a:t>
            </a:r>
          </a:p>
          <a:p>
            <a:pPr marL="0" indent="0" algn="just" eaLnBrk="1" hangingPunct="1">
              <a:buNone/>
            </a:pPr>
            <a:endParaRPr lang="es-ES_tradnl" altLang="es-AR" sz="2600" dirty="0"/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2971800" y="304800"/>
            <a:ext cx="6248400" cy="5632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defTabSz="685800" eaLnBrk="1" hangingPunct="1"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s-AR" altLang="es-AR" sz="3600" spc="-9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Principios  de Seis Sigma</a:t>
            </a:r>
            <a:endParaRPr lang="es-ES_tradnl" altLang="es-AR" sz="3600" spc="-90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442547184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AR" altLang="es-AR" sz="4000"/>
              <a:t>Principios  de Seis Sigma II</a:t>
            </a:r>
            <a:r>
              <a:rPr lang="es-ES_tradnl" altLang="es-AR" sz="4000"/>
              <a:t/>
            </a:r>
            <a:br>
              <a:rPr lang="es-ES_tradnl" altLang="es-AR" sz="4000"/>
            </a:br>
            <a:endParaRPr lang="es-AR" altLang="es-AR" smtClean="0"/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s-MX" altLang="es-AR" sz="2800" dirty="0" smtClean="0"/>
              <a:t>Este nivel de calidad se aproxima al ideal del cero-defectos y puede ser aplicado no solo a procesos industriales de manufactura, sino también en procesos transaccionales y comerciales de cualquier tipo, como por ejemplo: en servicios financieros, logísticos, mercantiles, tecnología, etc.</a:t>
            </a:r>
            <a:endParaRPr lang="es-ES" altLang="es-AR" sz="2800" dirty="0" smtClean="0"/>
          </a:p>
        </p:txBody>
      </p:sp>
    </p:spTree>
    <p:extLst>
      <p:ext uri="{BB962C8B-B14F-4D97-AF65-F5344CB8AC3E}">
        <p14:creationId xmlns:p14="http://schemas.microsoft.com/office/powerpoint/2010/main" val="2531480734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AR" altLang="es-AR" sz="4000"/>
              <a:t>Principios  de Seis Sigma III</a:t>
            </a:r>
            <a:r>
              <a:rPr lang="es-ES_tradnl" altLang="es-AR" sz="4000"/>
              <a:t/>
            </a:r>
            <a:br>
              <a:rPr lang="es-ES_tradnl" altLang="es-AR" sz="4000"/>
            </a:br>
            <a:endParaRPr lang="es-AR" altLang="es-AR" smtClean="0"/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s-ES" altLang="es-AR" sz="2800" dirty="0" smtClean="0"/>
              <a:t>Seis sigma es consistente con una estrategia de bajo costo y diferenciación por calidad. Por un lado se disminuyen los costos operativos eliminando </a:t>
            </a:r>
            <a:r>
              <a:rPr lang="es-ES" altLang="es-AR" sz="2800" dirty="0" err="1" smtClean="0"/>
              <a:t>retrabajos</a:t>
            </a:r>
            <a:r>
              <a:rPr lang="es-ES" altLang="es-AR" sz="2800" dirty="0" smtClean="0"/>
              <a:t>, errores, pagos de garantías, y bonificaciones por productos fuera de especificaciones. </a:t>
            </a:r>
          </a:p>
          <a:p>
            <a:pPr eaLnBrk="1" hangingPunct="1">
              <a:lnSpc>
                <a:spcPct val="90000"/>
              </a:lnSpc>
            </a:pPr>
            <a:r>
              <a:rPr lang="es-ES" altLang="es-AR" sz="2800" dirty="0" smtClean="0"/>
              <a:t>Además es posible lograr un producto con mejores especificaciones y consistencia sobre estas. </a:t>
            </a:r>
          </a:p>
          <a:p>
            <a:pPr eaLnBrk="1" hangingPunct="1">
              <a:lnSpc>
                <a:spcPct val="90000"/>
              </a:lnSpc>
            </a:pPr>
            <a:r>
              <a:rPr lang="es-ES" altLang="es-AR" sz="2800" dirty="0" smtClean="0"/>
              <a:t>El método básico esta basada en 5 pasos </a:t>
            </a:r>
          </a:p>
        </p:txBody>
      </p:sp>
    </p:spTree>
    <p:extLst>
      <p:ext uri="{BB962C8B-B14F-4D97-AF65-F5344CB8AC3E}">
        <p14:creationId xmlns:p14="http://schemas.microsoft.com/office/powerpoint/2010/main" val="2710744180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_tradnl" altLang="es-AR" dirty="0" smtClean="0"/>
              <a:t>Metodología DMAIC</a:t>
            </a:r>
            <a:endParaRPr lang="es-ES" altLang="es-AR" dirty="0" smtClean="0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s-ES_tradnl" altLang="es-AR" sz="2800" dirty="0" smtClean="0"/>
              <a:t>Esta estrategia de mejora que utiliza la metodología </a:t>
            </a:r>
            <a:r>
              <a:rPr lang="es-ES_tradnl" altLang="es-AR" sz="2800" dirty="0" err="1" smtClean="0"/>
              <a:t>Six</a:t>
            </a:r>
            <a:r>
              <a:rPr lang="es-ES_tradnl" altLang="es-AR" sz="2800" dirty="0" smtClean="0"/>
              <a:t> Sigma se conoce como DMAIC (</a:t>
            </a:r>
            <a:r>
              <a:rPr lang="es-ES_tradnl" altLang="es-AR" sz="2800" dirty="0" err="1" smtClean="0"/>
              <a:t>Definition</a:t>
            </a:r>
            <a:r>
              <a:rPr lang="es-ES_tradnl" altLang="es-AR" sz="2800" dirty="0" smtClean="0"/>
              <a:t>-</a:t>
            </a:r>
            <a:r>
              <a:rPr lang="es-ES_tradnl" altLang="es-AR" sz="2800" dirty="0" err="1" smtClean="0"/>
              <a:t>Measurement</a:t>
            </a:r>
            <a:r>
              <a:rPr lang="es-ES_tradnl" altLang="es-AR" sz="2800" dirty="0" smtClean="0"/>
              <a:t>-</a:t>
            </a:r>
            <a:r>
              <a:rPr lang="es-ES_tradnl" altLang="es-AR" sz="2800" dirty="0" err="1" smtClean="0"/>
              <a:t>Analysis</a:t>
            </a:r>
            <a:r>
              <a:rPr lang="es-ES_tradnl" altLang="es-AR" sz="2800" dirty="0" smtClean="0"/>
              <a:t>-</a:t>
            </a:r>
            <a:r>
              <a:rPr lang="es-ES_tradnl" altLang="es-AR" sz="2800" dirty="0" err="1" smtClean="0"/>
              <a:t>Improvement</a:t>
            </a:r>
            <a:r>
              <a:rPr lang="es-ES_tradnl" altLang="es-AR" sz="2800" dirty="0" smtClean="0"/>
              <a:t>-Control</a:t>
            </a:r>
            <a:r>
              <a:rPr lang="es-ES_tradnl" altLang="es-AR" dirty="0" smtClean="0"/>
              <a:t>) </a:t>
            </a:r>
          </a:p>
          <a:p>
            <a:pPr eaLnBrk="1" hangingPunct="1"/>
            <a:r>
              <a:rPr lang="es-ES_tradnl" altLang="es-AR" sz="2800" dirty="0" smtClean="0"/>
              <a:t>Consiste en una mirada superadora de la metodología PDCA</a:t>
            </a:r>
          </a:p>
          <a:p>
            <a:pPr eaLnBrk="1" hangingPunct="1"/>
            <a:endParaRPr lang="es-ES_tradnl" altLang="es-AR" sz="2800" dirty="0" smtClean="0"/>
          </a:p>
          <a:p>
            <a:pPr marL="0" indent="0" eaLnBrk="1" hangingPunct="1">
              <a:buNone/>
            </a:pPr>
            <a:endParaRPr lang="es-ES" altLang="es-AR" sz="2800" dirty="0"/>
          </a:p>
        </p:txBody>
      </p:sp>
    </p:spTree>
    <p:extLst>
      <p:ext uri="{BB962C8B-B14F-4D97-AF65-F5344CB8AC3E}">
        <p14:creationId xmlns:p14="http://schemas.microsoft.com/office/powerpoint/2010/main" val="929695214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2133600" y="609600"/>
            <a:ext cx="7772400" cy="914400"/>
          </a:xfrm>
        </p:spPr>
        <p:txBody>
          <a:bodyPr/>
          <a:lstStyle/>
          <a:p>
            <a:pPr eaLnBrk="1" hangingPunct="1"/>
            <a:r>
              <a:rPr lang="es-ES" altLang="es-AR" u="sng" smtClean="0"/>
              <a:t>1) Delimitación de procesos</a:t>
            </a:r>
            <a:endParaRPr lang="es-ES_tradnl" altLang="es-AR" u="sng" smtClean="0"/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28800" y="1371600"/>
            <a:ext cx="8458200" cy="4724400"/>
          </a:xfrm>
        </p:spPr>
        <p:txBody>
          <a:bodyPr/>
          <a:lstStyle/>
          <a:p>
            <a:pPr algn="just" eaLnBrk="1" hangingPunct="1"/>
            <a:endParaRPr lang="es-ES_tradnl" altLang="es-AR" smtClean="0">
              <a:solidFill>
                <a:srgbClr val="000000"/>
              </a:solidFill>
            </a:endParaRPr>
          </a:p>
          <a:p>
            <a:pPr algn="just" eaLnBrk="1" hangingPunct="1"/>
            <a:r>
              <a:rPr lang="es-ES" altLang="es-AR" sz="3400"/>
              <a:t>Definición de procesos, sus limites y características funcionales, variables de respuesta e independientes y su inter-relación.</a:t>
            </a:r>
            <a:endParaRPr lang="es-ES_tradnl" altLang="es-AR" sz="3400"/>
          </a:p>
        </p:txBody>
      </p:sp>
    </p:spTree>
    <p:extLst>
      <p:ext uri="{BB962C8B-B14F-4D97-AF65-F5344CB8AC3E}">
        <p14:creationId xmlns:p14="http://schemas.microsoft.com/office/powerpoint/2010/main" val="1525524273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_tradnl" altLang="es-AR" smtClean="0"/>
              <a:t>2)</a:t>
            </a:r>
            <a:r>
              <a:rPr lang="es-ES_tradnl" altLang="es-AR" u="sng" smtClean="0"/>
              <a:t>Caracterización Metrológica</a:t>
            </a:r>
            <a:r>
              <a:rPr lang="es-ES" altLang="es-AR" smtClean="0"/>
              <a:t> 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s-ES" altLang="es-AR" sz="2400" dirty="0" smtClean="0"/>
              <a:t>Definición de sistema de medida necesario para evaluar las respuestas y cuantificar su variación.</a:t>
            </a:r>
          </a:p>
        </p:txBody>
      </p:sp>
    </p:spTree>
    <p:extLst>
      <p:ext uri="{BB962C8B-B14F-4D97-AF65-F5344CB8AC3E}">
        <p14:creationId xmlns:p14="http://schemas.microsoft.com/office/powerpoint/2010/main" val="3406189087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" altLang="es-AR" smtClean="0"/>
              <a:t>3)</a:t>
            </a:r>
            <a:r>
              <a:rPr lang="es-ES" altLang="es-AR" u="sng" smtClean="0"/>
              <a:t>Determinación de capacidades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s-ES" altLang="es-AR" sz="2800" dirty="0" smtClean="0"/>
              <a:t>Determinar la capacidad actual del proceso para alcanzar las especificaciones de los clientes y predecir su estabilidad, y capacidad en los niveles óptimos.</a:t>
            </a:r>
          </a:p>
        </p:txBody>
      </p:sp>
    </p:spTree>
    <p:extLst>
      <p:ext uri="{BB962C8B-B14F-4D97-AF65-F5344CB8AC3E}">
        <p14:creationId xmlns:p14="http://schemas.microsoft.com/office/powerpoint/2010/main" val="240010101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" altLang="es-AR" smtClean="0"/>
              <a:t>4)</a:t>
            </a:r>
            <a:r>
              <a:rPr lang="es-ES" altLang="es-AR" u="sng" smtClean="0"/>
              <a:t>Optimización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s-ES" altLang="es-AR" sz="2800" dirty="0" smtClean="0"/>
              <a:t>Reducir las fuentes de variación a través de pensamiento estadístico y experimentos diseñados estadísticamente.</a:t>
            </a:r>
          </a:p>
        </p:txBody>
      </p:sp>
    </p:spTree>
    <p:extLst>
      <p:ext uri="{BB962C8B-B14F-4D97-AF65-F5344CB8AC3E}">
        <p14:creationId xmlns:p14="http://schemas.microsoft.com/office/powerpoint/2010/main" val="1187450013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" altLang="es-AR" smtClean="0"/>
              <a:t>5)</a:t>
            </a:r>
            <a:r>
              <a:rPr lang="es-ES" altLang="es-AR" u="sng" smtClean="0"/>
              <a:t>Control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s-ES" altLang="es-AR" sz="2800" dirty="0" smtClean="0"/>
              <a:t>Fijar un sistema completo de control preventivo para variables independientes y monitorear las variables de respuesta.</a:t>
            </a:r>
          </a:p>
        </p:txBody>
      </p:sp>
    </p:spTree>
    <p:extLst>
      <p:ext uri="{BB962C8B-B14F-4D97-AF65-F5344CB8AC3E}">
        <p14:creationId xmlns:p14="http://schemas.microsoft.com/office/powerpoint/2010/main" val="915704153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" altLang="es-AR" dirty="0" smtClean="0"/>
              <a:t>Resumiendo que significa DMAIC</a:t>
            </a:r>
            <a:endParaRPr lang="es-ES" altLang="es-AR" u="sng" dirty="0" smtClean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3632" y="1610596"/>
            <a:ext cx="5512527" cy="5121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0341979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AR" altLang="es-AR" smtClean="0"/>
              <a:t>METODOLOGIA</a:t>
            </a:r>
          </a:p>
        </p:txBody>
      </p:sp>
      <p:pic>
        <p:nvPicPr>
          <p:cNvPr id="31747" name="Picture 4" descr="tabla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5551" y="2205038"/>
            <a:ext cx="6913563" cy="3721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50503105"/>
      </p:ext>
    </p:extLst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626" name="Object 4"/>
          <p:cNvGraphicFramePr>
            <a:graphicFrameLocks noChangeAspect="1"/>
          </p:cNvGraphicFramePr>
          <p:nvPr/>
        </p:nvGraphicFramePr>
        <p:xfrm>
          <a:off x="2495551" y="2060576"/>
          <a:ext cx="6710363" cy="3617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8" name="Documento" r:id="rId3" imgW="7656508" imgH="4127508" progId="Word.Document.8">
                  <p:embed/>
                </p:oleObj>
              </mc:Choice>
              <mc:Fallback>
                <p:oleObj name="Documento" r:id="rId3" imgW="7656508" imgH="4127508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5551" y="2060576"/>
                        <a:ext cx="6710363" cy="3617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27" name="Text Box 5"/>
          <p:cNvSpPr txBox="1">
            <a:spLocks noChangeArrowheads="1"/>
          </p:cNvSpPr>
          <p:nvPr/>
        </p:nvSpPr>
        <p:spPr bwMode="auto">
          <a:xfrm>
            <a:off x="2424113" y="404813"/>
            <a:ext cx="6337300" cy="10382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defTabSz="685800" eaLnBrk="1" hangingPunct="1"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s-ES_tradnl" altLang="es-AR" sz="3600" spc="-9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ETAPAS Y ROLES EN LA </a:t>
            </a:r>
          </a:p>
          <a:p>
            <a:pPr defTabSz="685800" eaLnBrk="1" hangingPunct="1"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s-ES_tradnl" altLang="es-AR" sz="3600" spc="-9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ESTRATEGIA SEIS SIGMA </a:t>
            </a:r>
            <a:endParaRPr lang="es-ES" altLang="es-AR" sz="3600" spc="-90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8123562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AR" altLang="es-AR" smtClean="0"/>
              <a:t>Herramientas a utilizar </a:t>
            </a:r>
            <a:endParaRPr lang="es-ES" altLang="es-AR" smtClean="0"/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s-MX" altLang="es-AR" sz="2600"/>
              <a:t>Dentro del arsenal de herramientas utilizadas para soportar Seis Sigma, se encuentran casi todas las conocidas en el mundo de la Calidad tradicional, TQM, etc. Se pueden mencionar entre otras:</a:t>
            </a:r>
          </a:p>
          <a:p>
            <a:pPr lvl="1" eaLnBrk="1" hangingPunct="1">
              <a:lnSpc>
                <a:spcPct val="80000"/>
              </a:lnSpc>
            </a:pPr>
            <a:r>
              <a:rPr lang="es-MX" altLang="es-AR" sz="2200"/>
              <a:t>Procesos de Mejora Continua.</a:t>
            </a:r>
          </a:p>
          <a:p>
            <a:pPr lvl="1" eaLnBrk="1" hangingPunct="1">
              <a:lnSpc>
                <a:spcPct val="80000"/>
              </a:lnSpc>
            </a:pPr>
            <a:r>
              <a:rPr lang="es-MX" altLang="es-AR" sz="2200"/>
              <a:t>Diseño/Rediseño de Procesos.	</a:t>
            </a:r>
          </a:p>
          <a:p>
            <a:pPr lvl="1" eaLnBrk="1" hangingPunct="1">
              <a:lnSpc>
                <a:spcPct val="80000"/>
              </a:lnSpc>
            </a:pPr>
            <a:r>
              <a:rPr lang="es-MX" altLang="es-AR" sz="2200"/>
              <a:t>Análisis de Varianza, ANOVA.</a:t>
            </a:r>
          </a:p>
          <a:p>
            <a:pPr lvl="1" eaLnBrk="1" hangingPunct="1">
              <a:lnSpc>
                <a:spcPct val="80000"/>
              </a:lnSpc>
            </a:pPr>
            <a:r>
              <a:rPr lang="es-MX" altLang="es-AR" sz="2200"/>
              <a:t>Cuadro de Mando Integral, BSC.</a:t>
            </a:r>
          </a:p>
          <a:p>
            <a:pPr lvl="1" eaLnBrk="1" hangingPunct="1">
              <a:lnSpc>
                <a:spcPct val="80000"/>
              </a:lnSpc>
            </a:pPr>
            <a:r>
              <a:rPr lang="es-MX" altLang="es-AR" sz="2200"/>
              <a:t>La Voz del Cliente, VOC.</a:t>
            </a:r>
          </a:p>
          <a:p>
            <a:pPr lvl="1" eaLnBrk="1" hangingPunct="1">
              <a:lnSpc>
                <a:spcPct val="80000"/>
              </a:lnSpc>
            </a:pPr>
            <a:r>
              <a:rPr lang="es-MX" altLang="es-AR" sz="2200"/>
              <a:t>Pensamiento Creativo.</a:t>
            </a:r>
          </a:p>
          <a:p>
            <a:pPr lvl="1" eaLnBrk="1" hangingPunct="1">
              <a:lnSpc>
                <a:spcPct val="80000"/>
              </a:lnSpc>
            </a:pPr>
            <a:r>
              <a:rPr lang="es-MX" altLang="es-AR" sz="2200"/>
              <a:t>Diseño de Experimentos, DoE.</a:t>
            </a:r>
          </a:p>
          <a:p>
            <a:pPr lvl="1" eaLnBrk="1" hangingPunct="1">
              <a:lnSpc>
                <a:spcPct val="80000"/>
              </a:lnSpc>
            </a:pPr>
            <a:r>
              <a:rPr lang="es-MX" altLang="es-AR" sz="2200"/>
              <a:t>Gerencia de los Procesos.</a:t>
            </a:r>
          </a:p>
          <a:p>
            <a:pPr lvl="1" eaLnBrk="1" hangingPunct="1">
              <a:lnSpc>
                <a:spcPct val="80000"/>
              </a:lnSpc>
            </a:pPr>
            <a:r>
              <a:rPr lang="es-MX" altLang="es-AR" sz="2200"/>
              <a:t>Control Estadístico de Procesos, SPC</a:t>
            </a:r>
            <a:r>
              <a:rPr lang="es-ES" altLang="es-AR" sz="2200"/>
              <a:t> o CEP</a:t>
            </a:r>
          </a:p>
        </p:txBody>
      </p:sp>
    </p:spTree>
    <p:extLst>
      <p:ext uri="{BB962C8B-B14F-4D97-AF65-F5344CB8AC3E}">
        <p14:creationId xmlns:p14="http://schemas.microsoft.com/office/powerpoint/2010/main" val="1200843973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MX" altLang="es-AR" sz="3500"/>
              <a:t>DIFERENCIAS ENTRE CALIDAD TRADICIONAL VS. SEIS SIGMA</a:t>
            </a:r>
            <a:r>
              <a:rPr lang="es-ES" altLang="es-AR" sz="3500"/>
              <a:t> </a:t>
            </a:r>
            <a:endParaRPr lang="es-AR" altLang="es-AR" sz="3500"/>
          </a:p>
        </p:txBody>
      </p:sp>
      <p:graphicFrame>
        <p:nvGraphicFramePr>
          <p:cNvPr id="205926" name="Group 102"/>
          <p:cNvGraphicFramePr>
            <a:graphicFrameLocks noGrp="1"/>
          </p:cNvGraphicFramePr>
          <p:nvPr>
            <p:ph idx="1"/>
          </p:nvPr>
        </p:nvGraphicFramePr>
        <p:xfrm>
          <a:off x="1981200" y="1719263"/>
          <a:ext cx="8229600" cy="4411665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8775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CALIDAD TRADICIONAL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SEIS SIGMA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7850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Está centralizada. Su estructura es rígida y de enfoque reactivo.</a:t>
                      </a:r>
                      <a:endParaRPr kumimoji="0" lang="es-MX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Está descentralizada en una estructura constituida para la detección y solución de los problemas. </a:t>
                      </a: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Su enfoque es proactivo.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438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Generalmente no hay una aplicación estructurada de las herramientas de mejora.</a:t>
                      </a:r>
                      <a:endParaRPr kumimoji="0" lang="es-MX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Se hace uso estructurado de las herramientas de mejora y de las técnicas estadísticas para la solución de los problemas.</a:t>
                      </a:r>
                      <a:endParaRPr kumimoji="0" lang="es-MX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9438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No se tiene soporte en la aplicación de las herramientas de mejora. </a:t>
                      </a: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Generalmente su uso es localizado y aislado.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Se provee toda una estructura de apoyo y capacitación al personal, para el empleo de las herramientas de mejora.</a:t>
                      </a:r>
                      <a:endParaRPr kumimoji="0" lang="es-MX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9438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La toma de decisiones se efectúa sobre la base de presentimientos y datos vagos.</a:t>
                      </a:r>
                      <a:endParaRPr kumimoji="0" lang="es-MX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La toma de decisiones se basa en datos precisos y objetivos: "Sólo en Dios creo, los demás traigan datos".</a:t>
                      </a:r>
                      <a:endParaRPr kumimoji="0" lang="es-MX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7850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Se aplican remedios provisionales o parches. Sólo se corrige en vez de prevenir.</a:t>
                      </a:r>
                      <a:endParaRPr kumimoji="0" lang="es-MX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Se vá a la causa raíz para implementar soluciones sólidas y efectivas y así prevenir la recurrencia de los problemas.</a:t>
                      </a:r>
                      <a:endParaRPr kumimoji="0" lang="es-MX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9438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No se establecen planes estructurados de formación y capacitación para la aplicación de las técnicas estadísticas requeridas.</a:t>
                      </a:r>
                      <a:endParaRPr kumimoji="0" lang="es-MX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Se establecen planes de entrenamiento estructurados para la aplicación de las técnicas estadísticas requeridas.</a:t>
                      </a:r>
                      <a:endParaRPr kumimoji="0" lang="es-MX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9438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Se enfoca solamente en la inspección para la detección de los defectos (variables clave de salida del proceso). </a:t>
                      </a: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Post-Mortem.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Se enfoca hacia el control de las variables clave de entrada al proceso, las cuales generan la salida o producto deseado del proceso.</a:t>
                      </a:r>
                      <a:endParaRPr kumimoji="0" lang="es-MX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88955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524000" y="122238"/>
            <a:ext cx="7543800" cy="1295400"/>
          </a:xfrm>
        </p:spPr>
        <p:txBody>
          <a:bodyPr/>
          <a:lstStyle/>
          <a:p>
            <a:pPr eaLnBrk="1" hangingPunct="1"/>
            <a:r>
              <a:rPr lang="es-AR" altLang="es-AR" smtClean="0"/>
              <a:t>Bibliografia</a:t>
            </a:r>
            <a:endParaRPr lang="es-ES" altLang="es-AR" smtClean="0"/>
          </a:p>
        </p:txBody>
      </p:sp>
      <p:graphicFrame>
        <p:nvGraphicFramePr>
          <p:cNvPr id="32771" name="Object 5"/>
          <p:cNvGraphicFramePr>
            <a:graphicFrameLocks noChangeAspect="1"/>
          </p:cNvGraphicFramePr>
          <p:nvPr/>
        </p:nvGraphicFramePr>
        <p:xfrm>
          <a:off x="2859088" y="1700213"/>
          <a:ext cx="6191250" cy="3778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2" name="Documento" r:id="rId3" imgW="6370209" imgH="3884883" progId="Word.Document.8">
                  <p:embed/>
                </p:oleObj>
              </mc:Choice>
              <mc:Fallback>
                <p:oleObj name="Documento" r:id="rId3" imgW="6370209" imgH="3884883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9088" y="1700213"/>
                        <a:ext cx="6191250" cy="3778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20414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AR" altLang="es-AR" dirty="0" smtClean="0"/>
              <a:t>Calidad en software industrial – </a:t>
            </a:r>
            <a:endParaRPr lang="es-AR" altLang="es-AR" dirty="0" smtClean="0"/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s-MX" altLang="es-AR" sz="2100" dirty="0"/>
              <a:t>El objetivo de aplicar Seis Sigma en el mundo de TI es proveer a los </a:t>
            </a:r>
            <a:r>
              <a:rPr lang="es-MX" altLang="es-AR" sz="2100" dirty="0" err="1"/>
              <a:t>CIO´s</a:t>
            </a:r>
            <a:r>
              <a:rPr lang="es-MX" altLang="es-AR" sz="2100" dirty="0"/>
              <a:t> con un objetivo medible para justificar las inversiones en tecnología, por otro lado también sirve para establecer un lenguaje común entre los proyectos de TI y otros proyectos de patrocinadores dentro de la compañía.</a:t>
            </a:r>
          </a:p>
          <a:p>
            <a:pPr eaLnBrk="1" hangingPunct="1">
              <a:lnSpc>
                <a:spcPct val="90000"/>
              </a:lnSpc>
            </a:pPr>
            <a:r>
              <a:rPr lang="es-MX" altLang="es-AR" sz="2100" dirty="0"/>
              <a:t>Muchas empresas de TI pueden ver los beneficios de Seis Sigma para reducir el error, pero se debe esperar para observar los beneficios cuantificables. </a:t>
            </a:r>
          </a:p>
          <a:p>
            <a:pPr eaLnBrk="1" hangingPunct="1">
              <a:lnSpc>
                <a:spcPct val="90000"/>
              </a:lnSpc>
            </a:pPr>
            <a:r>
              <a:rPr lang="es-MX" altLang="es-AR" sz="2100" dirty="0"/>
              <a:t>Es necesario que Seis Sigma sea un proyecto de arriba abajo. Seis Sigma es una herramienta de transformación directiva, y si los administradores de alto nivel no están interesados o no están dispuestos a patrocinar ellos mismos la estrategia, es seguro que la metodología falle. </a:t>
            </a:r>
            <a:endParaRPr lang="es-AR" altLang="es-AR" sz="2100" dirty="0"/>
          </a:p>
        </p:txBody>
      </p:sp>
    </p:spTree>
    <p:extLst>
      <p:ext uri="{BB962C8B-B14F-4D97-AF65-F5344CB8AC3E}">
        <p14:creationId xmlns:p14="http://schemas.microsoft.com/office/powerpoint/2010/main" val="869615877"/>
      </p:ext>
    </p:extLst>
  </p:cSld>
  <p:clrMapOvr>
    <a:masterClrMapping/>
  </p:clrMapOvr>
  <p:transition spd="med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Google Shape;92;g11f90722049_0_43"/>
          <p:cNvSpPr txBox="1">
            <a:spLocks noGrp="1"/>
          </p:cNvSpPr>
          <p:nvPr>
            <p:ph type="title"/>
          </p:nvPr>
        </p:nvSpPr>
        <p:spPr>
          <a:xfrm>
            <a:off x="414867" y="404285"/>
            <a:ext cx="11362267" cy="764116"/>
          </a:xfrm>
        </p:spPr>
        <p:txBody>
          <a:bodyPr/>
          <a:lstStyle/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lang="es-ES" altLang="es-AR" smtClean="0">
                <a:latin typeface="Arial Black" panose="020B0A04020102020204" pitchFamily="34" charset="0"/>
                <a:cs typeface="Arial" panose="020B0604020202020204" pitchFamily="34" charset="0"/>
                <a:sym typeface="Arial Black" panose="020B0A04020102020204" pitchFamily="34" charset="0"/>
              </a:rPr>
              <a:t>ISA (International Society for Automation)</a:t>
            </a:r>
            <a:endParaRPr lang="es-AR" altLang="es-AR" smtClean="0">
              <a:latin typeface="Arial Black" panose="020B0A04020102020204" pitchFamily="34" charset="0"/>
              <a:cs typeface="Arial" panose="020B0604020202020204" pitchFamily="34" charset="0"/>
              <a:sym typeface="Arial Black" panose="020B0A04020102020204" pitchFamily="34" charset="0"/>
            </a:endParaRPr>
          </a:p>
        </p:txBody>
      </p:sp>
      <p:sp>
        <p:nvSpPr>
          <p:cNvPr id="24579" name="Google Shape;93;g11f90722049_0_43"/>
          <p:cNvSpPr txBox="1">
            <a:spLocks noGrp="1"/>
          </p:cNvSpPr>
          <p:nvPr>
            <p:ph type="body" idx="1"/>
          </p:nvPr>
        </p:nvSpPr>
        <p:spPr>
          <a:xfrm>
            <a:off x="107951" y="1356784"/>
            <a:ext cx="11758083" cy="4555067"/>
          </a:xfrm>
        </p:spPr>
        <p:txBody>
          <a:bodyPr/>
          <a:lstStyle/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endParaRPr lang="es-AR" altLang="es-AR" smtClean="0">
              <a:solidFill>
                <a:srgbClr val="5959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endParaRPr lang="es-AR" altLang="es-AR" sz="3200">
              <a:solidFill>
                <a:srgbClr val="5959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4580" name="Imagen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867" y="2019301"/>
            <a:ext cx="10589684" cy="3892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694786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Google Shape;92;g11f90722049_0_43"/>
          <p:cNvSpPr txBox="1">
            <a:spLocks noGrp="1"/>
          </p:cNvSpPr>
          <p:nvPr>
            <p:ph type="title"/>
          </p:nvPr>
        </p:nvSpPr>
        <p:spPr>
          <a:xfrm>
            <a:off x="414867" y="404285"/>
            <a:ext cx="11362267" cy="764116"/>
          </a:xfrm>
        </p:spPr>
        <p:txBody>
          <a:bodyPr/>
          <a:lstStyle/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lang="es-ES" altLang="es-AR" smtClean="0">
                <a:latin typeface="Arial Black" panose="020B0A04020102020204" pitchFamily="34" charset="0"/>
                <a:cs typeface="Arial" panose="020B0604020202020204" pitchFamily="34" charset="0"/>
                <a:sym typeface="Arial Black" panose="020B0A04020102020204" pitchFamily="34" charset="0"/>
              </a:rPr>
              <a:t>ISA 95. Estándar de Referencia</a:t>
            </a:r>
            <a:endParaRPr lang="es-AR" altLang="es-AR" smtClean="0">
              <a:latin typeface="Arial Black" panose="020B0A04020102020204" pitchFamily="34" charset="0"/>
              <a:cs typeface="Arial" panose="020B0604020202020204" pitchFamily="34" charset="0"/>
              <a:sym typeface="Arial Black" panose="020B0A04020102020204" pitchFamily="34" charset="0"/>
            </a:endParaRPr>
          </a:p>
        </p:txBody>
      </p:sp>
      <p:sp>
        <p:nvSpPr>
          <p:cNvPr id="26627" name="Google Shape;93;g11f90722049_0_43"/>
          <p:cNvSpPr txBox="1">
            <a:spLocks noGrp="1"/>
          </p:cNvSpPr>
          <p:nvPr>
            <p:ph type="body" idx="1"/>
          </p:nvPr>
        </p:nvSpPr>
        <p:spPr>
          <a:xfrm>
            <a:off x="107951" y="1356784"/>
            <a:ext cx="11758083" cy="4555067"/>
          </a:xfrm>
        </p:spPr>
        <p:txBody>
          <a:bodyPr/>
          <a:lstStyle/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endParaRPr lang="es-AR" altLang="es-AR" dirty="0" smtClean="0">
              <a:solidFill>
                <a:srgbClr val="5959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s-ES" altLang="es-AR" sz="2800" b="1" dirty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ISA 95</a:t>
            </a:r>
            <a:r>
              <a:rPr lang="es-ES" altLang="es-AR" sz="2800" dirty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estándar que brinda directrices para generar la interfaz entre las funciones de control y otras funciones empresariales basadas en el modelo de referencia de </a:t>
            </a:r>
            <a:r>
              <a:rPr lang="es-ES" altLang="es-AR" sz="2800" dirty="0" err="1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Purdue</a:t>
            </a:r>
            <a:r>
              <a:rPr lang="es-ES" altLang="es-AR" sz="2800" dirty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para CIM (forma jerárquica) </a:t>
            </a:r>
            <a:endParaRPr lang="es-AR" altLang="es-AR" sz="2800" dirty="0">
              <a:solidFill>
                <a:srgbClr val="5959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s-ES" altLang="es-AR" sz="2800" dirty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 objetivo es reducir el riesgo, el costo y los errores asociados con la implementación de estas interfaces.</a:t>
            </a:r>
            <a:endParaRPr lang="es-AR" altLang="es-AR" sz="2800" dirty="0">
              <a:solidFill>
                <a:srgbClr val="5959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s-ES" altLang="es-AR" sz="2800" dirty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Define un intercambio de información que sea sólido, seguro y rentable.</a:t>
            </a:r>
            <a:endParaRPr lang="es-AR" altLang="es-AR" sz="2800" dirty="0">
              <a:solidFill>
                <a:srgbClr val="5959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endParaRPr lang="es-AR" altLang="es-AR" sz="3200" dirty="0">
              <a:solidFill>
                <a:srgbClr val="5959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83711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Google Shape;98;g11f8d9c13dc_0_0"/>
          <p:cNvSpPr txBox="1">
            <a:spLocks noGrp="1"/>
          </p:cNvSpPr>
          <p:nvPr>
            <p:ph type="title"/>
          </p:nvPr>
        </p:nvSpPr>
        <p:spPr>
          <a:xfrm>
            <a:off x="414867" y="171451"/>
            <a:ext cx="11362267" cy="764116"/>
          </a:xfrm>
        </p:spPr>
        <p:txBody>
          <a:bodyPr/>
          <a:lstStyle/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lang="es-ES" altLang="es-AR" sz="3600" dirty="0" smtClean="0">
                <a:latin typeface="Arial Black" panose="020B0A04020102020204" pitchFamily="34" charset="0"/>
                <a:cs typeface="Arial" panose="020B0604020202020204" pitchFamily="34" charset="0"/>
                <a:sym typeface="Arial Black" panose="020B0A04020102020204" pitchFamily="34" charset="0"/>
              </a:rPr>
              <a:t>International </a:t>
            </a:r>
            <a:r>
              <a:rPr lang="es-ES" altLang="es-AR" sz="3600" dirty="0" err="1" smtClean="0">
                <a:latin typeface="Arial Black" panose="020B0A04020102020204" pitchFamily="34" charset="0"/>
                <a:cs typeface="Arial" panose="020B0604020202020204" pitchFamily="34" charset="0"/>
                <a:sym typeface="Arial Black" panose="020B0A04020102020204" pitchFamily="34" charset="0"/>
              </a:rPr>
              <a:t>Society</a:t>
            </a:r>
            <a:r>
              <a:rPr lang="es-ES" altLang="es-AR" sz="3600" dirty="0" smtClean="0">
                <a:latin typeface="Arial Black" panose="020B0A04020102020204" pitchFamily="34" charset="0"/>
                <a:cs typeface="Arial" panose="020B0604020202020204" pitchFamily="34" charset="0"/>
                <a:sym typeface="Arial Black" panose="020B0A04020102020204" pitchFamily="34" charset="0"/>
              </a:rPr>
              <a:t> </a:t>
            </a:r>
            <a:r>
              <a:rPr lang="es-ES" altLang="es-AR" sz="3600" dirty="0" err="1" smtClean="0">
                <a:latin typeface="Arial Black" panose="020B0A04020102020204" pitchFamily="34" charset="0"/>
                <a:cs typeface="Arial" panose="020B0604020202020204" pitchFamily="34" charset="0"/>
                <a:sym typeface="Arial Black" panose="020B0A04020102020204" pitchFamily="34" charset="0"/>
              </a:rPr>
              <a:t>for</a:t>
            </a:r>
            <a:r>
              <a:rPr lang="es-ES" altLang="es-AR" sz="3600" dirty="0" smtClean="0">
                <a:latin typeface="Arial Black" panose="020B0A04020102020204" pitchFamily="34" charset="0"/>
                <a:cs typeface="Arial" panose="020B0604020202020204" pitchFamily="34" charset="0"/>
                <a:sym typeface="Arial Black" panose="020B0A04020102020204" pitchFamily="34" charset="0"/>
              </a:rPr>
              <a:t> </a:t>
            </a:r>
            <a:r>
              <a:rPr lang="es-ES" altLang="es-AR" sz="3600" dirty="0" err="1" smtClean="0">
                <a:latin typeface="Arial Black" panose="020B0A04020102020204" pitchFamily="34" charset="0"/>
                <a:cs typeface="Arial" panose="020B0604020202020204" pitchFamily="34" charset="0"/>
                <a:sym typeface="Arial Black" panose="020B0A04020102020204" pitchFamily="34" charset="0"/>
              </a:rPr>
              <a:t>Automation</a:t>
            </a:r>
            <a:r>
              <a:rPr lang="es-ES" altLang="es-AR" sz="3600" dirty="0" smtClean="0">
                <a:latin typeface="Arial Black" panose="020B0A04020102020204" pitchFamily="34" charset="0"/>
                <a:cs typeface="Arial" panose="020B0604020202020204" pitchFamily="34" charset="0"/>
                <a:sym typeface="Arial Black" panose="020B0A04020102020204" pitchFamily="34" charset="0"/>
              </a:rPr>
              <a:t> (ISA 95)</a:t>
            </a:r>
            <a:endParaRPr lang="es-AR" altLang="es-AR" sz="3600" dirty="0" smtClean="0">
              <a:latin typeface="Arial Black" panose="020B0A04020102020204" pitchFamily="34" charset="0"/>
              <a:cs typeface="Arial" panose="020B0604020202020204" pitchFamily="34" charset="0"/>
              <a:sym typeface="Arial Black" panose="020B0A04020102020204" pitchFamily="34" charset="0"/>
            </a:endParaRPr>
          </a:p>
        </p:txBody>
      </p:sp>
      <p:pic>
        <p:nvPicPr>
          <p:cNvPr id="28675" name="Google Shape;99;g11f8d9c13dc_0_0"/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4451" y="1479551"/>
            <a:ext cx="6060016" cy="528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620104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ángulo 1"/>
          <p:cNvSpPr>
            <a:spLocks noChangeArrowheads="1"/>
          </p:cNvSpPr>
          <p:nvPr/>
        </p:nvSpPr>
        <p:spPr bwMode="auto">
          <a:xfrm>
            <a:off x="666751" y="478367"/>
            <a:ext cx="10716683" cy="2924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defTabSz="685800" eaLnBrk="1" hangingPunct="1">
              <a:buClr>
                <a:srgbClr val="000000"/>
              </a:buClr>
              <a:buSzPts val="2800"/>
            </a:pPr>
            <a:r>
              <a:rPr lang="en-US" altLang="es-AR" sz="3600" spc="-90" dirty="0">
                <a:solidFill>
                  <a:schemeClr val="accent1"/>
                </a:solidFill>
                <a:latin typeface="Arial Black" panose="020B0A04020102020204" pitchFamily="34" charset="0"/>
                <a:ea typeface="Arial Black"/>
                <a:sym typeface="Arial Black" panose="020B0A04020102020204" pitchFamily="34" charset="0"/>
              </a:rPr>
              <a:t>The Solution: RAMI 4.0 – The Reference Architectural Model for </a:t>
            </a:r>
            <a:r>
              <a:rPr lang="en-US" altLang="es-AR" sz="3600" spc="-90" dirty="0" err="1">
                <a:solidFill>
                  <a:schemeClr val="accent1"/>
                </a:solidFill>
                <a:latin typeface="Arial Black" panose="020B0A04020102020204" pitchFamily="34" charset="0"/>
                <a:ea typeface="Arial Black"/>
                <a:sym typeface="Arial Black" panose="020B0A04020102020204" pitchFamily="34" charset="0"/>
              </a:rPr>
              <a:t>Industrie</a:t>
            </a:r>
            <a:r>
              <a:rPr lang="en-US" altLang="es-AR" sz="3600" spc="-90" dirty="0">
                <a:solidFill>
                  <a:schemeClr val="accent1"/>
                </a:solidFill>
                <a:latin typeface="Arial Black" panose="020B0A04020102020204" pitchFamily="34" charset="0"/>
                <a:ea typeface="Arial Black"/>
                <a:sym typeface="Arial Black" panose="020B0A04020102020204" pitchFamily="34" charset="0"/>
              </a:rPr>
              <a:t> 4.0  </a:t>
            </a:r>
          </a:p>
          <a:p>
            <a:endParaRPr lang="en-US" altLang="es-AR" sz="1867" dirty="0"/>
          </a:p>
          <a:p>
            <a:r>
              <a:rPr lang="en-US" altLang="es-AR" sz="1867" dirty="0"/>
              <a:t>RAMI 4.0 </a:t>
            </a:r>
            <a:r>
              <a:rPr lang="es-MX" altLang="es-AR" sz="1867" dirty="0"/>
              <a:t>es un mapa tridimensional que muestra cómo abordar el tema de la Industria 4.0 de manera estructurada.</a:t>
            </a:r>
            <a:endParaRPr lang="en-US" altLang="es-AR" sz="1867" dirty="0"/>
          </a:p>
          <a:p>
            <a:endParaRPr lang="en-US" altLang="es-AR" sz="1867" dirty="0"/>
          </a:p>
          <a:p>
            <a:r>
              <a:rPr lang="en-US" altLang="es-AR" sz="1867" dirty="0"/>
              <a:t>RAMI 4.0 </a:t>
            </a:r>
            <a:r>
              <a:rPr lang="es-MX" altLang="es-AR" sz="1867" dirty="0"/>
              <a:t>garantiza que todos los participantes en los intercambios sobre la Industria 4.0 se entiendan entre sí.</a:t>
            </a:r>
            <a:endParaRPr lang="es-AR" altLang="es-AR" sz="1867" dirty="0"/>
          </a:p>
        </p:txBody>
      </p:sp>
    </p:spTree>
    <p:extLst>
      <p:ext uri="{BB962C8B-B14F-4D97-AF65-F5344CB8AC3E}">
        <p14:creationId xmlns:p14="http://schemas.microsoft.com/office/powerpoint/2010/main" val="206381218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0351" y="1244601"/>
            <a:ext cx="8246533" cy="38311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141489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ángulo 1"/>
          <p:cNvSpPr>
            <a:spLocks noChangeArrowheads="1"/>
          </p:cNvSpPr>
          <p:nvPr/>
        </p:nvSpPr>
        <p:spPr bwMode="auto">
          <a:xfrm>
            <a:off x="666751" y="478367"/>
            <a:ext cx="10716683" cy="1754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000000"/>
              </a:buClr>
              <a:buSzPts val="2800"/>
            </a:pPr>
            <a:r>
              <a:rPr lang="en-US" altLang="es-AR" sz="3600" spc="-90" dirty="0">
                <a:solidFill>
                  <a:schemeClr val="accent1"/>
                </a:solidFill>
                <a:latin typeface="Arial Black" panose="020B0A04020102020204" pitchFamily="34" charset="0"/>
                <a:ea typeface="Arial Black"/>
                <a:sym typeface="Arial Black" panose="020B0A04020102020204" pitchFamily="34" charset="0"/>
              </a:rPr>
              <a:t>RAMI 4.0 – Reference Architectural Model for </a:t>
            </a:r>
            <a:r>
              <a:rPr lang="en-US" altLang="es-AR" sz="3600" spc="-90" dirty="0" err="1">
                <a:solidFill>
                  <a:schemeClr val="accent1"/>
                </a:solidFill>
                <a:latin typeface="Arial Black" panose="020B0A04020102020204" pitchFamily="34" charset="0"/>
                <a:ea typeface="Arial Black"/>
                <a:sym typeface="Arial Black" panose="020B0A04020102020204" pitchFamily="34" charset="0"/>
              </a:rPr>
              <a:t>Industrie</a:t>
            </a:r>
            <a:r>
              <a:rPr lang="en-US" altLang="es-AR" sz="3600" spc="-90" dirty="0">
                <a:solidFill>
                  <a:schemeClr val="accent1"/>
                </a:solidFill>
                <a:latin typeface="Arial Black" panose="020B0A04020102020204" pitchFamily="34" charset="0"/>
                <a:ea typeface="Arial Black"/>
                <a:sym typeface="Arial Black" panose="020B0A04020102020204" pitchFamily="34" charset="0"/>
              </a:rPr>
              <a:t> 4.0  </a:t>
            </a:r>
          </a:p>
          <a:p>
            <a:endParaRPr lang="en-US" altLang="es-AR" sz="3600" spc="-90" dirty="0">
              <a:solidFill>
                <a:schemeClr val="accent1"/>
              </a:solidFill>
              <a:latin typeface="Arial Black" panose="020B0A04020102020204" pitchFamily="34" charset="0"/>
              <a:ea typeface="Arial Black"/>
            </a:endParaRPr>
          </a:p>
        </p:txBody>
      </p:sp>
      <p:pic>
        <p:nvPicPr>
          <p:cNvPr id="32771" name="Imagen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8884" y="2370667"/>
            <a:ext cx="8752416" cy="398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10532275"/>
      </p:ext>
    </p:extLst>
  </p:cSld>
  <p:clrMapOvr>
    <a:masterClrMapping/>
  </p:clrMapOvr>
</p:sld>
</file>

<file path=ppt/theme/theme1.xml><?xml version="1.0" encoding="utf-8"?>
<a:theme xmlns:a="http://schemas.openxmlformats.org/drawingml/2006/main" name="Diseño personalizado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3">
  <a:themeElements>
    <a:clrScheme name="Personalizado 1">
      <a:dk1>
        <a:sysClr val="windowText" lastClr="000000"/>
      </a:dk1>
      <a:lt1>
        <a:sysClr val="window" lastClr="FFFFFF"/>
      </a:lt1>
      <a:dk2>
        <a:srgbClr val="646B86"/>
      </a:dk2>
      <a:lt2>
        <a:srgbClr val="C5D1D7"/>
      </a:lt2>
      <a:accent1>
        <a:srgbClr val="C00000"/>
      </a:accent1>
      <a:accent2>
        <a:srgbClr val="CCB400"/>
      </a:accent2>
      <a:accent3>
        <a:srgbClr val="8CADAE"/>
      </a:accent3>
      <a:accent4>
        <a:srgbClr val="7F7F7F"/>
      </a:accent4>
      <a:accent5>
        <a:srgbClr val="8FB08C"/>
      </a:accent5>
      <a:accent6>
        <a:srgbClr val="C00000"/>
      </a:accent6>
      <a:hlink>
        <a:srgbClr val="00A3D6"/>
      </a:hlink>
      <a:folHlink>
        <a:srgbClr val="694F07"/>
      </a:folHlink>
    </a:clrScheme>
    <a:fontScheme name="Metropolitana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a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a3" id="{6AD52EF2-3116-483B-907F-0DF5907AC153}" vid="{2BBE4237-8844-4E2F-B7CD-644BE1D1160B}"/>
    </a:ext>
  </a:extLst>
</a:theme>
</file>

<file path=ppt/theme/theme3.xml><?xml version="1.0" encoding="utf-8"?>
<a:theme xmlns:a="http://schemas.openxmlformats.org/drawingml/2006/main" name="1_Berlín">
  <a:themeElements>
    <a:clrScheme name="Personalizado 7">
      <a:dk1>
        <a:srgbClr val="660033"/>
      </a:dk1>
      <a:lt1>
        <a:sysClr val="window" lastClr="FFFFFF"/>
      </a:lt1>
      <a:dk2>
        <a:srgbClr val="000000"/>
      </a:dk2>
      <a:lt2>
        <a:srgbClr val="FFFFFF"/>
      </a:lt2>
      <a:accent1>
        <a:srgbClr val="66003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Berlin">
      <a:majorFont>
        <a:latin typeface="Trebuchet M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92000"/>
                <a:satMod val="200000"/>
                <a:lumMod val="13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106000"/>
                <a:satMod val="120000"/>
                <a:lumMod val="7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B587E4A9-1405-4B4F-8BC3-512EE08D2EBF}"/>
    </a:ext>
  </a:extLst>
</a:theme>
</file>

<file path=ppt/theme/theme4.xml><?xml version="1.0" encoding="utf-8"?>
<a:theme xmlns:a="http://schemas.openxmlformats.org/drawingml/2006/main" name="Berlín">
  <a:themeElements>
    <a:clrScheme name="Personalizado 26">
      <a:dk1>
        <a:srgbClr val="7F7F7F"/>
      </a:dk1>
      <a:lt1>
        <a:srgbClr val="A52705"/>
      </a:lt1>
      <a:dk2>
        <a:srgbClr val="FFFFFF"/>
      </a:dk2>
      <a:lt2>
        <a:srgbClr val="B2B2B2"/>
      </a:lt2>
      <a:accent1>
        <a:srgbClr val="7F7F7F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A52705"/>
      </a:accent6>
      <a:hlink>
        <a:srgbClr val="7B1D03"/>
      </a:hlink>
      <a:folHlink>
        <a:srgbClr val="FB967B"/>
      </a:folHlink>
    </a:clrScheme>
    <a:fontScheme name="Berlin">
      <a:majorFont>
        <a:latin typeface="Trebuchet M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ppt/theme/theme5.xml><?xml version="1.0" encoding="utf-8"?>
<a:theme xmlns:a="http://schemas.openxmlformats.org/drawingml/2006/main" name="2_Berlín">
  <a:themeElements>
    <a:clrScheme name="Berlin">
      <a:dk1>
        <a:sysClr val="windowText" lastClr="000000"/>
      </a:dk1>
      <a:lt1>
        <a:sysClr val="window" lastClr="FFFFFF"/>
      </a:lt1>
      <a:dk2>
        <a:srgbClr val="1F8094"/>
      </a:dk2>
      <a:lt2>
        <a:srgbClr val="E7E6E6"/>
      </a:lt2>
      <a:accent1>
        <a:srgbClr val="39CDE7"/>
      </a:accent1>
      <a:accent2>
        <a:srgbClr val="60DE72"/>
      </a:accent2>
      <a:accent3>
        <a:srgbClr val="DDCC64"/>
      </a:accent3>
      <a:accent4>
        <a:srgbClr val="F49D50"/>
      </a:accent4>
      <a:accent5>
        <a:srgbClr val="E44951"/>
      </a:accent5>
      <a:accent6>
        <a:srgbClr val="D666F9"/>
      </a:accent6>
      <a:hlink>
        <a:srgbClr val="4BF7ED"/>
      </a:hlink>
      <a:folHlink>
        <a:srgbClr val="95E9F4"/>
      </a:folHlink>
    </a:clrScheme>
    <a:fontScheme name="Berlin">
      <a:majorFont>
        <a:latin typeface="Trebuchet M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92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118000"/>
                <a:satMod val="12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7DC10E3-4FF5-456B-A359-A0F378C1E5FB}"/>
    </a:ext>
  </a:extLst>
</a:theme>
</file>

<file path=ppt/theme/theme6.xml><?xml version="1.0" encoding="utf-8"?>
<a:theme xmlns:a="http://schemas.openxmlformats.org/drawingml/2006/main" name="3_Berlín">
  <a:themeElements>
    <a:clrScheme name="Berlin">
      <a:dk1>
        <a:sysClr val="windowText" lastClr="000000"/>
      </a:dk1>
      <a:lt1>
        <a:sysClr val="window" lastClr="FFFFFF"/>
      </a:lt1>
      <a:dk2>
        <a:srgbClr val="8D4585"/>
      </a:dk2>
      <a:lt2>
        <a:srgbClr val="E7E6E6"/>
      </a:lt2>
      <a:accent1>
        <a:srgbClr val="F35AE6"/>
      </a:accent1>
      <a:accent2>
        <a:srgbClr val="FC5283"/>
      </a:accent2>
      <a:accent3>
        <a:srgbClr val="F67C64"/>
      </a:accent3>
      <a:accent4>
        <a:srgbClr val="F89F65"/>
      </a:accent4>
      <a:accent5>
        <a:srgbClr val="55C6BA"/>
      </a:accent5>
      <a:accent6>
        <a:srgbClr val="84A3FD"/>
      </a:accent6>
      <a:hlink>
        <a:srgbClr val="6ED4F6"/>
      </a:hlink>
      <a:folHlink>
        <a:srgbClr val="9FECFC"/>
      </a:folHlink>
    </a:clrScheme>
    <a:fontScheme name="Berlin">
      <a:majorFont>
        <a:latin typeface="Trebuchet M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106000"/>
                <a:satMod val="220000"/>
                <a:lumMod val="140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69000"/>
                <a:hueMod val="88000"/>
                <a:satMod val="16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7D30EEFE-7128-4DE5-8A0D-8D4EF32CB0AF}"/>
    </a:ext>
  </a:extLst>
</a:theme>
</file>

<file path=ppt/theme/theme7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Personalizado 1">
    <a:dk1>
      <a:sysClr val="windowText" lastClr="000000"/>
    </a:dk1>
    <a:lt1>
      <a:sysClr val="window" lastClr="FFFFFF"/>
    </a:lt1>
    <a:dk2>
      <a:srgbClr val="646B86"/>
    </a:dk2>
    <a:lt2>
      <a:srgbClr val="C5D1D7"/>
    </a:lt2>
    <a:accent1>
      <a:srgbClr val="C00000"/>
    </a:accent1>
    <a:accent2>
      <a:srgbClr val="CCB400"/>
    </a:accent2>
    <a:accent3>
      <a:srgbClr val="8CADAE"/>
    </a:accent3>
    <a:accent4>
      <a:srgbClr val="7F7F7F"/>
    </a:accent4>
    <a:accent5>
      <a:srgbClr val="8FB08C"/>
    </a:accent5>
    <a:accent6>
      <a:srgbClr val="C00000"/>
    </a:accent6>
    <a:hlink>
      <a:srgbClr val="00A3D6"/>
    </a:hlink>
    <a:folHlink>
      <a:srgbClr val="694F07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plantilla diapositiva 2018</Template>
  <TotalTime>7197</TotalTime>
  <Words>1264</Words>
  <Application>Microsoft Office PowerPoint</Application>
  <PresentationFormat>Panorámica</PresentationFormat>
  <Paragraphs>94</Paragraphs>
  <Slides>27</Slides>
  <Notes>4</Notes>
  <HiddenSlides>0</HiddenSlides>
  <MMClips>0</MMClips>
  <ScaleCrop>false</ScaleCrop>
  <HeadingPairs>
    <vt:vector size="8" baseType="variant">
      <vt:variant>
        <vt:lpstr>Fuentes usadas</vt:lpstr>
      </vt:variant>
      <vt:variant>
        <vt:i4>8</vt:i4>
      </vt:variant>
      <vt:variant>
        <vt:lpstr>Tema</vt:lpstr>
      </vt:variant>
      <vt:variant>
        <vt:i4>6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27</vt:i4>
      </vt:variant>
    </vt:vector>
  </HeadingPairs>
  <TitlesOfParts>
    <vt:vector size="42" baseType="lpstr">
      <vt:lpstr>Arial</vt:lpstr>
      <vt:lpstr>Arial Black</vt:lpstr>
      <vt:lpstr>Calibri</vt:lpstr>
      <vt:lpstr>Calibri Light</vt:lpstr>
      <vt:lpstr>Open Sans Semibold</vt:lpstr>
      <vt:lpstr>Times New Roman</vt:lpstr>
      <vt:lpstr>Trebuchet MS</vt:lpstr>
      <vt:lpstr>Wingdings</vt:lpstr>
      <vt:lpstr>Diseño personalizado</vt:lpstr>
      <vt:lpstr>Tema3</vt:lpstr>
      <vt:lpstr>1_Berlín</vt:lpstr>
      <vt:lpstr>Berlín</vt:lpstr>
      <vt:lpstr>2_Berlín</vt:lpstr>
      <vt:lpstr>3_Berlín</vt:lpstr>
      <vt:lpstr>Documento</vt:lpstr>
      <vt:lpstr>Calidad de Sistemas de Software</vt:lpstr>
      <vt:lpstr>Que es seis sigma (six sigma)</vt:lpstr>
      <vt:lpstr>Antecedentes de Seis Sigma I</vt:lpstr>
      <vt:lpstr>Antecedentes de Seis Sigma II</vt:lpstr>
      <vt:lpstr>Capacidad del Proceso</vt:lpstr>
      <vt:lpstr>Presentación de PowerPoint</vt:lpstr>
      <vt:lpstr>Principios  de Seis Sigma II </vt:lpstr>
      <vt:lpstr>Principios  de Seis Sigma III </vt:lpstr>
      <vt:lpstr>Metodología DMAIC</vt:lpstr>
      <vt:lpstr>1) Delimitación de procesos</vt:lpstr>
      <vt:lpstr>2)Caracterización Metrológica </vt:lpstr>
      <vt:lpstr>3)Determinación de capacidades</vt:lpstr>
      <vt:lpstr>4)Optimización</vt:lpstr>
      <vt:lpstr>5)Control</vt:lpstr>
      <vt:lpstr>Resumiendo que significa DMAIC</vt:lpstr>
      <vt:lpstr>METODOLOGIA</vt:lpstr>
      <vt:lpstr>Presentación de PowerPoint</vt:lpstr>
      <vt:lpstr>Herramientas a utilizar </vt:lpstr>
      <vt:lpstr>DIFERENCIAS ENTRE CALIDAD TRADICIONAL VS. SEIS SIGMA </vt:lpstr>
      <vt:lpstr>Bibliografia</vt:lpstr>
      <vt:lpstr>Calidad en software industrial – </vt:lpstr>
      <vt:lpstr>ISA (International Society for Automation)</vt:lpstr>
      <vt:lpstr>ISA 95. Estándar de Referencia</vt:lpstr>
      <vt:lpstr>International Society for Automation (ISA 95)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Calidad de Sistemas de Software en Pequeñas y Medianas Empresas</dc:title>
  <dc:creator>Ariel</dc:creator>
  <cp:lastModifiedBy>Fede Walas</cp:lastModifiedBy>
  <cp:revision>211</cp:revision>
  <cp:lastPrinted>2018-08-24T14:59:36Z</cp:lastPrinted>
  <dcterms:created xsi:type="dcterms:W3CDTF">2009-09-09T16:46:35Z</dcterms:created>
  <dcterms:modified xsi:type="dcterms:W3CDTF">2024-09-23T17:57:11Z</dcterms:modified>
</cp:coreProperties>
</file>